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5.xml" ContentType="application/vnd.openxmlformats-officedocument.theme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6.xml" ContentType="application/vnd.openxmlformats-officedocument.theme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7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87" r:id="rId3"/>
    <p:sldMasterId id="2147483700" r:id="rId4"/>
    <p:sldMasterId id="2147483726" r:id="rId5"/>
    <p:sldMasterId id="2147483739" r:id="rId6"/>
    <p:sldMasterId id="2147483752" r:id="rId7"/>
  </p:sldMasterIdLst>
  <p:sldIdLst>
    <p:sldId id="256" r:id="rId8"/>
    <p:sldId id="257" r:id="rId9"/>
    <p:sldId id="259" r:id="rId10"/>
    <p:sldId id="260" r:id="rId11"/>
    <p:sldId id="261" r:id="rId12"/>
    <p:sldId id="262" r:id="rId13"/>
    <p:sldId id="282" r:id="rId14"/>
    <p:sldId id="268" r:id="rId15"/>
    <p:sldId id="269" r:id="rId16"/>
    <p:sldId id="270" r:id="rId17"/>
    <p:sldId id="283" r:id="rId18"/>
    <p:sldId id="271" r:id="rId19"/>
    <p:sldId id="272" r:id="rId20"/>
    <p:sldId id="273" r:id="rId21"/>
    <p:sldId id="274" r:id="rId22"/>
    <p:sldId id="277" r:id="rId23"/>
    <p:sldId id="278" r:id="rId24"/>
    <p:sldId id="279" r:id="rId25"/>
    <p:sldId id="280" r:id="rId26"/>
    <p:sldId id="281" r:id="rId27"/>
  </p:sldIdLst>
  <p:sldSz cx="9144000" cy="5143500" type="screen16x9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6548E9-D063-F315-C0F4-B75202956ACA}" v="11" dt="2024-05-20T09:54:11.095"/>
    <p1510:client id="{D191F709-8CF4-E93B-5C09-E800A94E236A}" v="2" dt="2024-05-20T09:40:40.5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112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4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microsoft.com/office/2015/10/relationships/revisionInfo" Target="revisionInfo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presProps" Target="presProp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2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44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3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7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1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4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8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9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2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3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4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5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6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8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44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3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0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5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8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9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0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1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2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9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44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4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8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1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6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9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0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1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2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3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7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44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8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2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6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9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3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4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7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8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9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0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1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44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44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9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44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6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4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8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1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6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9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0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1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2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3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8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7.xml"/><Relationship Id="rId12" Type="http://schemas.openxmlformats.org/officeDocument/2006/relationships/slideLayout" Target="../slideLayouts/slideLayout72.xml"/><Relationship Id="rId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71.xml"/><Relationship Id="rId5" Type="http://schemas.openxmlformats.org/officeDocument/2006/relationships/slideLayout" Target="../slideLayouts/slideLayout65.xml"/><Relationship Id="rId10" Type="http://schemas.openxmlformats.org/officeDocument/2006/relationships/slideLayout" Target="../slideLayouts/slideLayout70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0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75.xml"/><Relationship Id="rId7" Type="http://schemas.openxmlformats.org/officeDocument/2006/relationships/slideLayout" Target="../slideLayouts/slideLayout79.xml"/><Relationship Id="rId12" Type="http://schemas.openxmlformats.org/officeDocument/2006/relationships/slideLayout" Target="../slideLayouts/slideLayout84.xml"/><Relationship Id="rId2" Type="http://schemas.openxmlformats.org/officeDocument/2006/relationships/slideLayout" Target="../slideLayouts/slideLayout74.xml"/><Relationship Id="rId1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8.xml"/><Relationship Id="rId11" Type="http://schemas.openxmlformats.org/officeDocument/2006/relationships/slideLayout" Target="../slideLayouts/slideLayout83.xml"/><Relationship Id="rId5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82.xml"/><Relationship Id="rId4" Type="http://schemas.openxmlformats.org/officeDocument/2006/relationships/slideLayout" Target="../slideLayouts/slideLayout76.xml"/><Relationship Id="rId9" Type="http://schemas.openxmlformats.org/officeDocument/2006/relationships/slideLayout" Target="../slideLayouts/slideLayout8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2AB1"/>
            </a:gs>
            <a:gs pos="100000">
              <a:srgbClr val="00031B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1" name="Google Shape;9;p2"/>
          <p:cNvGrpSpPr/>
          <p:nvPr/>
        </p:nvGrpSpPr>
        <p:grpSpPr>
          <a:xfrm>
            <a:off x="0" y="0"/>
            <a:ext cx="9142560" cy="5142240"/>
            <a:chOff x="0" y="0"/>
            <a:chExt cx="9142560" cy="5142240"/>
          </a:xfrm>
        </p:grpSpPr>
        <p:sp>
          <p:nvSpPr>
            <p:cNvPr id="402" name="Google Shape;10;p2"/>
            <p:cNvSpPr/>
            <p:nvPr/>
          </p:nvSpPr>
          <p:spPr>
            <a:xfrm>
              <a:off x="9104760" y="0"/>
              <a:ext cx="3240" cy="5139720"/>
            </a:xfrm>
            <a:custGeom>
              <a:avLst/>
              <a:gdLst>
                <a:gd name="textAreaLeft" fmla="*/ 0 w 3240"/>
                <a:gd name="textAreaRight" fmla="*/ 4680 w 324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46" h="49235">
                  <a:moveTo>
                    <a:pt x="0" y="0"/>
                  </a:moveTo>
                  <a:lnTo>
                    <a:pt x="0" y="49235"/>
                  </a:lnTo>
                  <a:lnTo>
                    <a:pt x="46" y="4923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2" name="Google Shape;11;p2"/>
            <p:cNvSpPr/>
            <p:nvPr/>
          </p:nvSpPr>
          <p:spPr>
            <a:xfrm>
              <a:off x="8775720" y="0"/>
              <a:ext cx="3240" cy="5139720"/>
            </a:xfrm>
            <a:custGeom>
              <a:avLst/>
              <a:gdLst>
                <a:gd name="textAreaLeft" fmla="*/ 0 w 3240"/>
                <a:gd name="textAreaRight" fmla="*/ 4680 w 324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46" h="49235">
                  <a:moveTo>
                    <a:pt x="0" y="0"/>
                  </a:moveTo>
                  <a:lnTo>
                    <a:pt x="0" y="49235"/>
                  </a:lnTo>
                  <a:lnTo>
                    <a:pt x="46" y="4923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3" name="Google Shape;12;p2"/>
            <p:cNvSpPr/>
            <p:nvPr/>
          </p:nvSpPr>
          <p:spPr>
            <a:xfrm>
              <a:off x="844920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0" y="0"/>
                  </a:moveTo>
                  <a:lnTo>
                    <a:pt x="0" y="49235"/>
                  </a:lnTo>
                  <a:lnTo>
                    <a:pt x="23" y="4923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" name="Google Shape;13;p2"/>
            <p:cNvSpPr/>
            <p:nvPr/>
          </p:nvSpPr>
          <p:spPr>
            <a:xfrm>
              <a:off x="812052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0" y="0"/>
                  </a:moveTo>
                  <a:lnTo>
                    <a:pt x="0" y="49235"/>
                  </a:lnTo>
                  <a:lnTo>
                    <a:pt x="23" y="4923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5" name="Google Shape;14;p2"/>
            <p:cNvSpPr/>
            <p:nvPr/>
          </p:nvSpPr>
          <p:spPr>
            <a:xfrm>
              <a:off x="779148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0" y="0"/>
                  </a:moveTo>
                  <a:lnTo>
                    <a:pt x="0" y="49235"/>
                  </a:lnTo>
                  <a:lnTo>
                    <a:pt x="23" y="4923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6" name="Google Shape;15;p2"/>
            <p:cNvSpPr/>
            <p:nvPr/>
          </p:nvSpPr>
          <p:spPr>
            <a:xfrm>
              <a:off x="746244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1" y="0"/>
                  </a:moveTo>
                  <a:lnTo>
                    <a:pt x="1" y="49235"/>
                  </a:lnTo>
                  <a:lnTo>
                    <a:pt x="23" y="4923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7" name="Google Shape;16;p2"/>
            <p:cNvSpPr/>
            <p:nvPr/>
          </p:nvSpPr>
          <p:spPr>
            <a:xfrm>
              <a:off x="7133760" y="0"/>
              <a:ext cx="3600" cy="5139720"/>
            </a:xfrm>
            <a:custGeom>
              <a:avLst/>
              <a:gdLst>
                <a:gd name="textAreaLeft" fmla="*/ 0 w 3600"/>
                <a:gd name="textAreaRight" fmla="*/ 5040 w 360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47" h="49235">
                  <a:moveTo>
                    <a:pt x="1" y="0"/>
                  </a:moveTo>
                  <a:lnTo>
                    <a:pt x="1" y="49235"/>
                  </a:lnTo>
                  <a:lnTo>
                    <a:pt x="46" y="4923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8" name="Google Shape;17;p2"/>
            <p:cNvSpPr/>
            <p:nvPr/>
          </p:nvSpPr>
          <p:spPr>
            <a:xfrm>
              <a:off x="6804720" y="0"/>
              <a:ext cx="3600" cy="5139720"/>
            </a:xfrm>
            <a:custGeom>
              <a:avLst/>
              <a:gdLst>
                <a:gd name="textAreaLeft" fmla="*/ 0 w 3600"/>
                <a:gd name="textAreaRight" fmla="*/ 5040 w 360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47" h="49235">
                  <a:moveTo>
                    <a:pt x="1" y="0"/>
                  </a:moveTo>
                  <a:lnTo>
                    <a:pt x="1" y="49235"/>
                  </a:lnTo>
                  <a:lnTo>
                    <a:pt x="46" y="4923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9" name="Google Shape;18;p2"/>
            <p:cNvSpPr/>
            <p:nvPr/>
          </p:nvSpPr>
          <p:spPr>
            <a:xfrm>
              <a:off x="647820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1" y="0"/>
                  </a:moveTo>
                  <a:lnTo>
                    <a:pt x="1" y="49235"/>
                  </a:lnTo>
                  <a:lnTo>
                    <a:pt x="24" y="49235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0" name="Google Shape;19;p2"/>
            <p:cNvSpPr/>
            <p:nvPr/>
          </p:nvSpPr>
          <p:spPr>
            <a:xfrm>
              <a:off x="614916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1" y="0"/>
                  </a:moveTo>
                  <a:lnTo>
                    <a:pt x="1" y="49235"/>
                  </a:lnTo>
                  <a:lnTo>
                    <a:pt x="24" y="49235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1" name="Google Shape;20;p2"/>
            <p:cNvSpPr/>
            <p:nvPr/>
          </p:nvSpPr>
          <p:spPr>
            <a:xfrm>
              <a:off x="582048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1" y="0"/>
                  </a:moveTo>
                  <a:lnTo>
                    <a:pt x="1" y="49235"/>
                  </a:lnTo>
                  <a:lnTo>
                    <a:pt x="24" y="49235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2" name="Google Shape;21;p2"/>
            <p:cNvSpPr/>
            <p:nvPr/>
          </p:nvSpPr>
          <p:spPr>
            <a:xfrm>
              <a:off x="549144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3" h="49235">
                  <a:moveTo>
                    <a:pt x="0" y="0"/>
                  </a:moveTo>
                  <a:lnTo>
                    <a:pt x="0" y="49235"/>
                  </a:lnTo>
                  <a:lnTo>
                    <a:pt x="23" y="4923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3" name="Google Shape;22;p2"/>
            <p:cNvSpPr/>
            <p:nvPr/>
          </p:nvSpPr>
          <p:spPr>
            <a:xfrm>
              <a:off x="516276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3" h="49235">
                  <a:moveTo>
                    <a:pt x="0" y="0"/>
                  </a:moveTo>
                  <a:lnTo>
                    <a:pt x="0" y="49235"/>
                  </a:lnTo>
                  <a:lnTo>
                    <a:pt x="23" y="4923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4" name="Google Shape;23;p2"/>
            <p:cNvSpPr/>
            <p:nvPr/>
          </p:nvSpPr>
          <p:spPr>
            <a:xfrm>
              <a:off x="4833720" y="0"/>
              <a:ext cx="3240" cy="5139720"/>
            </a:xfrm>
            <a:custGeom>
              <a:avLst/>
              <a:gdLst>
                <a:gd name="textAreaLeft" fmla="*/ 0 w 3240"/>
                <a:gd name="textAreaRight" fmla="*/ 4680 w 324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46" h="49235">
                  <a:moveTo>
                    <a:pt x="0" y="0"/>
                  </a:moveTo>
                  <a:lnTo>
                    <a:pt x="0" y="49235"/>
                  </a:lnTo>
                  <a:lnTo>
                    <a:pt x="46" y="4923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5" name="Google Shape;24;p2"/>
            <p:cNvSpPr/>
            <p:nvPr/>
          </p:nvSpPr>
          <p:spPr>
            <a:xfrm>
              <a:off x="4504680" y="0"/>
              <a:ext cx="3600" cy="5139720"/>
            </a:xfrm>
            <a:custGeom>
              <a:avLst/>
              <a:gdLst>
                <a:gd name="textAreaLeft" fmla="*/ 0 w 3600"/>
                <a:gd name="textAreaRight" fmla="*/ 5040 w 360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47" h="49235">
                  <a:moveTo>
                    <a:pt x="0" y="0"/>
                  </a:moveTo>
                  <a:lnTo>
                    <a:pt x="0" y="49235"/>
                  </a:lnTo>
                  <a:lnTo>
                    <a:pt x="46" y="4923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6" name="Google Shape;25;p2"/>
            <p:cNvSpPr/>
            <p:nvPr/>
          </p:nvSpPr>
          <p:spPr>
            <a:xfrm>
              <a:off x="417816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0" y="0"/>
                  </a:moveTo>
                  <a:lnTo>
                    <a:pt x="0" y="49235"/>
                  </a:lnTo>
                  <a:lnTo>
                    <a:pt x="23" y="4923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7" name="Google Shape;26;p2"/>
            <p:cNvSpPr/>
            <p:nvPr/>
          </p:nvSpPr>
          <p:spPr>
            <a:xfrm>
              <a:off x="319140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1" y="0"/>
                  </a:moveTo>
                  <a:lnTo>
                    <a:pt x="1" y="49235"/>
                  </a:lnTo>
                  <a:lnTo>
                    <a:pt x="23" y="4923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8" name="Google Shape;27;p2"/>
            <p:cNvSpPr/>
            <p:nvPr/>
          </p:nvSpPr>
          <p:spPr>
            <a:xfrm>
              <a:off x="2533680" y="0"/>
              <a:ext cx="3600" cy="5139720"/>
            </a:xfrm>
            <a:custGeom>
              <a:avLst/>
              <a:gdLst>
                <a:gd name="textAreaLeft" fmla="*/ 0 w 3600"/>
                <a:gd name="textAreaRight" fmla="*/ 5040 w 360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47" h="49235">
                  <a:moveTo>
                    <a:pt x="1" y="0"/>
                  </a:moveTo>
                  <a:lnTo>
                    <a:pt x="1" y="49235"/>
                  </a:lnTo>
                  <a:lnTo>
                    <a:pt x="46" y="4923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9" name="Google Shape;28;p2"/>
            <p:cNvSpPr/>
            <p:nvPr/>
          </p:nvSpPr>
          <p:spPr>
            <a:xfrm>
              <a:off x="187812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1" y="0"/>
                  </a:moveTo>
                  <a:lnTo>
                    <a:pt x="1" y="49235"/>
                  </a:lnTo>
                  <a:lnTo>
                    <a:pt x="24" y="49235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20" name="Google Shape;29;p2"/>
            <p:cNvSpPr/>
            <p:nvPr/>
          </p:nvSpPr>
          <p:spPr>
            <a:xfrm>
              <a:off x="220716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1" y="0"/>
                  </a:moveTo>
                  <a:lnTo>
                    <a:pt x="1" y="49235"/>
                  </a:lnTo>
                  <a:lnTo>
                    <a:pt x="24" y="49235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21" name="Google Shape;30;p2"/>
            <p:cNvSpPr/>
            <p:nvPr/>
          </p:nvSpPr>
          <p:spPr>
            <a:xfrm>
              <a:off x="2862360" y="0"/>
              <a:ext cx="3600" cy="5139720"/>
            </a:xfrm>
            <a:custGeom>
              <a:avLst/>
              <a:gdLst>
                <a:gd name="textAreaLeft" fmla="*/ 0 w 3600"/>
                <a:gd name="textAreaRight" fmla="*/ 5040 w 360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47" h="49235">
                  <a:moveTo>
                    <a:pt x="1" y="0"/>
                  </a:moveTo>
                  <a:lnTo>
                    <a:pt x="1" y="49235"/>
                  </a:lnTo>
                  <a:lnTo>
                    <a:pt x="46" y="4923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22" name="Google Shape;31;p2"/>
            <p:cNvSpPr/>
            <p:nvPr/>
          </p:nvSpPr>
          <p:spPr>
            <a:xfrm>
              <a:off x="352044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1" y="0"/>
                  </a:moveTo>
                  <a:lnTo>
                    <a:pt x="1" y="49235"/>
                  </a:lnTo>
                  <a:lnTo>
                    <a:pt x="23" y="4923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23" name="Google Shape;32;p2"/>
            <p:cNvSpPr/>
            <p:nvPr/>
          </p:nvSpPr>
          <p:spPr>
            <a:xfrm>
              <a:off x="384948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0" y="0"/>
                  </a:moveTo>
                  <a:lnTo>
                    <a:pt x="0" y="49235"/>
                  </a:lnTo>
                  <a:lnTo>
                    <a:pt x="23" y="4923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24" name="Google Shape;33;p2"/>
            <p:cNvSpPr/>
            <p:nvPr/>
          </p:nvSpPr>
          <p:spPr>
            <a:xfrm>
              <a:off x="154908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1" y="0"/>
                  </a:moveTo>
                  <a:lnTo>
                    <a:pt x="1" y="49235"/>
                  </a:lnTo>
                  <a:lnTo>
                    <a:pt x="24" y="49235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25" name="Google Shape;34;p2"/>
            <p:cNvSpPr/>
            <p:nvPr/>
          </p:nvSpPr>
          <p:spPr>
            <a:xfrm>
              <a:off x="122040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3" h="49235">
                  <a:moveTo>
                    <a:pt x="0" y="0"/>
                  </a:moveTo>
                  <a:lnTo>
                    <a:pt x="0" y="49235"/>
                  </a:lnTo>
                  <a:lnTo>
                    <a:pt x="23" y="4923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26" name="Google Shape;35;p2"/>
            <p:cNvSpPr/>
            <p:nvPr/>
          </p:nvSpPr>
          <p:spPr>
            <a:xfrm>
              <a:off x="891360" y="0"/>
              <a:ext cx="3240" cy="5139720"/>
            </a:xfrm>
            <a:custGeom>
              <a:avLst/>
              <a:gdLst>
                <a:gd name="textAreaLeft" fmla="*/ 0 w 3240"/>
                <a:gd name="textAreaRight" fmla="*/ 4680 w 324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46" h="49235">
                  <a:moveTo>
                    <a:pt x="0" y="0"/>
                  </a:moveTo>
                  <a:lnTo>
                    <a:pt x="0" y="49235"/>
                  </a:lnTo>
                  <a:lnTo>
                    <a:pt x="46" y="4923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27" name="Google Shape;36;p2"/>
            <p:cNvSpPr/>
            <p:nvPr/>
          </p:nvSpPr>
          <p:spPr>
            <a:xfrm>
              <a:off x="562680" y="0"/>
              <a:ext cx="3240" cy="5139720"/>
            </a:xfrm>
            <a:custGeom>
              <a:avLst/>
              <a:gdLst>
                <a:gd name="textAreaLeft" fmla="*/ 0 w 3240"/>
                <a:gd name="textAreaRight" fmla="*/ 4680 w 324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46" h="49235">
                  <a:moveTo>
                    <a:pt x="0" y="0"/>
                  </a:moveTo>
                  <a:lnTo>
                    <a:pt x="0" y="49235"/>
                  </a:lnTo>
                  <a:lnTo>
                    <a:pt x="46" y="4923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28" name="Google Shape;37;p2"/>
            <p:cNvSpPr/>
            <p:nvPr/>
          </p:nvSpPr>
          <p:spPr>
            <a:xfrm>
              <a:off x="23616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0" y="0"/>
                  </a:moveTo>
                  <a:lnTo>
                    <a:pt x="0" y="49235"/>
                  </a:lnTo>
                  <a:lnTo>
                    <a:pt x="23" y="4923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29" name="Google Shape;38;p2"/>
            <p:cNvSpPr/>
            <p:nvPr/>
          </p:nvSpPr>
          <p:spPr>
            <a:xfrm>
              <a:off x="0" y="514116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1"/>
                  </a:moveTo>
                  <a:lnTo>
                    <a:pt x="1" y="23"/>
                  </a:lnTo>
                  <a:lnTo>
                    <a:pt x="108352" y="23"/>
                  </a:lnTo>
                  <a:lnTo>
                    <a:pt x="108352" y="1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30" name="Google Shape;39;p2"/>
            <p:cNvSpPr/>
            <p:nvPr/>
          </p:nvSpPr>
          <p:spPr>
            <a:xfrm>
              <a:off x="0" y="492660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0"/>
                  </a:moveTo>
                  <a:lnTo>
                    <a:pt x="1" y="23"/>
                  </a:lnTo>
                  <a:lnTo>
                    <a:pt x="108352" y="23"/>
                  </a:lnTo>
                  <a:lnTo>
                    <a:pt x="108352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31" name="Google Shape;40;p2"/>
            <p:cNvSpPr/>
            <p:nvPr/>
          </p:nvSpPr>
          <p:spPr>
            <a:xfrm>
              <a:off x="0" y="471456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1"/>
                  </a:moveTo>
                  <a:lnTo>
                    <a:pt x="1" y="24"/>
                  </a:lnTo>
                  <a:lnTo>
                    <a:pt x="108352" y="24"/>
                  </a:lnTo>
                  <a:lnTo>
                    <a:pt x="108352" y="1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32" name="Google Shape;41;p2"/>
            <p:cNvSpPr/>
            <p:nvPr/>
          </p:nvSpPr>
          <p:spPr>
            <a:xfrm>
              <a:off x="0" y="450000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1"/>
                  </a:moveTo>
                  <a:lnTo>
                    <a:pt x="1" y="23"/>
                  </a:lnTo>
                  <a:lnTo>
                    <a:pt x="108352" y="23"/>
                  </a:lnTo>
                  <a:lnTo>
                    <a:pt x="108352" y="1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33" name="Google Shape;42;p2"/>
            <p:cNvSpPr/>
            <p:nvPr/>
          </p:nvSpPr>
          <p:spPr>
            <a:xfrm>
              <a:off x="0" y="428796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3">
                  <a:moveTo>
                    <a:pt x="1" y="0"/>
                  </a:moveTo>
                  <a:lnTo>
                    <a:pt x="1" y="23"/>
                  </a:lnTo>
                  <a:lnTo>
                    <a:pt x="108352" y="23"/>
                  </a:lnTo>
                  <a:lnTo>
                    <a:pt x="108352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34" name="Google Shape;43;p2"/>
            <p:cNvSpPr/>
            <p:nvPr/>
          </p:nvSpPr>
          <p:spPr>
            <a:xfrm>
              <a:off x="0" y="407340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1"/>
                  </a:moveTo>
                  <a:lnTo>
                    <a:pt x="1" y="24"/>
                  </a:lnTo>
                  <a:lnTo>
                    <a:pt x="108352" y="24"/>
                  </a:lnTo>
                  <a:lnTo>
                    <a:pt x="108352" y="1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35" name="Google Shape;44;p2"/>
            <p:cNvSpPr/>
            <p:nvPr/>
          </p:nvSpPr>
          <p:spPr>
            <a:xfrm>
              <a:off x="0" y="386136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0"/>
                  </a:moveTo>
                  <a:lnTo>
                    <a:pt x="1" y="23"/>
                  </a:lnTo>
                  <a:lnTo>
                    <a:pt x="108352" y="23"/>
                  </a:lnTo>
                  <a:lnTo>
                    <a:pt x="108352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36" name="Google Shape;45;p2"/>
            <p:cNvSpPr/>
            <p:nvPr/>
          </p:nvSpPr>
          <p:spPr>
            <a:xfrm>
              <a:off x="0" y="364680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3">
                  <a:moveTo>
                    <a:pt x="1" y="0"/>
                  </a:moveTo>
                  <a:lnTo>
                    <a:pt x="1" y="23"/>
                  </a:lnTo>
                  <a:lnTo>
                    <a:pt x="108352" y="23"/>
                  </a:lnTo>
                  <a:lnTo>
                    <a:pt x="108352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37" name="Google Shape;46;p2"/>
            <p:cNvSpPr/>
            <p:nvPr/>
          </p:nvSpPr>
          <p:spPr>
            <a:xfrm>
              <a:off x="0" y="343440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1"/>
                  </a:moveTo>
                  <a:lnTo>
                    <a:pt x="1" y="23"/>
                  </a:lnTo>
                  <a:lnTo>
                    <a:pt x="108352" y="23"/>
                  </a:lnTo>
                  <a:lnTo>
                    <a:pt x="108352" y="1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38" name="Google Shape;47;p2"/>
            <p:cNvSpPr/>
            <p:nvPr/>
          </p:nvSpPr>
          <p:spPr>
            <a:xfrm>
              <a:off x="0" y="322020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0"/>
                  </a:moveTo>
                  <a:lnTo>
                    <a:pt x="1" y="23"/>
                  </a:lnTo>
                  <a:lnTo>
                    <a:pt x="108352" y="23"/>
                  </a:lnTo>
                  <a:lnTo>
                    <a:pt x="108352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39" name="Google Shape;48;p2"/>
            <p:cNvSpPr/>
            <p:nvPr/>
          </p:nvSpPr>
          <p:spPr>
            <a:xfrm>
              <a:off x="0" y="300780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1"/>
                  </a:moveTo>
                  <a:lnTo>
                    <a:pt x="1" y="24"/>
                  </a:lnTo>
                  <a:lnTo>
                    <a:pt x="108352" y="24"/>
                  </a:lnTo>
                  <a:lnTo>
                    <a:pt x="108352" y="1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0" name="Google Shape;49;p2"/>
            <p:cNvSpPr/>
            <p:nvPr/>
          </p:nvSpPr>
          <p:spPr>
            <a:xfrm>
              <a:off x="0" y="279324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1"/>
                  </a:moveTo>
                  <a:lnTo>
                    <a:pt x="1" y="23"/>
                  </a:lnTo>
                  <a:lnTo>
                    <a:pt x="108352" y="23"/>
                  </a:lnTo>
                  <a:lnTo>
                    <a:pt x="108352" y="1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1" name="Google Shape;50;p2"/>
            <p:cNvSpPr/>
            <p:nvPr/>
          </p:nvSpPr>
          <p:spPr>
            <a:xfrm>
              <a:off x="0" y="258120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3">
                  <a:moveTo>
                    <a:pt x="1" y="0"/>
                  </a:moveTo>
                  <a:lnTo>
                    <a:pt x="1" y="23"/>
                  </a:lnTo>
                  <a:lnTo>
                    <a:pt x="108352" y="23"/>
                  </a:lnTo>
                  <a:lnTo>
                    <a:pt x="108352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2" name="Google Shape;51;p2"/>
            <p:cNvSpPr/>
            <p:nvPr/>
          </p:nvSpPr>
          <p:spPr>
            <a:xfrm>
              <a:off x="0" y="236664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1"/>
                  </a:moveTo>
                  <a:lnTo>
                    <a:pt x="1" y="24"/>
                  </a:lnTo>
                  <a:lnTo>
                    <a:pt x="108352" y="24"/>
                  </a:lnTo>
                  <a:lnTo>
                    <a:pt x="108352" y="1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3" name="Google Shape;52;p2"/>
            <p:cNvSpPr/>
            <p:nvPr/>
          </p:nvSpPr>
          <p:spPr>
            <a:xfrm>
              <a:off x="0" y="215460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0"/>
                  </a:moveTo>
                  <a:lnTo>
                    <a:pt x="1" y="23"/>
                  </a:lnTo>
                  <a:lnTo>
                    <a:pt x="108352" y="23"/>
                  </a:lnTo>
                  <a:lnTo>
                    <a:pt x="108352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4" name="Google Shape;53;p2"/>
            <p:cNvSpPr/>
            <p:nvPr/>
          </p:nvSpPr>
          <p:spPr>
            <a:xfrm>
              <a:off x="0" y="1940040"/>
              <a:ext cx="9142560" cy="324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3240"/>
                <a:gd name="textAreaBottom" fmla="*/ 4680 h 3240"/>
              </a:gdLst>
              <a:ahLst/>
              <a:cxnLst/>
              <a:rect l="textAreaLeft" t="textAreaTop" r="textAreaRight" b="textAreaBottom"/>
              <a:pathLst>
                <a:path w="108353" h="46">
                  <a:moveTo>
                    <a:pt x="1" y="0"/>
                  </a:moveTo>
                  <a:lnTo>
                    <a:pt x="1" y="46"/>
                  </a:lnTo>
                  <a:lnTo>
                    <a:pt x="108352" y="46"/>
                  </a:lnTo>
                  <a:lnTo>
                    <a:pt x="108352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160" rIns="90000" bIns="21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5" name="Google Shape;54;p2"/>
            <p:cNvSpPr/>
            <p:nvPr/>
          </p:nvSpPr>
          <p:spPr>
            <a:xfrm>
              <a:off x="0" y="172800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1"/>
                  </a:moveTo>
                  <a:lnTo>
                    <a:pt x="1" y="24"/>
                  </a:lnTo>
                  <a:lnTo>
                    <a:pt x="108352" y="24"/>
                  </a:lnTo>
                  <a:lnTo>
                    <a:pt x="108352" y="1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6" name="Google Shape;55;p2"/>
            <p:cNvSpPr/>
            <p:nvPr/>
          </p:nvSpPr>
          <p:spPr>
            <a:xfrm>
              <a:off x="0" y="1513440"/>
              <a:ext cx="9142560" cy="360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3600"/>
                <a:gd name="textAreaBottom" fmla="*/ 5040 h 3600"/>
              </a:gdLst>
              <a:ahLst/>
              <a:cxnLst/>
              <a:rect l="textAreaLeft" t="textAreaTop" r="textAreaRight" b="textAreaBottom"/>
              <a:pathLst>
                <a:path w="108353" h="47">
                  <a:moveTo>
                    <a:pt x="1" y="0"/>
                  </a:moveTo>
                  <a:lnTo>
                    <a:pt x="1" y="46"/>
                  </a:lnTo>
                  <a:lnTo>
                    <a:pt x="108352" y="46"/>
                  </a:lnTo>
                  <a:lnTo>
                    <a:pt x="108352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520" rIns="90000" bIns="25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7" name="Google Shape;56;p2"/>
            <p:cNvSpPr/>
            <p:nvPr/>
          </p:nvSpPr>
          <p:spPr>
            <a:xfrm>
              <a:off x="0" y="87480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0"/>
                  </a:moveTo>
                  <a:lnTo>
                    <a:pt x="1" y="23"/>
                  </a:lnTo>
                  <a:lnTo>
                    <a:pt x="108352" y="23"/>
                  </a:lnTo>
                  <a:lnTo>
                    <a:pt x="108352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8" name="Google Shape;57;p2"/>
            <p:cNvSpPr/>
            <p:nvPr/>
          </p:nvSpPr>
          <p:spPr>
            <a:xfrm>
              <a:off x="0" y="233640"/>
              <a:ext cx="9142560" cy="324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3240"/>
                <a:gd name="textAreaBottom" fmla="*/ 4680 h 3240"/>
              </a:gdLst>
              <a:ahLst/>
              <a:cxnLst/>
              <a:rect l="textAreaLeft" t="textAreaTop" r="textAreaRight" b="textAreaBottom"/>
              <a:pathLst>
                <a:path w="108353" h="46">
                  <a:moveTo>
                    <a:pt x="1" y="0"/>
                  </a:moveTo>
                  <a:lnTo>
                    <a:pt x="1" y="46"/>
                  </a:lnTo>
                  <a:lnTo>
                    <a:pt x="108352" y="46"/>
                  </a:lnTo>
                  <a:lnTo>
                    <a:pt x="108352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160" rIns="90000" bIns="21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9" name="Google Shape;58;p2"/>
            <p:cNvSpPr/>
            <p:nvPr/>
          </p:nvSpPr>
          <p:spPr>
            <a:xfrm>
              <a:off x="0" y="44820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1"/>
                  </a:moveTo>
                  <a:lnTo>
                    <a:pt x="1" y="23"/>
                  </a:lnTo>
                  <a:lnTo>
                    <a:pt x="108352" y="23"/>
                  </a:lnTo>
                  <a:lnTo>
                    <a:pt x="108352" y="1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50" name="Google Shape;59;p2"/>
            <p:cNvSpPr/>
            <p:nvPr/>
          </p:nvSpPr>
          <p:spPr>
            <a:xfrm>
              <a:off x="0" y="660240"/>
              <a:ext cx="9142560" cy="324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3240"/>
                <a:gd name="textAreaBottom" fmla="*/ 4680 h 3240"/>
              </a:gdLst>
              <a:ahLst/>
              <a:cxnLst/>
              <a:rect l="textAreaLeft" t="textAreaTop" r="textAreaRight" b="textAreaBottom"/>
              <a:pathLst>
                <a:path w="108353" h="46">
                  <a:moveTo>
                    <a:pt x="1" y="0"/>
                  </a:moveTo>
                  <a:lnTo>
                    <a:pt x="1" y="46"/>
                  </a:lnTo>
                  <a:lnTo>
                    <a:pt x="108352" y="46"/>
                  </a:lnTo>
                  <a:lnTo>
                    <a:pt x="108352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160" rIns="90000" bIns="21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51" name="Google Shape;60;p2"/>
            <p:cNvSpPr/>
            <p:nvPr/>
          </p:nvSpPr>
          <p:spPr>
            <a:xfrm>
              <a:off x="0" y="1086840"/>
              <a:ext cx="9142560" cy="360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3600"/>
                <a:gd name="textAreaBottom" fmla="*/ 5040 h 3600"/>
              </a:gdLst>
              <a:ahLst/>
              <a:cxnLst/>
              <a:rect l="textAreaLeft" t="textAreaTop" r="textAreaRight" b="textAreaBottom"/>
              <a:pathLst>
                <a:path w="108353" h="47">
                  <a:moveTo>
                    <a:pt x="1" y="1"/>
                  </a:moveTo>
                  <a:lnTo>
                    <a:pt x="1" y="46"/>
                  </a:lnTo>
                  <a:lnTo>
                    <a:pt x="108352" y="46"/>
                  </a:lnTo>
                  <a:lnTo>
                    <a:pt x="108352" y="1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520" rIns="90000" bIns="25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52" name="Google Shape;61;p2"/>
            <p:cNvSpPr/>
            <p:nvPr/>
          </p:nvSpPr>
          <p:spPr>
            <a:xfrm>
              <a:off x="0" y="130140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3">
                  <a:moveTo>
                    <a:pt x="1" y="0"/>
                  </a:moveTo>
                  <a:lnTo>
                    <a:pt x="1" y="23"/>
                  </a:lnTo>
                  <a:lnTo>
                    <a:pt x="108352" y="23"/>
                  </a:lnTo>
                  <a:lnTo>
                    <a:pt x="108352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53" name="Google Shape;62;p2"/>
            <p:cNvSpPr/>
            <p:nvPr/>
          </p:nvSpPr>
          <p:spPr>
            <a:xfrm>
              <a:off x="0" y="2160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1"/>
                  </a:moveTo>
                  <a:lnTo>
                    <a:pt x="1" y="24"/>
                  </a:lnTo>
                  <a:lnTo>
                    <a:pt x="108352" y="24"/>
                  </a:lnTo>
                  <a:lnTo>
                    <a:pt x="108352" y="1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</p:grpSp>
      <p:grpSp>
        <p:nvGrpSpPr>
          <p:cNvPr id="54" name="Google Shape;63;p2"/>
          <p:cNvGrpSpPr/>
          <p:nvPr/>
        </p:nvGrpSpPr>
        <p:grpSpPr>
          <a:xfrm>
            <a:off x="-505800" y="1016280"/>
            <a:ext cx="6431040" cy="6054480"/>
            <a:chOff x="-505800" y="1016280"/>
            <a:chExt cx="6431040" cy="6054480"/>
          </a:xfrm>
        </p:grpSpPr>
        <p:sp>
          <p:nvSpPr>
            <p:cNvPr id="55" name="Google Shape;64;p2"/>
            <p:cNvSpPr/>
            <p:nvPr/>
          </p:nvSpPr>
          <p:spPr>
            <a:xfrm>
              <a:off x="3863520" y="5020920"/>
              <a:ext cx="27360" cy="2376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23760"/>
                <a:gd name="textAreaBottom" fmla="*/ 25200 h 23760"/>
              </a:gdLst>
              <a:ahLst/>
              <a:cxnLst/>
              <a:rect l="textAreaLeft" t="textAreaTop" r="textAreaRight" b="textAreaBottom"/>
              <a:pathLst>
                <a:path w="320" h="281">
                  <a:moveTo>
                    <a:pt x="147" y="0"/>
                  </a:moveTo>
                  <a:cubicBezTo>
                    <a:pt x="91" y="0"/>
                    <a:pt x="42" y="41"/>
                    <a:pt x="23" y="98"/>
                  </a:cubicBezTo>
                  <a:cubicBezTo>
                    <a:pt x="0" y="166"/>
                    <a:pt x="46" y="257"/>
                    <a:pt x="114" y="280"/>
                  </a:cubicBezTo>
                  <a:cubicBezTo>
                    <a:pt x="206" y="280"/>
                    <a:pt x="274" y="235"/>
                    <a:pt x="297" y="166"/>
                  </a:cubicBezTo>
                  <a:cubicBezTo>
                    <a:pt x="320" y="98"/>
                    <a:pt x="274" y="29"/>
                    <a:pt x="183" y="6"/>
                  </a:cubicBezTo>
                  <a:cubicBezTo>
                    <a:pt x="171" y="2"/>
                    <a:pt x="158" y="0"/>
                    <a:pt x="147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600" rIns="90000" bIns="126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6" name="Google Shape;65;p2"/>
            <p:cNvSpPr/>
            <p:nvPr/>
          </p:nvSpPr>
          <p:spPr>
            <a:xfrm>
              <a:off x="3318480" y="4429080"/>
              <a:ext cx="39600" cy="36360"/>
            </a:xfrm>
            <a:custGeom>
              <a:avLst/>
              <a:gdLst>
                <a:gd name="textAreaLeft" fmla="*/ 0 w 39600"/>
                <a:gd name="textAreaRight" fmla="*/ 41040 w 39600"/>
                <a:gd name="textAreaTop" fmla="*/ 0 h 36360"/>
                <a:gd name="textAreaBottom" fmla="*/ 37800 h 36360"/>
              </a:gdLst>
              <a:ahLst/>
              <a:cxnLst/>
              <a:rect l="textAreaLeft" t="textAreaTop" r="textAreaRight" b="textAreaBottom"/>
              <a:pathLst>
                <a:path w="458" h="421">
                  <a:moveTo>
                    <a:pt x="238" y="1"/>
                  </a:moveTo>
                  <a:cubicBezTo>
                    <a:pt x="155" y="1"/>
                    <a:pt x="63" y="65"/>
                    <a:pt x="23" y="165"/>
                  </a:cubicBezTo>
                  <a:cubicBezTo>
                    <a:pt x="1" y="279"/>
                    <a:pt x="69" y="393"/>
                    <a:pt x="183" y="416"/>
                  </a:cubicBezTo>
                  <a:cubicBezTo>
                    <a:pt x="198" y="419"/>
                    <a:pt x="213" y="420"/>
                    <a:pt x="227" y="420"/>
                  </a:cubicBezTo>
                  <a:cubicBezTo>
                    <a:pt x="325" y="420"/>
                    <a:pt x="414" y="355"/>
                    <a:pt x="434" y="256"/>
                  </a:cubicBezTo>
                  <a:cubicBezTo>
                    <a:pt x="457" y="165"/>
                    <a:pt x="389" y="51"/>
                    <a:pt x="274" y="5"/>
                  </a:cubicBezTo>
                  <a:cubicBezTo>
                    <a:pt x="263" y="2"/>
                    <a:pt x="250" y="1"/>
                    <a:pt x="238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8720" rIns="90000" bIns="187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7" name="Google Shape;66;p2"/>
            <p:cNvSpPr/>
            <p:nvPr/>
          </p:nvSpPr>
          <p:spPr>
            <a:xfrm>
              <a:off x="2716200" y="4636080"/>
              <a:ext cx="33480" cy="3024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30240"/>
                <a:gd name="textAreaBottom" fmla="*/ 31680 h 30240"/>
              </a:gdLst>
              <a:ahLst/>
              <a:cxnLst/>
              <a:rect l="textAreaLeft" t="textAreaTop" r="textAreaRight" b="textAreaBottom"/>
              <a:pathLst>
                <a:path w="389" h="354">
                  <a:moveTo>
                    <a:pt x="193" y="1"/>
                  </a:moveTo>
                  <a:cubicBezTo>
                    <a:pt x="115" y="1"/>
                    <a:pt x="44" y="63"/>
                    <a:pt x="24" y="142"/>
                  </a:cubicBezTo>
                  <a:cubicBezTo>
                    <a:pt x="1" y="234"/>
                    <a:pt x="69" y="325"/>
                    <a:pt x="161" y="348"/>
                  </a:cubicBezTo>
                  <a:cubicBezTo>
                    <a:pt x="176" y="352"/>
                    <a:pt x="192" y="353"/>
                    <a:pt x="207" y="353"/>
                  </a:cubicBezTo>
                  <a:cubicBezTo>
                    <a:pt x="281" y="353"/>
                    <a:pt x="347" y="309"/>
                    <a:pt x="366" y="234"/>
                  </a:cubicBezTo>
                  <a:cubicBezTo>
                    <a:pt x="389" y="142"/>
                    <a:pt x="320" y="28"/>
                    <a:pt x="229" y="5"/>
                  </a:cubicBezTo>
                  <a:cubicBezTo>
                    <a:pt x="217" y="2"/>
                    <a:pt x="205" y="1"/>
                    <a:pt x="193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840" rIns="90000" bIns="158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8" name="Google Shape;67;p2"/>
            <p:cNvSpPr/>
            <p:nvPr/>
          </p:nvSpPr>
          <p:spPr>
            <a:xfrm>
              <a:off x="2728440" y="4580640"/>
              <a:ext cx="35640" cy="34200"/>
            </a:xfrm>
            <a:custGeom>
              <a:avLst/>
              <a:gdLst>
                <a:gd name="textAreaLeft" fmla="*/ 0 w 35640"/>
                <a:gd name="textAreaRight" fmla="*/ 37080 w 35640"/>
                <a:gd name="textAreaTop" fmla="*/ 0 h 34200"/>
                <a:gd name="textAreaBottom" fmla="*/ 35640 h 34200"/>
              </a:gdLst>
              <a:ahLst/>
              <a:cxnLst/>
              <a:rect l="textAreaLeft" t="textAreaTop" r="textAreaRight" b="textAreaBottom"/>
              <a:pathLst>
                <a:path w="412" h="398">
                  <a:moveTo>
                    <a:pt x="209" y="1"/>
                  </a:moveTo>
                  <a:cubicBezTo>
                    <a:pt x="115" y="1"/>
                    <a:pt x="44" y="65"/>
                    <a:pt x="24" y="165"/>
                  </a:cubicBezTo>
                  <a:cubicBezTo>
                    <a:pt x="1" y="256"/>
                    <a:pt x="47" y="370"/>
                    <a:pt x="161" y="393"/>
                  </a:cubicBezTo>
                  <a:cubicBezTo>
                    <a:pt x="173" y="396"/>
                    <a:pt x="185" y="397"/>
                    <a:pt x="198" y="397"/>
                  </a:cubicBezTo>
                  <a:cubicBezTo>
                    <a:pt x="280" y="397"/>
                    <a:pt x="369" y="335"/>
                    <a:pt x="389" y="256"/>
                  </a:cubicBezTo>
                  <a:cubicBezTo>
                    <a:pt x="412" y="142"/>
                    <a:pt x="343" y="51"/>
                    <a:pt x="252" y="5"/>
                  </a:cubicBezTo>
                  <a:cubicBezTo>
                    <a:pt x="237" y="2"/>
                    <a:pt x="223" y="1"/>
                    <a:pt x="209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7640" rIns="90000" bIns="176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9" name="Google Shape;68;p2"/>
            <p:cNvSpPr/>
            <p:nvPr/>
          </p:nvSpPr>
          <p:spPr>
            <a:xfrm>
              <a:off x="2671200" y="4578840"/>
              <a:ext cx="31320" cy="28440"/>
            </a:xfrm>
            <a:custGeom>
              <a:avLst/>
              <a:gdLst>
                <a:gd name="textAreaLeft" fmla="*/ 0 w 31320"/>
                <a:gd name="textAreaRight" fmla="*/ 32760 w 31320"/>
                <a:gd name="textAreaTop" fmla="*/ 0 h 28440"/>
                <a:gd name="textAreaBottom" fmla="*/ 29880 h 28440"/>
              </a:gdLst>
              <a:ahLst/>
              <a:cxnLst/>
              <a:rect l="textAreaLeft" t="textAreaTop" r="textAreaRight" b="textAreaBottom"/>
              <a:pathLst>
                <a:path w="366" h="331">
                  <a:moveTo>
                    <a:pt x="192" y="1"/>
                  </a:moveTo>
                  <a:cubicBezTo>
                    <a:pt x="114" y="1"/>
                    <a:pt x="43" y="60"/>
                    <a:pt x="24" y="119"/>
                  </a:cubicBezTo>
                  <a:cubicBezTo>
                    <a:pt x="1" y="211"/>
                    <a:pt x="69" y="302"/>
                    <a:pt x="138" y="325"/>
                  </a:cubicBezTo>
                  <a:cubicBezTo>
                    <a:pt x="153" y="329"/>
                    <a:pt x="169" y="331"/>
                    <a:pt x="184" y="331"/>
                  </a:cubicBezTo>
                  <a:cubicBezTo>
                    <a:pt x="258" y="331"/>
                    <a:pt x="324" y="286"/>
                    <a:pt x="343" y="211"/>
                  </a:cubicBezTo>
                  <a:cubicBezTo>
                    <a:pt x="366" y="119"/>
                    <a:pt x="320" y="28"/>
                    <a:pt x="229" y="5"/>
                  </a:cubicBezTo>
                  <a:cubicBezTo>
                    <a:pt x="217" y="2"/>
                    <a:pt x="205" y="1"/>
                    <a:pt x="192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4760" rIns="90000" bIns="147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0" name="Google Shape;69;p2"/>
            <p:cNvSpPr/>
            <p:nvPr/>
          </p:nvSpPr>
          <p:spPr>
            <a:xfrm>
              <a:off x="1341720" y="3269520"/>
              <a:ext cx="33480" cy="2844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28440"/>
                <a:gd name="textAreaBottom" fmla="*/ 29880 h 28440"/>
              </a:gdLst>
              <a:ahLst/>
              <a:cxnLst/>
              <a:rect l="textAreaLeft" t="textAreaTop" r="textAreaRight" b="textAreaBottom"/>
              <a:pathLst>
                <a:path w="389" h="333">
                  <a:moveTo>
                    <a:pt x="182" y="1"/>
                  </a:moveTo>
                  <a:cubicBezTo>
                    <a:pt x="108" y="1"/>
                    <a:pt x="42" y="45"/>
                    <a:pt x="23" y="121"/>
                  </a:cubicBezTo>
                  <a:cubicBezTo>
                    <a:pt x="0" y="212"/>
                    <a:pt x="69" y="304"/>
                    <a:pt x="160" y="326"/>
                  </a:cubicBezTo>
                  <a:cubicBezTo>
                    <a:pt x="176" y="330"/>
                    <a:pt x="191" y="332"/>
                    <a:pt x="207" y="332"/>
                  </a:cubicBezTo>
                  <a:cubicBezTo>
                    <a:pt x="281" y="332"/>
                    <a:pt x="346" y="288"/>
                    <a:pt x="365" y="212"/>
                  </a:cubicBezTo>
                  <a:cubicBezTo>
                    <a:pt x="388" y="121"/>
                    <a:pt x="320" y="30"/>
                    <a:pt x="228" y="7"/>
                  </a:cubicBezTo>
                  <a:cubicBezTo>
                    <a:pt x="213" y="3"/>
                    <a:pt x="197" y="1"/>
                    <a:pt x="182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4760" rIns="90000" bIns="147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1" name="Google Shape;70;p2"/>
            <p:cNvSpPr/>
            <p:nvPr/>
          </p:nvSpPr>
          <p:spPr>
            <a:xfrm>
              <a:off x="3879720" y="4282200"/>
              <a:ext cx="23400" cy="21240"/>
            </a:xfrm>
            <a:custGeom>
              <a:avLst/>
              <a:gdLst>
                <a:gd name="textAreaLeft" fmla="*/ 0 w 23400"/>
                <a:gd name="textAreaRight" fmla="*/ 24840 w 23400"/>
                <a:gd name="textAreaTop" fmla="*/ 0 h 21240"/>
                <a:gd name="textAreaBottom" fmla="*/ 22680 h 21240"/>
              </a:gdLst>
              <a:ahLst/>
              <a:cxnLst/>
              <a:rect l="textAreaLeft" t="textAreaTop" r="textAreaRight" b="textAreaBottom"/>
              <a:pathLst>
                <a:path w="275" h="252">
                  <a:moveTo>
                    <a:pt x="160" y="0"/>
                  </a:moveTo>
                  <a:cubicBezTo>
                    <a:pt x="92" y="0"/>
                    <a:pt x="24" y="23"/>
                    <a:pt x="24" y="92"/>
                  </a:cubicBezTo>
                  <a:cubicBezTo>
                    <a:pt x="1" y="160"/>
                    <a:pt x="46" y="229"/>
                    <a:pt x="115" y="252"/>
                  </a:cubicBezTo>
                  <a:cubicBezTo>
                    <a:pt x="160" y="252"/>
                    <a:pt x="229" y="229"/>
                    <a:pt x="252" y="160"/>
                  </a:cubicBezTo>
                  <a:cubicBezTo>
                    <a:pt x="275" y="92"/>
                    <a:pt x="229" y="23"/>
                    <a:pt x="160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160" rIns="90000" bIns="111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2" name="Google Shape;71;p2"/>
            <p:cNvSpPr/>
            <p:nvPr/>
          </p:nvSpPr>
          <p:spPr>
            <a:xfrm>
              <a:off x="4295520" y="5172480"/>
              <a:ext cx="25200" cy="24480"/>
            </a:xfrm>
            <a:custGeom>
              <a:avLst/>
              <a:gdLst>
                <a:gd name="textAreaLeft" fmla="*/ 0 w 25200"/>
                <a:gd name="textAreaRight" fmla="*/ 26640 w 25200"/>
                <a:gd name="textAreaTop" fmla="*/ 0 h 24480"/>
                <a:gd name="textAreaBottom" fmla="*/ 25920 h 24480"/>
              </a:gdLst>
              <a:ahLst/>
              <a:cxnLst/>
              <a:rect l="textAreaLeft" t="textAreaTop" r="textAreaRight" b="textAreaBottom"/>
              <a:pathLst>
                <a:path w="297" h="287">
                  <a:moveTo>
                    <a:pt x="137" y="1"/>
                  </a:moveTo>
                  <a:cubicBezTo>
                    <a:pt x="69" y="1"/>
                    <a:pt x="19" y="41"/>
                    <a:pt x="0" y="98"/>
                  </a:cubicBezTo>
                  <a:cubicBezTo>
                    <a:pt x="0" y="189"/>
                    <a:pt x="46" y="258"/>
                    <a:pt x="114" y="280"/>
                  </a:cubicBezTo>
                  <a:cubicBezTo>
                    <a:pt x="126" y="284"/>
                    <a:pt x="138" y="286"/>
                    <a:pt x="149" y="286"/>
                  </a:cubicBezTo>
                  <a:cubicBezTo>
                    <a:pt x="205" y="286"/>
                    <a:pt x="255" y="242"/>
                    <a:pt x="274" y="166"/>
                  </a:cubicBezTo>
                  <a:cubicBezTo>
                    <a:pt x="297" y="98"/>
                    <a:pt x="251" y="29"/>
                    <a:pt x="183" y="6"/>
                  </a:cubicBezTo>
                  <a:cubicBezTo>
                    <a:pt x="167" y="2"/>
                    <a:pt x="151" y="1"/>
                    <a:pt x="137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3" name="Google Shape;72;p2"/>
            <p:cNvSpPr/>
            <p:nvPr/>
          </p:nvSpPr>
          <p:spPr>
            <a:xfrm>
              <a:off x="4367520" y="4447440"/>
              <a:ext cx="39600" cy="34560"/>
            </a:xfrm>
            <a:custGeom>
              <a:avLst/>
              <a:gdLst>
                <a:gd name="textAreaLeft" fmla="*/ 0 w 39600"/>
                <a:gd name="textAreaRight" fmla="*/ 41040 w 39600"/>
                <a:gd name="textAreaTop" fmla="*/ 0 h 34560"/>
                <a:gd name="textAreaBottom" fmla="*/ 36000 h 34560"/>
              </a:gdLst>
              <a:ahLst/>
              <a:cxnLst/>
              <a:rect l="textAreaLeft" t="textAreaTop" r="textAreaRight" b="textAreaBottom"/>
              <a:pathLst>
                <a:path w="457" h="400">
                  <a:moveTo>
                    <a:pt x="238" y="1"/>
                  </a:moveTo>
                  <a:cubicBezTo>
                    <a:pt x="155" y="1"/>
                    <a:pt x="66" y="66"/>
                    <a:pt x="46" y="165"/>
                  </a:cubicBezTo>
                  <a:cubicBezTo>
                    <a:pt x="0" y="256"/>
                    <a:pt x="69" y="371"/>
                    <a:pt x="183" y="393"/>
                  </a:cubicBezTo>
                  <a:cubicBezTo>
                    <a:pt x="202" y="397"/>
                    <a:pt x="220" y="399"/>
                    <a:pt x="238" y="399"/>
                  </a:cubicBezTo>
                  <a:cubicBezTo>
                    <a:pt x="326" y="399"/>
                    <a:pt x="396" y="352"/>
                    <a:pt x="434" y="256"/>
                  </a:cubicBezTo>
                  <a:cubicBezTo>
                    <a:pt x="457" y="142"/>
                    <a:pt x="388" y="28"/>
                    <a:pt x="274" y="5"/>
                  </a:cubicBezTo>
                  <a:cubicBezTo>
                    <a:pt x="262" y="2"/>
                    <a:pt x="250" y="1"/>
                    <a:pt x="238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8000" rIns="90000" bIns="180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4" name="Google Shape;73;p2"/>
            <p:cNvSpPr/>
            <p:nvPr/>
          </p:nvSpPr>
          <p:spPr>
            <a:xfrm>
              <a:off x="4002840" y="5252400"/>
              <a:ext cx="33480" cy="3024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30240"/>
                <a:gd name="textAreaBottom" fmla="*/ 31680 h 30240"/>
              </a:gdLst>
              <a:ahLst/>
              <a:cxnLst/>
              <a:rect l="textAreaLeft" t="textAreaTop" r="textAreaRight" b="textAreaBottom"/>
              <a:pathLst>
                <a:path w="389" h="354">
                  <a:moveTo>
                    <a:pt x="182" y="1"/>
                  </a:moveTo>
                  <a:cubicBezTo>
                    <a:pt x="108" y="1"/>
                    <a:pt x="42" y="45"/>
                    <a:pt x="23" y="121"/>
                  </a:cubicBezTo>
                  <a:cubicBezTo>
                    <a:pt x="0" y="235"/>
                    <a:pt x="46" y="326"/>
                    <a:pt x="160" y="349"/>
                  </a:cubicBezTo>
                  <a:cubicBezTo>
                    <a:pt x="172" y="352"/>
                    <a:pt x="184" y="353"/>
                    <a:pt x="196" y="353"/>
                  </a:cubicBezTo>
                  <a:cubicBezTo>
                    <a:pt x="274" y="353"/>
                    <a:pt x="346" y="291"/>
                    <a:pt x="365" y="212"/>
                  </a:cubicBezTo>
                  <a:cubicBezTo>
                    <a:pt x="388" y="121"/>
                    <a:pt x="343" y="29"/>
                    <a:pt x="228" y="7"/>
                  </a:cubicBezTo>
                  <a:cubicBezTo>
                    <a:pt x="213" y="3"/>
                    <a:pt x="197" y="1"/>
                    <a:pt x="182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840" rIns="90000" bIns="158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5" name="Google Shape;74;p2"/>
            <p:cNvSpPr/>
            <p:nvPr/>
          </p:nvSpPr>
          <p:spPr>
            <a:xfrm>
              <a:off x="4096800" y="5111280"/>
              <a:ext cx="39600" cy="36360"/>
            </a:xfrm>
            <a:custGeom>
              <a:avLst/>
              <a:gdLst>
                <a:gd name="textAreaLeft" fmla="*/ 0 w 39600"/>
                <a:gd name="textAreaRight" fmla="*/ 41040 w 39600"/>
                <a:gd name="textAreaTop" fmla="*/ 0 h 36360"/>
                <a:gd name="textAreaBottom" fmla="*/ 37800 h 36360"/>
              </a:gdLst>
              <a:ahLst/>
              <a:cxnLst/>
              <a:rect l="textAreaLeft" t="textAreaTop" r="textAreaRight" b="textAreaBottom"/>
              <a:pathLst>
                <a:path w="457" h="420">
                  <a:moveTo>
                    <a:pt x="230" y="0"/>
                  </a:moveTo>
                  <a:cubicBezTo>
                    <a:pt x="132" y="0"/>
                    <a:pt x="43" y="65"/>
                    <a:pt x="23" y="165"/>
                  </a:cubicBezTo>
                  <a:cubicBezTo>
                    <a:pt x="0" y="256"/>
                    <a:pt x="69" y="370"/>
                    <a:pt x="183" y="416"/>
                  </a:cubicBezTo>
                  <a:cubicBezTo>
                    <a:pt x="195" y="419"/>
                    <a:pt x="207" y="420"/>
                    <a:pt x="219" y="420"/>
                  </a:cubicBezTo>
                  <a:cubicBezTo>
                    <a:pt x="302" y="420"/>
                    <a:pt x="391" y="355"/>
                    <a:pt x="411" y="256"/>
                  </a:cubicBezTo>
                  <a:cubicBezTo>
                    <a:pt x="457" y="142"/>
                    <a:pt x="388" y="28"/>
                    <a:pt x="274" y="5"/>
                  </a:cubicBezTo>
                  <a:cubicBezTo>
                    <a:pt x="259" y="2"/>
                    <a:pt x="245" y="0"/>
                    <a:pt x="230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8720" rIns="90000" bIns="187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6" name="Google Shape;75;p2"/>
            <p:cNvSpPr/>
            <p:nvPr/>
          </p:nvSpPr>
          <p:spPr>
            <a:xfrm>
              <a:off x="3990600" y="4750560"/>
              <a:ext cx="33480" cy="3024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30240"/>
                <a:gd name="textAreaBottom" fmla="*/ 31680 h 30240"/>
              </a:gdLst>
              <a:ahLst/>
              <a:cxnLst/>
              <a:rect l="textAreaLeft" t="textAreaTop" r="textAreaRight" b="textAreaBottom"/>
              <a:pathLst>
                <a:path w="389" h="354">
                  <a:moveTo>
                    <a:pt x="182" y="1"/>
                  </a:moveTo>
                  <a:cubicBezTo>
                    <a:pt x="108" y="1"/>
                    <a:pt x="42" y="45"/>
                    <a:pt x="23" y="121"/>
                  </a:cubicBezTo>
                  <a:cubicBezTo>
                    <a:pt x="0" y="212"/>
                    <a:pt x="69" y="303"/>
                    <a:pt x="160" y="349"/>
                  </a:cubicBezTo>
                  <a:cubicBezTo>
                    <a:pt x="172" y="352"/>
                    <a:pt x="184" y="353"/>
                    <a:pt x="196" y="353"/>
                  </a:cubicBezTo>
                  <a:cubicBezTo>
                    <a:pt x="274" y="353"/>
                    <a:pt x="346" y="291"/>
                    <a:pt x="365" y="212"/>
                  </a:cubicBezTo>
                  <a:cubicBezTo>
                    <a:pt x="388" y="121"/>
                    <a:pt x="320" y="29"/>
                    <a:pt x="229" y="6"/>
                  </a:cubicBezTo>
                  <a:cubicBezTo>
                    <a:pt x="213" y="3"/>
                    <a:pt x="197" y="1"/>
                    <a:pt x="182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840" rIns="90000" bIns="158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7" name="Google Shape;76;p2"/>
            <p:cNvSpPr/>
            <p:nvPr/>
          </p:nvSpPr>
          <p:spPr>
            <a:xfrm>
              <a:off x="4402080" y="4550040"/>
              <a:ext cx="31320" cy="30240"/>
            </a:xfrm>
            <a:custGeom>
              <a:avLst/>
              <a:gdLst>
                <a:gd name="textAreaLeft" fmla="*/ 0 w 31320"/>
                <a:gd name="textAreaRight" fmla="*/ 32760 w 31320"/>
                <a:gd name="textAreaTop" fmla="*/ 0 h 30240"/>
                <a:gd name="textAreaBottom" fmla="*/ 31680 h 30240"/>
              </a:gdLst>
              <a:ahLst/>
              <a:cxnLst/>
              <a:rect l="textAreaLeft" t="textAreaTop" r="textAreaRight" b="textAreaBottom"/>
              <a:pathLst>
                <a:path w="366" h="352">
                  <a:moveTo>
                    <a:pt x="193" y="0"/>
                  </a:moveTo>
                  <a:cubicBezTo>
                    <a:pt x="114" y="0"/>
                    <a:pt x="43" y="62"/>
                    <a:pt x="23" y="142"/>
                  </a:cubicBezTo>
                  <a:cubicBezTo>
                    <a:pt x="0" y="233"/>
                    <a:pt x="46" y="324"/>
                    <a:pt x="137" y="347"/>
                  </a:cubicBezTo>
                  <a:cubicBezTo>
                    <a:pt x="149" y="350"/>
                    <a:pt x="161" y="351"/>
                    <a:pt x="173" y="351"/>
                  </a:cubicBezTo>
                  <a:cubicBezTo>
                    <a:pt x="251" y="351"/>
                    <a:pt x="323" y="289"/>
                    <a:pt x="343" y="210"/>
                  </a:cubicBezTo>
                  <a:cubicBezTo>
                    <a:pt x="365" y="119"/>
                    <a:pt x="320" y="27"/>
                    <a:pt x="228" y="5"/>
                  </a:cubicBezTo>
                  <a:cubicBezTo>
                    <a:pt x="216" y="2"/>
                    <a:pt x="204" y="0"/>
                    <a:pt x="193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840" rIns="90000" bIns="158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8" name="Google Shape;77;p2"/>
            <p:cNvSpPr/>
            <p:nvPr/>
          </p:nvSpPr>
          <p:spPr>
            <a:xfrm>
              <a:off x="3888000" y="4076640"/>
              <a:ext cx="25200" cy="22320"/>
            </a:xfrm>
            <a:custGeom>
              <a:avLst/>
              <a:gdLst>
                <a:gd name="textAreaLeft" fmla="*/ 0 w 25200"/>
                <a:gd name="textAreaRight" fmla="*/ 26640 w 25200"/>
                <a:gd name="textAreaTop" fmla="*/ 0 h 22320"/>
                <a:gd name="textAreaBottom" fmla="*/ 23760 h 22320"/>
              </a:gdLst>
              <a:ahLst/>
              <a:cxnLst/>
              <a:rect l="textAreaLeft" t="textAreaTop" r="textAreaRight" b="textAreaBottom"/>
              <a:pathLst>
                <a:path w="298" h="263">
                  <a:moveTo>
                    <a:pt x="147" y="0"/>
                  </a:moveTo>
                  <a:cubicBezTo>
                    <a:pt x="92" y="0"/>
                    <a:pt x="43" y="41"/>
                    <a:pt x="24" y="97"/>
                  </a:cubicBezTo>
                  <a:cubicBezTo>
                    <a:pt x="1" y="166"/>
                    <a:pt x="47" y="234"/>
                    <a:pt x="115" y="257"/>
                  </a:cubicBezTo>
                  <a:cubicBezTo>
                    <a:pt x="127" y="261"/>
                    <a:pt x="139" y="263"/>
                    <a:pt x="151" y="263"/>
                  </a:cubicBezTo>
                  <a:cubicBezTo>
                    <a:pt x="206" y="263"/>
                    <a:pt x="256" y="222"/>
                    <a:pt x="275" y="166"/>
                  </a:cubicBezTo>
                  <a:cubicBezTo>
                    <a:pt x="298" y="97"/>
                    <a:pt x="252" y="29"/>
                    <a:pt x="184" y="6"/>
                  </a:cubicBezTo>
                  <a:cubicBezTo>
                    <a:pt x="171" y="2"/>
                    <a:pt x="159" y="0"/>
                    <a:pt x="147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880" rIns="90000" bIns="118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9" name="Google Shape;78;p2"/>
            <p:cNvSpPr/>
            <p:nvPr/>
          </p:nvSpPr>
          <p:spPr>
            <a:xfrm>
              <a:off x="4392000" y="4820400"/>
              <a:ext cx="37440" cy="34200"/>
            </a:xfrm>
            <a:custGeom>
              <a:avLst/>
              <a:gdLst>
                <a:gd name="textAreaLeft" fmla="*/ 0 w 37440"/>
                <a:gd name="textAreaRight" fmla="*/ 38880 w 37440"/>
                <a:gd name="textAreaTop" fmla="*/ 0 h 34200"/>
                <a:gd name="textAreaBottom" fmla="*/ 35640 h 34200"/>
              </a:gdLst>
              <a:ahLst/>
              <a:cxnLst/>
              <a:rect l="textAreaLeft" t="textAreaTop" r="textAreaRight" b="textAreaBottom"/>
              <a:pathLst>
                <a:path w="434" h="397">
                  <a:moveTo>
                    <a:pt x="231" y="0"/>
                  </a:moveTo>
                  <a:cubicBezTo>
                    <a:pt x="137" y="0"/>
                    <a:pt x="63" y="65"/>
                    <a:pt x="23" y="164"/>
                  </a:cubicBezTo>
                  <a:cubicBezTo>
                    <a:pt x="0" y="256"/>
                    <a:pt x="68" y="370"/>
                    <a:pt x="183" y="393"/>
                  </a:cubicBezTo>
                  <a:cubicBezTo>
                    <a:pt x="195" y="396"/>
                    <a:pt x="207" y="397"/>
                    <a:pt x="220" y="397"/>
                  </a:cubicBezTo>
                  <a:cubicBezTo>
                    <a:pt x="302" y="397"/>
                    <a:pt x="391" y="335"/>
                    <a:pt x="411" y="256"/>
                  </a:cubicBezTo>
                  <a:cubicBezTo>
                    <a:pt x="434" y="141"/>
                    <a:pt x="365" y="50"/>
                    <a:pt x="274" y="5"/>
                  </a:cubicBezTo>
                  <a:cubicBezTo>
                    <a:pt x="259" y="2"/>
                    <a:pt x="245" y="0"/>
                    <a:pt x="231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7640" rIns="90000" bIns="176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70" name="Google Shape;79;p2"/>
            <p:cNvSpPr/>
            <p:nvPr/>
          </p:nvSpPr>
          <p:spPr>
            <a:xfrm>
              <a:off x="3912480" y="4269240"/>
              <a:ext cx="25200" cy="24480"/>
            </a:xfrm>
            <a:custGeom>
              <a:avLst/>
              <a:gdLst>
                <a:gd name="textAreaLeft" fmla="*/ 0 w 25200"/>
                <a:gd name="textAreaRight" fmla="*/ 26640 w 25200"/>
                <a:gd name="textAreaTop" fmla="*/ 0 h 24480"/>
                <a:gd name="textAreaBottom" fmla="*/ 25920 h 24480"/>
              </a:gdLst>
              <a:ahLst/>
              <a:cxnLst/>
              <a:rect l="textAreaLeft" t="textAreaTop" r="textAreaRight" b="textAreaBottom"/>
              <a:pathLst>
                <a:path w="298" h="287">
                  <a:moveTo>
                    <a:pt x="147" y="1"/>
                  </a:moveTo>
                  <a:cubicBezTo>
                    <a:pt x="86" y="1"/>
                    <a:pt x="24" y="45"/>
                    <a:pt x="24" y="121"/>
                  </a:cubicBezTo>
                  <a:cubicBezTo>
                    <a:pt x="1" y="189"/>
                    <a:pt x="47" y="258"/>
                    <a:pt x="115" y="280"/>
                  </a:cubicBezTo>
                  <a:cubicBezTo>
                    <a:pt x="127" y="284"/>
                    <a:pt x="140" y="286"/>
                    <a:pt x="153" y="286"/>
                  </a:cubicBezTo>
                  <a:cubicBezTo>
                    <a:pt x="214" y="286"/>
                    <a:pt x="279" y="245"/>
                    <a:pt x="298" y="189"/>
                  </a:cubicBezTo>
                  <a:cubicBezTo>
                    <a:pt x="298" y="98"/>
                    <a:pt x="252" y="29"/>
                    <a:pt x="183" y="7"/>
                  </a:cubicBezTo>
                  <a:cubicBezTo>
                    <a:pt x="172" y="3"/>
                    <a:pt x="159" y="1"/>
                    <a:pt x="147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71" name="Google Shape;80;p2"/>
            <p:cNvSpPr/>
            <p:nvPr/>
          </p:nvSpPr>
          <p:spPr>
            <a:xfrm>
              <a:off x="401400" y="2362320"/>
              <a:ext cx="35640" cy="32400"/>
            </a:xfrm>
            <a:custGeom>
              <a:avLst/>
              <a:gdLst>
                <a:gd name="textAreaLeft" fmla="*/ 0 w 35640"/>
                <a:gd name="textAreaRight" fmla="*/ 37080 w 35640"/>
                <a:gd name="textAreaTop" fmla="*/ 0 h 32400"/>
                <a:gd name="textAreaBottom" fmla="*/ 33840 h 32400"/>
              </a:gdLst>
              <a:ahLst/>
              <a:cxnLst/>
              <a:rect l="textAreaLeft" t="textAreaTop" r="textAreaRight" b="textAreaBottom"/>
              <a:pathLst>
                <a:path w="412" h="376">
                  <a:moveTo>
                    <a:pt x="204" y="1"/>
                  </a:moveTo>
                  <a:cubicBezTo>
                    <a:pt x="125" y="1"/>
                    <a:pt x="42" y="48"/>
                    <a:pt x="23" y="143"/>
                  </a:cubicBezTo>
                  <a:cubicBezTo>
                    <a:pt x="0" y="234"/>
                    <a:pt x="69" y="349"/>
                    <a:pt x="160" y="371"/>
                  </a:cubicBezTo>
                  <a:cubicBezTo>
                    <a:pt x="172" y="374"/>
                    <a:pt x="184" y="376"/>
                    <a:pt x="197" y="376"/>
                  </a:cubicBezTo>
                  <a:cubicBezTo>
                    <a:pt x="280" y="376"/>
                    <a:pt x="369" y="314"/>
                    <a:pt x="388" y="234"/>
                  </a:cubicBezTo>
                  <a:cubicBezTo>
                    <a:pt x="411" y="143"/>
                    <a:pt x="343" y="29"/>
                    <a:pt x="251" y="6"/>
                  </a:cubicBezTo>
                  <a:cubicBezTo>
                    <a:pt x="236" y="2"/>
                    <a:pt x="220" y="1"/>
                    <a:pt x="204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6920" rIns="90000" bIns="169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72" name="Google Shape;81;p2"/>
            <p:cNvSpPr/>
            <p:nvPr/>
          </p:nvSpPr>
          <p:spPr>
            <a:xfrm>
              <a:off x="4201560" y="5328360"/>
              <a:ext cx="39600" cy="36360"/>
            </a:xfrm>
            <a:custGeom>
              <a:avLst/>
              <a:gdLst>
                <a:gd name="textAreaLeft" fmla="*/ 0 w 39600"/>
                <a:gd name="textAreaRight" fmla="*/ 41040 w 39600"/>
                <a:gd name="textAreaTop" fmla="*/ 0 h 36360"/>
                <a:gd name="textAreaBottom" fmla="*/ 37800 h 36360"/>
              </a:gdLst>
              <a:ahLst/>
              <a:cxnLst/>
              <a:rect l="textAreaLeft" t="textAreaTop" r="textAreaRight" b="textAreaBottom"/>
              <a:pathLst>
                <a:path w="457" h="421">
                  <a:moveTo>
                    <a:pt x="230" y="1"/>
                  </a:moveTo>
                  <a:cubicBezTo>
                    <a:pt x="132" y="1"/>
                    <a:pt x="43" y="66"/>
                    <a:pt x="23" y="165"/>
                  </a:cubicBezTo>
                  <a:cubicBezTo>
                    <a:pt x="0" y="279"/>
                    <a:pt x="69" y="370"/>
                    <a:pt x="160" y="416"/>
                  </a:cubicBezTo>
                  <a:cubicBezTo>
                    <a:pt x="175" y="419"/>
                    <a:pt x="190" y="420"/>
                    <a:pt x="204" y="420"/>
                  </a:cubicBezTo>
                  <a:cubicBezTo>
                    <a:pt x="302" y="420"/>
                    <a:pt x="391" y="356"/>
                    <a:pt x="411" y="256"/>
                  </a:cubicBezTo>
                  <a:cubicBezTo>
                    <a:pt x="457" y="142"/>
                    <a:pt x="388" y="28"/>
                    <a:pt x="274" y="5"/>
                  </a:cubicBezTo>
                  <a:cubicBezTo>
                    <a:pt x="259" y="2"/>
                    <a:pt x="245" y="1"/>
                    <a:pt x="230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8720" rIns="90000" bIns="187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73" name="Google Shape;82;p2"/>
            <p:cNvSpPr/>
            <p:nvPr/>
          </p:nvSpPr>
          <p:spPr>
            <a:xfrm>
              <a:off x="4074480" y="5316120"/>
              <a:ext cx="29520" cy="17640"/>
            </a:xfrm>
            <a:custGeom>
              <a:avLst/>
              <a:gdLst>
                <a:gd name="textAreaLeft" fmla="*/ 0 w 29520"/>
                <a:gd name="textAreaRight" fmla="*/ 30960 w 29520"/>
                <a:gd name="textAreaTop" fmla="*/ 0 h 17640"/>
                <a:gd name="textAreaBottom" fmla="*/ 19080 h 17640"/>
              </a:gdLst>
              <a:ahLst/>
              <a:cxnLst/>
              <a:rect l="textAreaLeft" t="textAreaTop" r="textAreaRight" b="textAreaBottom"/>
              <a:pathLst>
                <a:path w="343" h="211">
                  <a:moveTo>
                    <a:pt x="154" y="1"/>
                  </a:moveTo>
                  <a:cubicBezTo>
                    <a:pt x="91" y="1"/>
                    <a:pt x="20" y="60"/>
                    <a:pt x="0" y="119"/>
                  </a:cubicBezTo>
                  <a:lnTo>
                    <a:pt x="320" y="211"/>
                  </a:lnTo>
                  <a:cubicBezTo>
                    <a:pt x="342" y="119"/>
                    <a:pt x="274" y="28"/>
                    <a:pt x="183" y="5"/>
                  </a:cubicBezTo>
                  <a:cubicBezTo>
                    <a:pt x="174" y="2"/>
                    <a:pt x="164" y="1"/>
                    <a:pt x="154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360" rIns="90000" bIns="93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74" name="Google Shape;83;p2"/>
            <p:cNvSpPr/>
            <p:nvPr/>
          </p:nvSpPr>
          <p:spPr>
            <a:xfrm>
              <a:off x="5467320" y="3899880"/>
              <a:ext cx="33480" cy="3132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31320"/>
                <a:gd name="textAreaBottom" fmla="*/ 32760 h 31320"/>
              </a:gdLst>
              <a:ahLst/>
              <a:cxnLst/>
              <a:rect l="textAreaLeft" t="textAreaTop" r="textAreaRight" b="textAreaBottom"/>
              <a:pathLst>
                <a:path w="389" h="364">
                  <a:moveTo>
                    <a:pt x="180" y="0"/>
                  </a:moveTo>
                  <a:cubicBezTo>
                    <a:pt x="101" y="0"/>
                    <a:pt x="41" y="58"/>
                    <a:pt x="23" y="129"/>
                  </a:cubicBezTo>
                  <a:cubicBezTo>
                    <a:pt x="0" y="243"/>
                    <a:pt x="46" y="335"/>
                    <a:pt x="160" y="357"/>
                  </a:cubicBezTo>
                  <a:cubicBezTo>
                    <a:pt x="175" y="361"/>
                    <a:pt x="191" y="363"/>
                    <a:pt x="205" y="363"/>
                  </a:cubicBezTo>
                  <a:cubicBezTo>
                    <a:pt x="280" y="363"/>
                    <a:pt x="346" y="316"/>
                    <a:pt x="366" y="220"/>
                  </a:cubicBezTo>
                  <a:cubicBezTo>
                    <a:pt x="388" y="129"/>
                    <a:pt x="343" y="38"/>
                    <a:pt x="251" y="15"/>
                  </a:cubicBezTo>
                  <a:cubicBezTo>
                    <a:pt x="226" y="5"/>
                    <a:pt x="202" y="0"/>
                    <a:pt x="180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6200" rIns="90000" bIns="162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75" name="Google Shape;84;p2"/>
            <p:cNvSpPr/>
            <p:nvPr/>
          </p:nvSpPr>
          <p:spPr>
            <a:xfrm>
              <a:off x="5445000" y="3818520"/>
              <a:ext cx="33480" cy="3240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32400"/>
                <a:gd name="textAreaBottom" fmla="*/ 33840 h 32400"/>
              </a:gdLst>
              <a:ahLst/>
              <a:cxnLst/>
              <a:rect l="textAreaLeft" t="textAreaTop" r="textAreaRight" b="textAreaBottom"/>
              <a:pathLst>
                <a:path w="389" h="376">
                  <a:moveTo>
                    <a:pt x="183" y="0"/>
                  </a:moveTo>
                  <a:cubicBezTo>
                    <a:pt x="109" y="0"/>
                    <a:pt x="42" y="48"/>
                    <a:pt x="23" y="143"/>
                  </a:cubicBezTo>
                  <a:cubicBezTo>
                    <a:pt x="0" y="234"/>
                    <a:pt x="46" y="326"/>
                    <a:pt x="137" y="371"/>
                  </a:cubicBezTo>
                  <a:cubicBezTo>
                    <a:pt x="152" y="374"/>
                    <a:pt x="167" y="376"/>
                    <a:pt x="181" y="376"/>
                  </a:cubicBezTo>
                  <a:cubicBezTo>
                    <a:pt x="274" y="376"/>
                    <a:pt x="346" y="314"/>
                    <a:pt x="365" y="234"/>
                  </a:cubicBezTo>
                  <a:cubicBezTo>
                    <a:pt x="388" y="120"/>
                    <a:pt x="343" y="29"/>
                    <a:pt x="228" y="6"/>
                  </a:cubicBezTo>
                  <a:cubicBezTo>
                    <a:pt x="213" y="2"/>
                    <a:pt x="198" y="0"/>
                    <a:pt x="183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6920" rIns="90000" bIns="169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76" name="Google Shape;85;p2"/>
            <p:cNvSpPr/>
            <p:nvPr/>
          </p:nvSpPr>
          <p:spPr>
            <a:xfrm>
              <a:off x="5524560" y="4478760"/>
              <a:ext cx="27360" cy="2592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25920"/>
                <a:gd name="textAreaBottom" fmla="*/ 27360 h 25920"/>
              </a:gdLst>
              <a:ahLst/>
              <a:cxnLst/>
              <a:rect l="textAreaLeft" t="textAreaTop" r="textAreaRight" b="textAreaBottom"/>
              <a:pathLst>
                <a:path w="320" h="304">
                  <a:moveTo>
                    <a:pt x="206" y="1"/>
                  </a:moveTo>
                  <a:cubicBezTo>
                    <a:pt x="115" y="1"/>
                    <a:pt x="46" y="46"/>
                    <a:pt x="23" y="115"/>
                  </a:cubicBezTo>
                  <a:cubicBezTo>
                    <a:pt x="0" y="206"/>
                    <a:pt x="46" y="297"/>
                    <a:pt x="115" y="297"/>
                  </a:cubicBezTo>
                  <a:cubicBezTo>
                    <a:pt x="131" y="301"/>
                    <a:pt x="147" y="303"/>
                    <a:pt x="163" y="303"/>
                  </a:cubicBezTo>
                  <a:cubicBezTo>
                    <a:pt x="236" y="303"/>
                    <a:pt x="301" y="262"/>
                    <a:pt x="320" y="206"/>
                  </a:cubicBezTo>
                  <a:cubicBezTo>
                    <a:pt x="320" y="115"/>
                    <a:pt x="274" y="24"/>
                    <a:pt x="206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3680" rIns="90000" bIns="136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77" name="Google Shape;86;p2"/>
            <p:cNvSpPr/>
            <p:nvPr/>
          </p:nvSpPr>
          <p:spPr>
            <a:xfrm>
              <a:off x="5520600" y="3618000"/>
              <a:ext cx="29520" cy="26280"/>
            </a:xfrm>
            <a:custGeom>
              <a:avLst/>
              <a:gdLst>
                <a:gd name="textAreaLeft" fmla="*/ 0 w 29520"/>
                <a:gd name="textAreaRight" fmla="*/ 30960 w 29520"/>
                <a:gd name="textAreaTop" fmla="*/ 0 h 26280"/>
                <a:gd name="textAreaBottom" fmla="*/ 27720 h 26280"/>
              </a:gdLst>
              <a:ahLst/>
              <a:cxnLst/>
              <a:rect l="textAreaLeft" t="textAreaTop" r="textAreaRight" b="textAreaBottom"/>
              <a:pathLst>
                <a:path w="344" h="309">
                  <a:moveTo>
                    <a:pt x="160" y="0"/>
                  </a:moveTo>
                  <a:cubicBezTo>
                    <a:pt x="86" y="0"/>
                    <a:pt x="20" y="45"/>
                    <a:pt x="1" y="120"/>
                  </a:cubicBezTo>
                  <a:cubicBezTo>
                    <a:pt x="1" y="212"/>
                    <a:pt x="46" y="280"/>
                    <a:pt x="115" y="303"/>
                  </a:cubicBezTo>
                  <a:cubicBezTo>
                    <a:pt x="131" y="307"/>
                    <a:pt x="146" y="309"/>
                    <a:pt x="162" y="309"/>
                  </a:cubicBezTo>
                  <a:cubicBezTo>
                    <a:pt x="236" y="309"/>
                    <a:pt x="301" y="264"/>
                    <a:pt x="320" y="189"/>
                  </a:cubicBezTo>
                  <a:cubicBezTo>
                    <a:pt x="343" y="97"/>
                    <a:pt x="297" y="29"/>
                    <a:pt x="206" y="6"/>
                  </a:cubicBezTo>
                  <a:cubicBezTo>
                    <a:pt x="191" y="2"/>
                    <a:pt x="175" y="0"/>
                    <a:pt x="160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3680" rIns="90000" bIns="136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78" name="Google Shape;87;p2"/>
            <p:cNvSpPr/>
            <p:nvPr/>
          </p:nvSpPr>
          <p:spPr>
            <a:xfrm>
              <a:off x="4918320" y="5154480"/>
              <a:ext cx="37440" cy="35280"/>
            </a:xfrm>
            <a:custGeom>
              <a:avLst/>
              <a:gdLst>
                <a:gd name="textAreaLeft" fmla="*/ 0 w 37440"/>
                <a:gd name="textAreaRight" fmla="*/ 38880 w 37440"/>
                <a:gd name="textAreaTop" fmla="*/ 0 h 35280"/>
                <a:gd name="textAreaBottom" fmla="*/ 36720 h 35280"/>
              </a:gdLst>
              <a:ahLst/>
              <a:cxnLst/>
              <a:rect l="textAreaLeft" t="textAreaTop" r="textAreaRight" b="textAreaBottom"/>
              <a:pathLst>
                <a:path w="434" h="408">
                  <a:moveTo>
                    <a:pt x="230" y="1"/>
                  </a:moveTo>
                  <a:cubicBezTo>
                    <a:pt x="132" y="1"/>
                    <a:pt x="43" y="65"/>
                    <a:pt x="23" y="165"/>
                  </a:cubicBezTo>
                  <a:cubicBezTo>
                    <a:pt x="0" y="256"/>
                    <a:pt x="69" y="370"/>
                    <a:pt x="160" y="393"/>
                  </a:cubicBezTo>
                  <a:cubicBezTo>
                    <a:pt x="184" y="403"/>
                    <a:pt x="209" y="407"/>
                    <a:pt x="232" y="407"/>
                  </a:cubicBezTo>
                  <a:cubicBezTo>
                    <a:pt x="319" y="407"/>
                    <a:pt x="393" y="346"/>
                    <a:pt x="411" y="256"/>
                  </a:cubicBezTo>
                  <a:cubicBezTo>
                    <a:pt x="434" y="142"/>
                    <a:pt x="388" y="28"/>
                    <a:pt x="274" y="5"/>
                  </a:cubicBezTo>
                  <a:cubicBezTo>
                    <a:pt x="259" y="2"/>
                    <a:pt x="245" y="1"/>
                    <a:pt x="230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8360" rIns="90000" bIns="183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79" name="Google Shape;88;p2"/>
            <p:cNvSpPr/>
            <p:nvPr/>
          </p:nvSpPr>
          <p:spPr>
            <a:xfrm>
              <a:off x="4762800" y="4160880"/>
              <a:ext cx="33480" cy="3024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30240"/>
                <a:gd name="textAreaBottom" fmla="*/ 31680 h 30240"/>
              </a:gdLst>
              <a:ahLst/>
              <a:cxnLst/>
              <a:rect l="textAreaLeft" t="textAreaTop" r="textAreaRight" b="textAreaBottom"/>
              <a:pathLst>
                <a:path w="389" h="353">
                  <a:moveTo>
                    <a:pt x="193" y="0"/>
                  </a:moveTo>
                  <a:cubicBezTo>
                    <a:pt x="115" y="0"/>
                    <a:pt x="43" y="62"/>
                    <a:pt x="23" y="142"/>
                  </a:cubicBezTo>
                  <a:cubicBezTo>
                    <a:pt x="0" y="233"/>
                    <a:pt x="46" y="324"/>
                    <a:pt x="137" y="347"/>
                  </a:cubicBezTo>
                  <a:cubicBezTo>
                    <a:pt x="157" y="351"/>
                    <a:pt x="176" y="353"/>
                    <a:pt x="194" y="353"/>
                  </a:cubicBezTo>
                  <a:cubicBezTo>
                    <a:pt x="281" y="353"/>
                    <a:pt x="347" y="309"/>
                    <a:pt x="366" y="233"/>
                  </a:cubicBezTo>
                  <a:cubicBezTo>
                    <a:pt x="388" y="142"/>
                    <a:pt x="320" y="28"/>
                    <a:pt x="229" y="5"/>
                  </a:cubicBezTo>
                  <a:cubicBezTo>
                    <a:pt x="217" y="2"/>
                    <a:pt x="205" y="0"/>
                    <a:pt x="193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840" rIns="90000" bIns="158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80" name="Google Shape;89;p2"/>
            <p:cNvSpPr/>
            <p:nvPr/>
          </p:nvSpPr>
          <p:spPr>
            <a:xfrm>
              <a:off x="4555800" y="3597480"/>
              <a:ext cx="35280" cy="32400"/>
            </a:xfrm>
            <a:custGeom>
              <a:avLst/>
              <a:gdLst>
                <a:gd name="textAreaLeft" fmla="*/ 0 w 35280"/>
                <a:gd name="textAreaRight" fmla="*/ 36720 w 35280"/>
                <a:gd name="textAreaTop" fmla="*/ 0 h 32400"/>
                <a:gd name="textAreaBottom" fmla="*/ 33840 h 32400"/>
              </a:gdLst>
              <a:ahLst/>
              <a:cxnLst/>
              <a:rect l="textAreaLeft" t="textAreaTop" r="textAreaRight" b="textAreaBottom"/>
              <a:pathLst>
                <a:path w="411" h="376">
                  <a:moveTo>
                    <a:pt x="214" y="0"/>
                  </a:moveTo>
                  <a:cubicBezTo>
                    <a:pt x="131" y="0"/>
                    <a:pt x="43" y="63"/>
                    <a:pt x="23" y="142"/>
                  </a:cubicBezTo>
                  <a:cubicBezTo>
                    <a:pt x="0" y="256"/>
                    <a:pt x="69" y="347"/>
                    <a:pt x="160" y="370"/>
                  </a:cubicBezTo>
                  <a:cubicBezTo>
                    <a:pt x="179" y="374"/>
                    <a:pt x="197" y="376"/>
                    <a:pt x="215" y="376"/>
                  </a:cubicBezTo>
                  <a:cubicBezTo>
                    <a:pt x="302" y="376"/>
                    <a:pt x="369" y="328"/>
                    <a:pt x="388" y="233"/>
                  </a:cubicBezTo>
                  <a:cubicBezTo>
                    <a:pt x="411" y="142"/>
                    <a:pt x="365" y="28"/>
                    <a:pt x="251" y="5"/>
                  </a:cubicBezTo>
                  <a:cubicBezTo>
                    <a:pt x="239" y="2"/>
                    <a:pt x="227" y="0"/>
                    <a:pt x="214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6920" rIns="90000" bIns="169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81" name="Google Shape;90;p2"/>
            <p:cNvSpPr/>
            <p:nvPr/>
          </p:nvSpPr>
          <p:spPr>
            <a:xfrm>
              <a:off x="4377600" y="3142800"/>
              <a:ext cx="31320" cy="28440"/>
            </a:xfrm>
            <a:custGeom>
              <a:avLst/>
              <a:gdLst>
                <a:gd name="textAreaLeft" fmla="*/ 0 w 31320"/>
                <a:gd name="textAreaRight" fmla="*/ 32760 w 31320"/>
                <a:gd name="textAreaTop" fmla="*/ 0 h 28440"/>
                <a:gd name="textAreaBottom" fmla="*/ 29880 h 28440"/>
              </a:gdLst>
              <a:ahLst/>
              <a:cxnLst/>
              <a:rect l="textAreaLeft" t="textAreaTop" r="textAreaRight" b="textAreaBottom"/>
              <a:pathLst>
                <a:path w="366" h="331">
                  <a:moveTo>
                    <a:pt x="171" y="0"/>
                  </a:moveTo>
                  <a:cubicBezTo>
                    <a:pt x="97" y="0"/>
                    <a:pt x="43" y="62"/>
                    <a:pt x="23" y="142"/>
                  </a:cubicBezTo>
                  <a:cubicBezTo>
                    <a:pt x="0" y="210"/>
                    <a:pt x="46" y="301"/>
                    <a:pt x="137" y="324"/>
                  </a:cubicBezTo>
                  <a:cubicBezTo>
                    <a:pt x="153" y="328"/>
                    <a:pt x="169" y="330"/>
                    <a:pt x="184" y="330"/>
                  </a:cubicBezTo>
                  <a:cubicBezTo>
                    <a:pt x="258" y="330"/>
                    <a:pt x="324" y="286"/>
                    <a:pt x="343" y="210"/>
                  </a:cubicBezTo>
                  <a:cubicBezTo>
                    <a:pt x="365" y="119"/>
                    <a:pt x="297" y="27"/>
                    <a:pt x="206" y="5"/>
                  </a:cubicBezTo>
                  <a:cubicBezTo>
                    <a:pt x="194" y="2"/>
                    <a:pt x="182" y="0"/>
                    <a:pt x="171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4760" rIns="90000" bIns="147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82" name="Google Shape;91;p2"/>
            <p:cNvSpPr/>
            <p:nvPr/>
          </p:nvSpPr>
          <p:spPr>
            <a:xfrm>
              <a:off x="4416480" y="3242160"/>
              <a:ext cx="39600" cy="35280"/>
            </a:xfrm>
            <a:custGeom>
              <a:avLst/>
              <a:gdLst>
                <a:gd name="textAreaLeft" fmla="*/ 0 w 39600"/>
                <a:gd name="textAreaRight" fmla="*/ 41040 w 39600"/>
                <a:gd name="textAreaTop" fmla="*/ 0 h 35280"/>
                <a:gd name="textAreaBottom" fmla="*/ 36720 h 35280"/>
              </a:gdLst>
              <a:ahLst/>
              <a:cxnLst/>
              <a:rect l="textAreaLeft" t="textAreaTop" r="textAreaRight" b="textAreaBottom"/>
              <a:pathLst>
                <a:path w="458" h="408">
                  <a:moveTo>
                    <a:pt x="203" y="1"/>
                  </a:moveTo>
                  <a:cubicBezTo>
                    <a:pt x="116" y="1"/>
                    <a:pt x="42" y="62"/>
                    <a:pt x="24" y="152"/>
                  </a:cubicBezTo>
                  <a:cubicBezTo>
                    <a:pt x="1" y="266"/>
                    <a:pt x="69" y="380"/>
                    <a:pt x="161" y="403"/>
                  </a:cubicBezTo>
                  <a:cubicBezTo>
                    <a:pt x="175" y="406"/>
                    <a:pt x="190" y="407"/>
                    <a:pt x="205" y="407"/>
                  </a:cubicBezTo>
                  <a:cubicBezTo>
                    <a:pt x="303" y="407"/>
                    <a:pt x="392" y="343"/>
                    <a:pt x="412" y="243"/>
                  </a:cubicBezTo>
                  <a:cubicBezTo>
                    <a:pt x="457" y="152"/>
                    <a:pt x="389" y="38"/>
                    <a:pt x="275" y="15"/>
                  </a:cubicBezTo>
                  <a:cubicBezTo>
                    <a:pt x="250" y="5"/>
                    <a:pt x="226" y="1"/>
                    <a:pt x="203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8360" rIns="90000" bIns="183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83" name="Google Shape;92;p2"/>
            <p:cNvSpPr/>
            <p:nvPr/>
          </p:nvSpPr>
          <p:spPr>
            <a:xfrm>
              <a:off x="4324320" y="3150720"/>
              <a:ext cx="21240" cy="18360"/>
            </a:xfrm>
            <a:custGeom>
              <a:avLst/>
              <a:gdLst>
                <a:gd name="textAreaLeft" fmla="*/ 0 w 21240"/>
                <a:gd name="textAreaRight" fmla="*/ 22680 w 21240"/>
                <a:gd name="textAreaTop" fmla="*/ 0 h 18360"/>
                <a:gd name="textAreaBottom" fmla="*/ 19800 h 18360"/>
              </a:gdLst>
              <a:ahLst/>
              <a:cxnLst/>
              <a:rect l="textAreaLeft" t="textAreaTop" r="textAreaRight" b="textAreaBottom"/>
              <a:pathLst>
                <a:path w="252" h="219">
                  <a:moveTo>
                    <a:pt x="111" y="1"/>
                  </a:moveTo>
                  <a:cubicBezTo>
                    <a:pt x="68" y="1"/>
                    <a:pt x="19" y="38"/>
                    <a:pt x="1" y="75"/>
                  </a:cubicBezTo>
                  <a:cubicBezTo>
                    <a:pt x="1" y="144"/>
                    <a:pt x="24" y="212"/>
                    <a:pt x="92" y="212"/>
                  </a:cubicBezTo>
                  <a:cubicBezTo>
                    <a:pt x="100" y="217"/>
                    <a:pt x="110" y="218"/>
                    <a:pt x="119" y="218"/>
                  </a:cubicBezTo>
                  <a:cubicBezTo>
                    <a:pt x="161" y="218"/>
                    <a:pt x="210" y="181"/>
                    <a:pt x="229" y="144"/>
                  </a:cubicBezTo>
                  <a:cubicBezTo>
                    <a:pt x="252" y="75"/>
                    <a:pt x="206" y="7"/>
                    <a:pt x="138" y="7"/>
                  </a:cubicBezTo>
                  <a:cubicBezTo>
                    <a:pt x="129" y="3"/>
                    <a:pt x="120" y="1"/>
                    <a:pt x="111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720" rIns="90000" bIns="97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84" name="Google Shape;93;p2"/>
            <p:cNvSpPr/>
            <p:nvPr/>
          </p:nvSpPr>
          <p:spPr>
            <a:xfrm>
              <a:off x="4369320" y="3247200"/>
              <a:ext cx="25200" cy="22320"/>
            </a:xfrm>
            <a:custGeom>
              <a:avLst/>
              <a:gdLst>
                <a:gd name="textAreaLeft" fmla="*/ 0 w 25200"/>
                <a:gd name="textAreaRight" fmla="*/ 26640 w 25200"/>
                <a:gd name="textAreaTop" fmla="*/ 0 h 22320"/>
                <a:gd name="textAreaBottom" fmla="*/ 23760 h 22320"/>
              </a:gdLst>
              <a:ahLst/>
              <a:cxnLst/>
              <a:rect l="textAreaLeft" t="textAreaTop" r="textAreaRight" b="textAreaBottom"/>
              <a:pathLst>
                <a:path w="298" h="264">
                  <a:moveTo>
                    <a:pt x="146" y="1"/>
                  </a:moveTo>
                  <a:cubicBezTo>
                    <a:pt x="85" y="1"/>
                    <a:pt x="20" y="42"/>
                    <a:pt x="1" y="98"/>
                  </a:cubicBezTo>
                  <a:cubicBezTo>
                    <a:pt x="1" y="167"/>
                    <a:pt x="47" y="258"/>
                    <a:pt x="115" y="258"/>
                  </a:cubicBezTo>
                  <a:cubicBezTo>
                    <a:pt x="127" y="262"/>
                    <a:pt x="139" y="264"/>
                    <a:pt x="151" y="264"/>
                  </a:cubicBezTo>
                  <a:cubicBezTo>
                    <a:pt x="206" y="264"/>
                    <a:pt x="256" y="223"/>
                    <a:pt x="275" y="167"/>
                  </a:cubicBezTo>
                  <a:cubicBezTo>
                    <a:pt x="298" y="98"/>
                    <a:pt x="252" y="30"/>
                    <a:pt x="184" y="7"/>
                  </a:cubicBezTo>
                  <a:cubicBezTo>
                    <a:pt x="171" y="3"/>
                    <a:pt x="159" y="1"/>
                    <a:pt x="146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880" rIns="90000" bIns="118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85" name="Google Shape;94;p2"/>
            <p:cNvSpPr/>
            <p:nvPr/>
          </p:nvSpPr>
          <p:spPr>
            <a:xfrm>
              <a:off x="4809960" y="5170680"/>
              <a:ext cx="35640" cy="30240"/>
            </a:xfrm>
            <a:custGeom>
              <a:avLst/>
              <a:gdLst>
                <a:gd name="textAreaLeft" fmla="*/ 0 w 35640"/>
                <a:gd name="textAreaRight" fmla="*/ 37080 w 35640"/>
                <a:gd name="textAreaTop" fmla="*/ 0 h 30240"/>
                <a:gd name="textAreaBottom" fmla="*/ 31680 h 30240"/>
              </a:gdLst>
              <a:ahLst/>
              <a:cxnLst/>
              <a:rect l="textAreaLeft" t="textAreaTop" r="textAreaRight" b="textAreaBottom"/>
              <a:pathLst>
                <a:path w="412" h="355">
                  <a:moveTo>
                    <a:pt x="204" y="1"/>
                  </a:moveTo>
                  <a:cubicBezTo>
                    <a:pt x="125" y="1"/>
                    <a:pt x="42" y="49"/>
                    <a:pt x="23" y="144"/>
                  </a:cubicBezTo>
                  <a:cubicBezTo>
                    <a:pt x="0" y="235"/>
                    <a:pt x="69" y="326"/>
                    <a:pt x="160" y="349"/>
                  </a:cubicBezTo>
                  <a:cubicBezTo>
                    <a:pt x="176" y="353"/>
                    <a:pt x="192" y="355"/>
                    <a:pt x="209" y="355"/>
                  </a:cubicBezTo>
                  <a:cubicBezTo>
                    <a:pt x="288" y="355"/>
                    <a:pt x="370" y="311"/>
                    <a:pt x="388" y="235"/>
                  </a:cubicBezTo>
                  <a:cubicBezTo>
                    <a:pt x="411" y="121"/>
                    <a:pt x="343" y="29"/>
                    <a:pt x="251" y="7"/>
                  </a:cubicBezTo>
                  <a:cubicBezTo>
                    <a:pt x="236" y="3"/>
                    <a:pt x="220" y="1"/>
                    <a:pt x="204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840" rIns="90000" bIns="158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86" name="Google Shape;95;p2"/>
            <p:cNvSpPr/>
            <p:nvPr/>
          </p:nvSpPr>
          <p:spPr>
            <a:xfrm>
              <a:off x="4008960" y="3558600"/>
              <a:ext cx="39600" cy="34200"/>
            </a:xfrm>
            <a:custGeom>
              <a:avLst/>
              <a:gdLst>
                <a:gd name="textAreaLeft" fmla="*/ 0 w 39600"/>
                <a:gd name="textAreaRight" fmla="*/ 41040 w 39600"/>
                <a:gd name="textAreaTop" fmla="*/ 0 h 34200"/>
                <a:gd name="textAreaBottom" fmla="*/ 35640 h 34200"/>
              </a:gdLst>
              <a:ahLst/>
              <a:cxnLst/>
              <a:rect l="textAreaLeft" t="textAreaTop" r="textAreaRight" b="textAreaBottom"/>
              <a:pathLst>
                <a:path w="458" h="399">
                  <a:moveTo>
                    <a:pt x="232" y="1"/>
                  </a:moveTo>
                  <a:cubicBezTo>
                    <a:pt x="138" y="1"/>
                    <a:pt x="63" y="66"/>
                    <a:pt x="24" y="165"/>
                  </a:cubicBezTo>
                  <a:cubicBezTo>
                    <a:pt x="1" y="256"/>
                    <a:pt x="69" y="370"/>
                    <a:pt x="183" y="393"/>
                  </a:cubicBezTo>
                  <a:cubicBezTo>
                    <a:pt x="199" y="397"/>
                    <a:pt x="214" y="399"/>
                    <a:pt x="230" y="399"/>
                  </a:cubicBezTo>
                  <a:cubicBezTo>
                    <a:pt x="310" y="399"/>
                    <a:pt x="393" y="351"/>
                    <a:pt x="412" y="256"/>
                  </a:cubicBezTo>
                  <a:cubicBezTo>
                    <a:pt x="457" y="142"/>
                    <a:pt x="389" y="51"/>
                    <a:pt x="275" y="5"/>
                  </a:cubicBezTo>
                  <a:cubicBezTo>
                    <a:pt x="260" y="2"/>
                    <a:pt x="245" y="1"/>
                    <a:pt x="232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7640" rIns="90000" bIns="176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87" name="Google Shape;96;p2"/>
            <p:cNvSpPr/>
            <p:nvPr/>
          </p:nvSpPr>
          <p:spPr>
            <a:xfrm>
              <a:off x="4492440" y="3722760"/>
              <a:ext cx="21240" cy="17640"/>
            </a:xfrm>
            <a:custGeom>
              <a:avLst/>
              <a:gdLst>
                <a:gd name="textAreaLeft" fmla="*/ 0 w 21240"/>
                <a:gd name="textAreaRight" fmla="*/ 22680 w 21240"/>
                <a:gd name="textAreaTop" fmla="*/ 0 h 17640"/>
                <a:gd name="textAreaBottom" fmla="*/ 19080 h 17640"/>
              </a:gdLst>
              <a:ahLst/>
              <a:cxnLst/>
              <a:rect l="textAreaLeft" t="textAreaTop" r="textAreaRight" b="textAreaBottom"/>
              <a:pathLst>
                <a:path w="252" h="212">
                  <a:moveTo>
                    <a:pt x="160" y="0"/>
                  </a:moveTo>
                  <a:cubicBezTo>
                    <a:pt x="92" y="0"/>
                    <a:pt x="46" y="23"/>
                    <a:pt x="23" y="91"/>
                  </a:cubicBezTo>
                  <a:cubicBezTo>
                    <a:pt x="0" y="137"/>
                    <a:pt x="46" y="183"/>
                    <a:pt x="92" y="206"/>
                  </a:cubicBezTo>
                  <a:cubicBezTo>
                    <a:pt x="104" y="210"/>
                    <a:pt x="116" y="212"/>
                    <a:pt x="127" y="212"/>
                  </a:cubicBezTo>
                  <a:cubicBezTo>
                    <a:pt x="176" y="212"/>
                    <a:pt x="210" y="174"/>
                    <a:pt x="229" y="137"/>
                  </a:cubicBezTo>
                  <a:cubicBezTo>
                    <a:pt x="252" y="69"/>
                    <a:pt x="206" y="23"/>
                    <a:pt x="160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360" rIns="90000" bIns="93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88" name="Google Shape;97;p2"/>
            <p:cNvSpPr/>
            <p:nvPr/>
          </p:nvSpPr>
          <p:spPr>
            <a:xfrm>
              <a:off x="5160240" y="4689000"/>
              <a:ext cx="29520" cy="26280"/>
            </a:xfrm>
            <a:custGeom>
              <a:avLst/>
              <a:gdLst>
                <a:gd name="textAreaLeft" fmla="*/ 0 w 29520"/>
                <a:gd name="textAreaRight" fmla="*/ 30960 w 29520"/>
                <a:gd name="textAreaTop" fmla="*/ 0 h 26280"/>
                <a:gd name="textAreaBottom" fmla="*/ 27720 h 26280"/>
              </a:gdLst>
              <a:ahLst/>
              <a:cxnLst/>
              <a:rect l="textAreaLeft" t="textAreaTop" r="textAreaRight" b="textAreaBottom"/>
              <a:pathLst>
                <a:path w="343" h="310">
                  <a:moveTo>
                    <a:pt x="161" y="1"/>
                  </a:moveTo>
                  <a:cubicBezTo>
                    <a:pt x="92" y="1"/>
                    <a:pt x="42" y="45"/>
                    <a:pt x="23" y="121"/>
                  </a:cubicBezTo>
                  <a:cubicBezTo>
                    <a:pt x="1" y="212"/>
                    <a:pt x="46" y="281"/>
                    <a:pt x="137" y="303"/>
                  </a:cubicBezTo>
                  <a:cubicBezTo>
                    <a:pt x="149" y="307"/>
                    <a:pt x="162" y="309"/>
                    <a:pt x="174" y="309"/>
                  </a:cubicBezTo>
                  <a:cubicBezTo>
                    <a:pt x="235" y="309"/>
                    <a:pt x="301" y="265"/>
                    <a:pt x="320" y="189"/>
                  </a:cubicBezTo>
                  <a:cubicBezTo>
                    <a:pt x="343" y="121"/>
                    <a:pt x="297" y="30"/>
                    <a:pt x="206" y="7"/>
                  </a:cubicBezTo>
                  <a:cubicBezTo>
                    <a:pt x="190" y="3"/>
                    <a:pt x="175" y="1"/>
                    <a:pt x="161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3680" rIns="90000" bIns="136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89" name="Google Shape;98;p2"/>
            <p:cNvSpPr/>
            <p:nvPr/>
          </p:nvSpPr>
          <p:spPr>
            <a:xfrm>
              <a:off x="3963960" y="2355840"/>
              <a:ext cx="27360" cy="2448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24480"/>
                <a:gd name="textAreaBottom" fmla="*/ 25920 h 24480"/>
              </a:gdLst>
              <a:ahLst/>
              <a:cxnLst/>
              <a:rect l="textAreaLeft" t="textAreaTop" r="textAreaRight" b="textAreaBottom"/>
              <a:pathLst>
                <a:path w="321" h="287">
                  <a:moveTo>
                    <a:pt x="160" y="1"/>
                  </a:moveTo>
                  <a:cubicBezTo>
                    <a:pt x="92" y="1"/>
                    <a:pt x="42" y="42"/>
                    <a:pt x="23" y="98"/>
                  </a:cubicBezTo>
                  <a:cubicBezTo>
                    <a:pt x="1" y="189"/>
                    <a:pt x="46" y="258"/>
                    <a:pt x="115" y="281"/>
                  </a:cubicBezTo>
                  <a:cubicBezTo>
                    <a:pt x="131" y="285"/>
                    <a:pt x="146" y="287"/>
                    <a:pt x="161" y="287"/>
                  </a:cubicBezTo>
                  <a:cubicBezTo>
                    <a:pt x="229" y="287"/>
                    <a:pt x="278" y="246"/>
                    <a:pt x="297" y="189"/>
                  </a:cubicBezTo>
                  <a:cubicBezTo>
                    <a:pt x="320" y="98"/>
                    <a:pt x="274" y="7"/>
                    <a:pt x="206" y="7"/>
                  </a:cubicBezTo>
                  <a:cubicBezTo>
                    <a:pt x="190" y="3"/>
                    <a:pt x="174" y="1"/>
                    <a:pt x="160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90" name="Google Shape;99;p2"/>
            <p:cNvSpPr/>
            <p:nvPr/>
          </p:nvSpPr>
          <p:spPr>
            <a:xfrm>
              <a:off x="4459680" y="3402720"/>
              <a:ext cx="33480" cy="3024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30240"/>
                <a:gd name="textAreaBottom" fmla="*/ 31680 h 30240"/>
              </a:gdLst>
              <a:ahLst/>
              <a:cxnLst/>
              <a:rect l="textAreaLeft" t="textAreaTop" r="textAreaRight" b="textAreaBottom"/>
              <a:pathLst>
                <a:path w="389" h="354">
                  <a:moveTo>
                    <a:pt x="195" y="1"/>
                  </a:moveTo>
                  <a:cubicBezTo>
                    <a:pt x="108" y="1"/>
                    <a:pt x="42" y="45"/>
                    <a:pt x="23" y="121"/>
                  </a:cubicBezTo>
                  <a:cubicBezTo>
                    <a:pt x="0" y="212"/>
                    <a:pt x="69" y="326"/>
                    <a:pt x="160" y="349"/>
                  </a:cubicBezTo>
                  <a:cubicBezTo>
                    <a:pt x="172" y="352"/>
                    <a:pt x="184" y="353"/>
                    <a:pt x="196" y="353"/>
                  </a:cubicBezTo>
                  <a:cubicBezTo>
                    <a:pt x="274" y="353"/>
                    <a:pt x="346" y="291"/>
                    <a:pt x="365" y="212"/>
                  </a:cubicBezTo>
                  <a:cubicBezTo>
                    <a:pt x="388" y="121"/>
                    <a:pt x="343" y="29"/>
                    <a:pt x="251" y="6"/>
                  </a:cubicBezTo>
                  <a:cubicBezTo>
                    <a:pt x="232" y="3"/>
                    <a:pt x="213" y="1"/>
                    <a:pt x="195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840" rIns="90000" bIns="158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91" name="Google Shape;100;p2"/>
            <p:cNvSpPr/>
            <p:nvPr/>
          </p:nvSpPr>
          <p:spPr>
            <a:xfrm>
              <a:off x="4422600" y="3314880"/>
              <a:ext cx="27360" cy="2628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26280"/>
                <a:gd name="textAreaBottom" fmla="*/ 27720 h 26280"/>
              </a:gdLst>
              <a:ahLst/>
              <a:cxnLst/>
              <a:rect l="textAreaLeft" t="textAreaTop" r="textAreaRight" b="textAreaBottom"/>
              <a:pathLst>
                <a:path w="320" h="308">
                  <a:moveTo>
                    <a:pt x="170" y="0"/>
                  </a:moveTo>
                  <a:cubicBezTo>
                    <a:pt x="97" y="0"/>
                    <a:pt x="43" y="60"/>
                    <a:pt x="23" y="119"/>
                  </a:cubicBezTo>
                  <a:cubicBezTo>
                    <a:pt x="0" y="210"/>
                    <a:pt x="46" y="279"/>
                    <a:pt x="115" y="302"/>
                  </a:cubicBezTo>
                  <a:cubicBezTo>
                    <a:pt x="130" y="306"/>
                    <a:pt x="146" y="308"/>
                    <a:pt x="161" y="308"/>
                  </a:cubicBezTo>
                  <a:cubicBezTo>
                    <a:pt x="234" y="308"/>
                    <a:pt x="297" y="263"/>
                    <a:pt x="297" y="188"/>
                  </a:cubicBezTo>
                  <a:cubicBezTo>
                    <a:pt x="320" y="119"/>
                    <a:pt x="274" y="28"/>
                    <a:pt x="206" y="5"/>
                  </a:cubicBezTo>
                  <a:cubicBezTo>
                    <a:pt x="194" y="2"/>
                    <a:pt x="182" y="0"/>
                    <a:pt x="170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3680" rIns="90000" bIns="136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92" name="Google Shape;101;p2"/>
            <p:cNvSpPr/>
            <p:nvPr/>
          </p:nvSpPr>
          <p:spPr>
            <a:xfrm>
              <a:off x="4092840" y="2677680"/>
              <a:ext cx="31320" cy="28440"/>
            </a:xfrm>
            <a:custGeom>
              <a:avLst/>
              <a:gdLst>
                <a:gd name="textAreaLeft" fmla="*/ 0 w 31320"/>
                <a:gd name="textAreaRight" fmla="*/ 32760 w 31320"/>
                <a:gd name="textAreaTop" fmla="*/ 0 h 28440"/>
                <a:gd name="textAreaBottom" fmla="*/ 29880 h 28440"/>
              </a:gdLst>
              <a:ahLst/>
              <a:cxnLst/>
              <a:rect l="textAreaLeft" t="textAreaTop" r="textAreaRight" b="textAreaBottom"/>
              <a:pathLst>
                <a:path w="366" h="332">
                  <a:moveTo>
                    <a:pt x="182" y="0"/>
                  </a:moveTo>
                  <a:cubicBezTo>
                    <a:pt x="108" y="0"/>
                    <a:pt x="42" y="45"/>
                    <a:pt x="23" y="120"/>
                  </a:cubicBezTo>
                  <a:cubicBezTo>
                    <a:pt x="1" y="212"/>
                    <a:pt x="69" y="303"/>
                    <a:pt x="137" y="326"/>
                  </a:cubicBezTo>
                  <a:cubicBezTo>
                    <a:pt x="153" y="330"/>
                    <a:pt x="169" y="332"/>
                    <a:pt x="184" y="332"/>
                  </a:cubicBezTo>
                  <a:cubicBezTo>
                    <a:pt x="258" y="332"/>
                    <a:pt x="324" y="287"/>
                    <a:pt x="343" y="212"/>
                  </a:cubicBezTo>
                  <a:cubicBezTo>
                    <a:pt x="366" y="120"/>
                    <a:pt x="320" y="29"/>
                    <a:pt x="229" y="6"/>
                  </a:cubicBezTo>
                  <a:cubicBezTo>
                    <a:pt x="213" y="2"/>
                    <a:pt x="197" y="0"/>
                    <a:pt x="182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4760" rIns="90000" bIns="147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93" name="Google Shape;102;p2"/>
            <p:cNvSpPr/>
            <p:nvPr/>
          </p:nvSpPr>
          <p:spPr>
            <a:xfrm>
              <a:off x="4951080" y="3683520"/>
              <a:ext cx="35640" cy="30240"/>
            </a:xfrm>
            <a:custGeom>
              <a:avLst/>
              <a:gdLst>
                <a:gd name="textAreaLeft" fmla="*/ 0 w 35640"/>
                <a:gd name="textAreaRight" fmla="*/ 37080 w 35640"/>
                <a:gd name="textAreaTop" fmla="*/ 0 h 30240"/>
                <a:gd name="textAreaBottom" fmla="*/ 31680 h 30240"/>
              </a:gdLst>
              <a:ahLst/>
              <a:cxnLst/>
              <a:rect l="textAreaLeft" t="textAreaTop" r="textAreaRight" b="textAreaBottom"/>
              <a:pathLst>
                <a:path w="412" h="355">
                  <a:moveTo>
                    <a:pt x="204" y="1"/>
                  </a:moveTo>
                  <a:cubicBezTo>
                    <a:pt x="125" y="1"/>
                    <a:pt x="42" y="48"/>
                    <a:pt x="23" y="143"/>
                  </a:cubicBezTo>
                  <a:cubicBezTo>
                    <a:pt x="0" y="235"/>
                    <a:pt x="69" y="326"/>
                    <a:pt x="160" y="349"/>
                  </a:cubicBezTo>
                  <a:cubicBezTo>
                    <a:pt x="176" y="353"/>
                    <a:pt x="192" y="355"/>
                    <a:pt x="209" y="355"/>
                  </a:cubicBezTo>
                  <a:cubicBezTo>
                    <a:pt x="288" y="355"/>
                    <a:pt x="369" y="310"/>
                    <a:pt x="388" y="235"/>
                  </a:cubicBezTo>
                  <a:cubicBezTo>
                    <a:pt x="411" y="121"/>
                    <a:pt x="343" y="29"/>
                    <a:pt x="251" y="7"/>
                  </a:cubicBezTo>
                  <a:cubicBezTo>
                    <a:pt x="236" y="3"/>
                    <a:pt x="220" y="1"/>
                    <a:pt x="204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840" rIns="90000" bIns="158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94" name="Google Shape;103;p2"/>
            <p:cNvSpPr/>
            <p:nvPr/>
          </p:nvSpPr>
          <p:spPr>
            <a:xfrm>
              <a:off x="1833480" y="3791880"/>
              <a:ext cx="31320" cy="26280"/>
            </a:xfrm>
            <a:custGeom>
              <a:avLst/>
              <a:gdLst>
                <a:gd name="textAreaLeft" fmla="*/ 0 w 31320"/>
                <a:gd name="textAreaRight" fmla="*/ 32760 w 31320"/>
                <a:gd name="textAreaTop" fmla="*/ 0 h 26280"/>
                <a:gd name="textAreaBottom" fmla="*/ 27720 h 26280"/>
              </a:gdLst>
              <a:ahLst/>
              <a:cxnLst/>
              <a:rect l="textAreaLeft" t="textAreaTop" r="textAreaRight" b="textAreaBottom"/>
              <a:pathLst>
                <a:path w="366" h="309">
                  <a:moveTo>
                    <a:pt x="182" y="0"/>
                  </a:moveTo>
                  <a:cubicBezTo>
                    <a:pt x="108" y="0"/>
                    <a:pt x="42" y="45"/>
                    <a:pt x="23" y="120"/>
                  </a:cubicBezTo>
                  <a:cubicBezTo>
                    <a:pt x="0" y="212"/>
                    <a:pt x="69" y="303"/>
                    <a:pt x="137" y="303"/>
                  </a:cubicBezTo>
                  <a:cubicBezTo>
                    <a:pt x="153" y="307"/>
                    <a:pt x="170" y="309"/>
                    <a:pt x="185" y="309"/>
                  </a:cubicBezTo>
                  <a:cubicBezTo>
                    <a:pt x="259" y="309"/>
                    <a:pt x="324" y="268"/>
                    <a:pt x="343" y="212"/>
                  </a:cubicBezTo>
                  <a:cubicBezTo>
                    <a:pt x="365" y="120"/>
                    <a:pt x="297" y="29"/>
                    <a:pt x="228" y="6"/>
                  </a:cubicBezTo>
                  <a:cubicBezTo>
                    <a:pt x="213" y="2"/>
                    <a:pt x="197" y="0"/>
                    <a:pt x="182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3680" rIns="90000" bIns="136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95" name="Google Shape;104;p2"/>
            <p:cNvSpPr/>
            <p:nvPr/>
          </p:nvSpPr>
          <p:spPr>
            <a:xfrm>
              <a:off x="2247120" y="3558600"/>
              <a:ext cx="33480" cy="3204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32040"/>
                <a:gd name="textAreaBottom" fmla="*/ 33480 h 32040"/>
              </a:gdLst>
              <a:ahLst/>
              <a:cxnLst/>
              <a:rect l="textAreaLeft" t="textAreaTop" r="textAreaRight" b="textAreaBottom"/>
              <a:pathLst>
                <a:path w="389" h="375">
                  <a:moveTo>
                    <a:pt x="193" y="1"/>
                  </a:moveTo>
                  <a:cubicBezTo>
                    <a:pt x="115" y="1"/>
                    <a:pt x="44" y="63"/>
                    <a:pt x="24" y="142"/>
                  </a:cubicBezTo>
                  <a:cubicBezTo>
                    <a:pt x="1" y="233"/>
                    <a:pt x="47" y="348"/>
                    <a:pt x="161" y="370"/>
                  </a:cubicBezTo>
                  <a:cubicBezTo>
                    <a:pt x="173" y="373"/>
                    <a:pt x="185" y="375"/>
                    <a:pt x="197" y="375"/>
                  </a:cubicBezTo>
                  <a:cubicBezTo>
                    <a:pt x="275" y="375"/>
                    <a:pt x="346" y="313"/>
                    <a:pt x="366" y="233"/>
                  </a:cubicBezTo>
                  <a:cubicBezTo>
                    <a:pt x="389" y="142"/>
                    <a:pt x="343" y="28"/>
                    <a:pt x="229" y="5"/>
                  </a:cubicBezTo>
                  <a:cubicBezTo>
                    <a:pt x="217" y="2"/>
                    <a:pt x="205" y="1"/>
                    <a:pt x="193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6560" rIns="90000" bIns="165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96" name="Google Shape;105;p2"/>
            <p:cNvSpPr/>
            <p:nvPr/>
          </p:nvSpPr>
          <p:spPr>
            <a:xfrm>
              <a:off x="4621320" y="4451760"/>
              <a:ext cx="23400" cy="20160"/>
            </a:xfrm>
            <a:custGeom>
              <a:avLst/>
              <a:gdLst>
                <a:gd name="textAreaLeft" fmla="*/ 0 w 23400"/>
                <a:gd name="textAreaRight" fmla="*/ 24840 w 23400"/>
                <a:gd name="textAreaTop" fmla="*/ 0 h 20160"/>
                <a:gd name="textAreaBottom" fmla="*/ 21600 h 20160"/>
              </a:gdLst>
              <a:ahLst/>
              <a:cxnLst/>
              <a:rect l="textAreaLeft" t="textAreaTop" r="textAreaRight" b="textAreaBottom"/>
              <a:pathLst>
                <a:path w="275" h="241">
                  <a:moveTo>
                    <a:pt x="124" y="0"/>
                  </a:moveTo>
                  <a:cubicBezTo>
                    <a:pt x="70" y="0"/>
                    <a:pt x="23" y="41"/>
                    <a:pt x="23" y="97"/>
                  </a:cubicBezTo>
                  <a:cubicBezTo>
                    <a:pt x="0" y="166"/>
                    <a:pt x="46" y="211"/>
                    <a:pt x="92" y="234"/>
                  </a:cubicBezTo>
                  <a:cubicBezTo>
                    <a:pt x="104" y="238"/>
                    <a:pt x="116" y="240"/>
                    <a:pt x="128" y="240"/>
                  </a:cubicBezTo>
                  <a:cubicBezTo>
                    <a:pt x="183" y="240"/>
                    <a:pt x="233" y="199"/>
                    <a:pt x="252" y="143"/>
                  </a:cubicBezTo>
                  <a:cubicBezTo>
                    <a:pt x="274" y="97"/>
                    <a:pt x="229" y="29"/>
                    <a:pt x="160" y="6"/>
                  </a:cubicBezTo>
                  <a:cubicBezTo>
                    <a:pt x="148" y="2"/>
                    <a:pt x="136" y="0"/>
                    <a:pt x="124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0" rIns="90000" bIns="108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97" name="Google Shape;106;p2"/>
            <p:cNvSpPr/>
            <p:nvPr/>
          </p:nvSpPr>
          <p:spPr>
            <a:xfrm>
              <a:off x="4525200" y="4048200"/>
              <a:ext cx="33480" cy="3024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30240"/>
                <a:gd name="textAreaBottom" fmla="*/ 31680 h 30240"/>
              </a:gdLst>
              <a:ahLst/>
              <a:cxnLst/>
              <a:rect l="textAreaLeft" t="textAreaTop" r="textAreaRight" b="textAreaBottom"/>
              <a:pathLst>
                <a:path w="389" h="354">
                  <a:moveTo>
                    <a:pt x="184" y="1"/>
                  </a:moveTo>
                  <a:cubicBezTo>
                    <a:pt x="109" y="1"/>
                    <a:pt x="43" y="48"/>
                    <a:pt x="23" y="143"/>
                  </a:cubicBezTo>
                  <a:cubicBezTo>
                    <a:pt x="1" y="235"/>
                    <a:pt x="46" y="326"/>
                    <a:pt x="138" y="349"/>
                  </a:cubicBezTo>
                  <a:cubicBezTo>
                    <a:pt x="150" y="352"/>
                    <a:pt x="162" y="353"/>
                    <a:pt x="175" y="353"/>
                  </a:cubicBezTo>
                  <a:cubicBezTo>
                    <a:pt x="257" y="353"/>
                    <a:pt x="346" y="291"/>
                    <a:pt x="366" y="212"/>
                  </a:cubicBezTo>
                  <a:cubicBezTo>
                    <a:pt x="389" y="121"/>
                    <a:pt x="320" y="29"/>
                    <a:pt x="229" y="6"/>
                  </a:cubicBezTo>
                  <a:cubicBezTo>
                    <a:pt x="214" y="3"/>
                    <a:pt x="198" y="1"/>
                    <a:pt x="184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840" rIns="90000" bIns="158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98" name="Google Shape;107;p2"/>
            <p:cNvSpPr/>
            <p:nvPr/>
          </p:nvSpPr>
          <p:spPr>
            <a:xfrm>
              <a:off x="4152240" y="4246560"/>
              <a:ext cx="27360" cy="2448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24480"/>
                <a:gd name="textAreaBottom" fmla="*/ 25920 h 24480"/>
              </a:gdLst>
              <a:ahLst/>
              <a:cxnLst/>
              <a:rect l="textAreaLeft" t="textAreaTop" r="textAreaRight" b="textAreaBottom"/>
              <a:pathLst>
                <a:path w="320" h="287">
                  <a:moveTo>
                    <a:pt x="147" y="1"/>
                  </a:moveTo>
                  <a:cubicBezTo>
                    <a:pt x="92" y="1"/>
                    <a:pt x="42" y="41"/>
                    <a:pt x="23" y="98"/>
                  </a:cubicBezTo>
                  <a:cubicBezTo>
                    <a:pt x="0" y="166"/>
                    <a:pt x="46" y="258"/>
                    <a:pt x="115" y="280"/>
                  </a:cubicBezTo>
                  <a:cubicBezTo>
                    <a:pt x="130" y="284"/>
                    <a:pt x="145" y="286"/>
                    <a:pt x="159" y="286"/>
                  </a:cubicBezTo>
                  <a:cubicBezTo>
                    <a:pt x="228" y="286"/>
                    <a:pt x="278" y="242"/>
                    <a:pt x="297" y="166"/>
                  </a:cubicBezTo>
                  <a:cubicBezTo>
                    <a:pt x="320" y="98"/>
                    <a:pt x="274" y="6"/>
                    <a:pt x="183" y="6"/>
                  </a:cubicBezTo>
                  <a:cubicBezTo>
                    <a:pt x="171" y="2"/>
                    <a:pt x="159" y="1"/>
                    <a:pt x="147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99" name="Google Shape;108;p2"/>
            <p:cNvSpPr/>
            <p:nvPr/>
          </p:nvSpPr>
          <p:spPr>
            <a:xfrm>
              <a:off x="428040" y="4369680"/>
              <a:ext cx="25200" cy="15480"/>
            </a:xfrm>
            <a:custGeom>
              <a:avLst/>
              <a:gdLst>
                <a:gd name="textAreaLeft" fmla="*/ 0 w 25200"/>
                <a:gd name="textAreaRight" fmla="*/ 26640 w 25200"/>
                <a:gd name="textAreaTop" fmla="*/ 0 h 15480"/>
                <a:gd name="textAreaBottom" fmla="*/ 16920 h 15480"/>
              </a:gdLst>
              <a:ahLst/>
              <a:cxnLst/>
              <a:rect l="textAreaLeft" t="textAreaTop" r="textAreaRight" b="textAreaBottom"/>
              <a:pathLst>
                <a:path w="297" h="189">
                  <a:moveTo>
                    <a:pt x="125" y="0"/>
                  </a:moveTo>
                  <a:cubicBezTo>
                    <a:pt x="69" y="0"/>
                    <a:pt x="19" y="44"/>
                    <a:pt x="0" y="120"/>
                  </a:cubicBezTo>
                  <a:lnTo>
                    <a:pt x="274" y="189"/>
                  </a:lnTo>
                  <a:cubicBezTo>
                    <a:pt x="297" y="120"/>
                    <a:pt x="251" y="29"/>
                    <a:pt x="160" y="6"/>
                  </a:cubicBezTo>
                  <a:cubicBezTo>
                    <a:pt x="148" y="2"/>
                    <a:pt x="136" y="0"/>
                    <a:pt x="125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8280" rIns="90000" bIns="82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00" name="Google Shape;109;p2"/>
            <p:cNvSpPr/>
            <p:nvPr/>
          </p:nvSpPr>
          <p:spPr>
            <a:xfrm>
              <a:off x="5538960" y="4896000"/>
              <a:ext cx="27360" cy="2412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24120"/>
                <a:gd name="textAreaBottom" fmla="*/ 25560 h 24120"/>
              </a:gdLst>
              <a:ahLst/>
              <a:cxnLst/>
              <a:rect l="textAreaLeft" t="textAreaTop" r="textAreaRight" b="textAreaBottom"/>
              <a:pathLst>
                <a:path w="320" h="286">
                  <a:moveTo>
                    <a:pt x="148" y="0"/>
                  </a:moveTo>
                  <a:cubicBezTo>
                    <a:pt x="92" y="0"/>
                    <a:pt x="42" y="45"/>
                    <a:pt x="23" y="120"/>
                  </a:cubicBezTo>
                  <a:cubicBezTo>
                    <a:pt x="0" y="189"/>
                    <a:pt x="46" y="257"/>
                    <a:pt x="114" y="280"/>
                  </a:cubicBezTo>
                  <a:cubicBezTo>
                    <a:pt x="130" y="284"/>
                    <a:pt x="146" y="286"/>
                    <a:pt x="161" y="286"/>
                  </a:cubicBezTo>
                  <a:cubicBezTo>
                    <a:pt x="228" y="286"/>
                    <a:pt x="278" y="245"/>
                    <a:pt x="297" y="189"/>
                  </a:cubicBezTo>
                  <a:cubicBezTo>
                    <a:pt x="320" y="97"/>
                    <a:pt x="274" y="29"/>
                    <a:pt x="183" y="6"/>
                  </a:cubicBezTo>
                  <a:cubicBezTo>
                    <a:pt x="171" y="2"/>
                    <a:pt x="159" y="0"/>
                    <a:pt x="148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600" rIns="90000" bIns="126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01" name="Google Shape;110;p2"/>
            <p:cNvSpPr/>
            <p:nvPr/>
          </p:nvSpPr>
          <p:spPr>
            <a:xfrm>
              <a:off x="5526720" y="4998600"/>
              <a:ext cx="21240" cy="19800"/>
            </a:xfrm>
            <a:custGeom>
              <a:avLst/>
              <a:gdLst>
                <a:gd name="textAreaLeft" fmla="*/ 0 w 21240"/>
                <a:gd name="textAreaRight" fmla="*/ 22680 w 21240"/>
                <a:gd name="textAreaTop" fmla="*/ 0 h 19800"/>
                <a:gd name="textAreaBottom" fmla="*/ 21240 h 19800"/>
              </a:gdLst>
              <a:ahLst/>
              <a:cxnLst/>
              <a:rect l="textAreaLeft" t="textAreaTop" r="textAreaRight" b="textAreaBottom"/>
              <a:pathLst>
                <a:path w="252" h="235">
                  <a:moveTo>
                    <a:pt x="111" y="0"/>
                  </a:moveTo>
                  <a:cubicBezTo>
                    <a:pt x="69" y="0"/>
                    <a:pt x="19" y="41"/>
                    <a:pt x="0" y="98"/>
                  </a:cubicBezTo>
                  <a:cubicBezTo>
                    <a:pt x="0" y="143"/>
                    <a:pt x="23" y="212"/>
                    <a:pt x="92" y="235"/>
                  </a:cubicBezTo>
                  <a:cubicBezTo>
                    <a:pt x="137" y="235"/>
                    <a:pt x="206" y="212"/>
                    <a:pt x="228" y="143"/>
                  </a:cubicBezTo>
                  <a:cubicBezTo>
                    <a:pt x="251" y="75"/>
                    <a:pt x="206" y="29"/>
                    <a:pt x="137" y="6"/>
                  </a:cubicBezTo>
                  <a:cubicBezTo>
                    <a:pt x="129" y="2"/>
                    <a:pt x="120" y="0"/>
                    <a:pt x="111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440" rIns="90000" bIns="10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02" name="Google Shape;111;p2"/>
            <p:cNvSpPr/>
            <p:nvPr/>
          </p:nvSpPr>
          <p:spPr>
            <a:xfrm>
              <a:off x="3283560" y="5137920"/>
              <a:ext cx="37440" cy="21600"/>
            </a:xfrm>
            <a:custGeom>
              <a:avLst/>
              <a:gdLst>
                <a:gd name="textAreaLeft" fmla="*/ 0 w 37440"/>
                <a:gd name="textAreaRight" fmla="*/ 38880 w 37440"/>
                <a:gd name="textAreaTop" fmla="*/ 0 h 21600"/>
                <a:gd name="textAreaBottom" fmla="*/ 23040 h 21600"/>
              </a:gdLst>
              <a:ahLst/>
              <a:cxnLst/>
              <a:rect l="textAreaLeft" t="textAreaTop" r="textAreaRight" b="textAreaBottom"/>
              <a:pathLst>
                <a:path w="435" h="256">
                  <a:moveTo>
                    <a:pt x="209" y="0"/>
                  </a:moveTo>
                  <a:cubicBezTo>
                    <a:pt x="115" y="0"/>
                    <a:pt x="40" y="65"/>
                    <a:pt x="1" y="164"/>
                  </a:cubicBezTo>
                  <a:lnTo>
                    <a:pt x="389" y="256"/>
                  </a:lnTo>
                  <a:cubicBezTo>
                    <a:pt x="434" y="141"/>
                    <a:pt x="366" y="27"/>
                    <a:pt x="252" y="4"/>
                  </a:cubicBezTo>
                  <a:cubicBezTo>
                    <a:pt x="237" y="2"/>
                    <a:pt x="222" y="0"/>
                    <a:pt x="209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520" rIns="90000" bIns="115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03" name="Google Shape;112;p2"/>
            <p:cNvSpPr/>
            <p:nvPr/>
          </p:nvSpPr>
          <p:spPr>
            <a:xfrm>
              <a:off x="1837440" y="2761560"/>
              <a:ext cx="27360" cy="2628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26280"/>
                <a:gd name="textAreaBottom" fmla="*/ 27720 h 26280"/>
              </a:gdLst>
              <a:ahLst/>
              <a:cxnLst/>
              <a:rect l="textAreaLeft" t="textAreaTop" r="textAreaRight" b="textAreaBottom"/>
              <a:pathLst>
                <a:path w="321" h="308">
                  <a:moveTo>
                    <a:pt x="161" y="0"/>
                  </a:moveTo>
                  <a:cubicBezTo>
                    <a:pt x="93" y="0"/>
                    <a:pt x="43" y="45"/>
                    <a:pt x="24" y="120"/>
                  </a:cubicBezTo>
                  <a:cubicBezTo>
                    <a:pt x="1" y="189"/>
                    <a:pt x="47" y="280"/>
                    <a:pt x="138" y="303"/>
                  </a:cubicBezTo>
                  <a:cubicBezTo>
                    <a:pt x="147" y="306"/>
                    <a:pt x="157" y="307"/>
                    <a:pt x="166" y="307"/>
                  </a:cubicBezTo>
                  <a:cubicBezTo>
                    <a:pt x="230" y="307"/>
                    <a:pt x="301" y="248"/>
                    <a:pt x="320" y="189"/>
                  </a:cubicBezTo>
                  <a:cubicBezTo>
                    <a:pt x="320" y="97"/>
                    <a:pt x="275" y="29"/>
                    <a:pt x="206" y="6"/>
                  </a:cubicBezTo>
                  <a:cubicBezTo>
                    <a:pt x="191" y="2"/>
                    <a:pt x="176" y="0"/>
                    <a:pt x="161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3680" rIns="90000" bIns="136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04" name="Google Shape;113;p2"/>
            <p:cNvSpPr/>
            <p:nvPr/>
          </p:nvSpPr>
          <p:spPr>
            <a:xfrm>
              <a:off x="1493280" y="2429640"/>
              <a:ext cx="27360" cy="2628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26280"/>
                <a:gd name="textAreaBottom" fmla="*/ 27720 h 26280"/>
              </a:gdLst>
              <a:ahLst/>
              <a:cxnLst/>
              <a:rect l="textAreaLeft" t="textAreaTop" r="textAreaRight" b="textAreaBottom"/>
              <a:pathLst>
                <a:path w="320" h="308">
                  <a:moveTo>
                    <a:pt x="161" y="1"/>
                  </a:moveTo>
                  <a:cubicBezTo>
                    <a:pt x="92" y="1"/>
                    <a:pt x="42" y="45"/>
                    <a:pt x="23" y="121"/>
                  </a:cubicBezTo>
                  <a:cubicBezTo>
                    <a:pt x="0" y="189"/>
                    <a:pt x="46" y="280"/>
                    <a:pt x="114" y="303"/>
                  </a:cubicBezTo>
                  <a:cubicBezTo>
                    <a:pt x="127" y="306"/>
                    <a:pt x="139" y="308"/>
                    <a:pt x="151" y="308"/>
                  </a:cubicBezTo>
                  <a:cubicBezTo>
                    <a:pt x="228" y="308"/>
                    <a:pt x="297" y="248"/>
                    <a:pt x="297" y="189"/>
                  </a:cubicBezTo>
                  <a:cubicBezTo>
                    <a:pt x="320" y="98"/>
                    <a:pt x="274" y="29"/>
                    <a:pt x="206" y="6"/>
                  </a:cubicBezTo>
                  <a:cubicBezTo>
                    <a:pt x="190" y="3"/>
                    <a:pt x="175" y="1"/>
                    <a:pt x="161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3680" rIns="90000" bIns="136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05" name="Google Shape;114;p2"/>
            <p:cNvSpPr/>
            <p:nvPr/>
          </p:nvSpPr>
          <p:spPr>
            <a:xfrm>
              <a:off x="2486880" y="3484800"/>
              <a:ext cx="35640" cy="32400"/>
            </a:xfrm>
            <a:custGeom>
              <a:avLst/>
              <a:gdLst>
                <a:gd name="textAreaLeft" fmla="*/ 0 w 35640"/>
                <a:gd name="textAreaRight" fmla="*/ 37080 w 35640"/>
                <a:gd name="textAreaTop" fmla="*/ 0 h 32400"/>
                <a:gd name="textAreaBottom" fmla="*/ 33840 h 32400"/>
              </a:gdLst>
              <a:ahLst/>
              <a:cxnLst/>
              <a:rect l="textAreaLeft" t="textAreaTop" r="textAreaRight" b="textAreaBottom"/>
              <a:pathLst>
                <a:path w="412" h="376">
                  <a:moveTo>
                    <a:pt x="215" y="0"/>
                  </a:moveTo>
                  <a:cubicBezTo>
                    <a:pt x="132" y="0"/>
                    <a:pt x="43" y="62"/>
                    <a:pt x="23" y="141"/>
                  </a:cubicBezTo>
                  <a:cubicBezTo>
                    <a:pt x="0" y="256"/>
                    <a:pt x="69" y="347"/>
                    <a:pt x="160" y="370"/>
                  </a:cubicBezTo>
                  <a:cubicBezTo>
                    <a:pt x="175" y="373"/>
                    <a:pt x="191" y="375"/>
                    <a:pt x="207" y="375"/>
                  </a:cubicBezTo>
                  <a:cubicBezTo>
                    <a:pt x="287" y="375"/>
                    <a:pt x="369" y="328"/>
                    <a:pt x="389" y="233"/>
                  </a:cubicBezTo>
                  <a:cubicBezTo>
                    <a:pt x="411" y="141"/>
                    <a:pt x="366" y="27"/>
                    <a:pt x="252" y="4"/>
                  </a:cubicBezTo>
                  <a:cubicBezTo>
                    <a:pt x="240" y="1"/>
                    <a:pt x="227" y="0"/>
                    <a:pt x="215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6920" rIns="90000" bIns="169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06" name="Google Shape;115;p2"/>
            <p:cNvSpPr/>
            <p:nvPr/>
          </p:nvSpPr>
          <p:spPr>
            <a:xfrm>
              <a:off x="2118240" y="3095640"/>
              <a:ext cx="31320" cy="30240"/>
            </a:xfrm>
            <a:custGeom>
              <a:avLst/>
              <a:gdLst>
                <a:gd name="textAreaLeft" fmla="*/ 0 w 31320"/>
                <a:gd name="textAreaRight" fmla="*/ 32760 w 31320"/>
                <a:gd name="textAreaTop" fmla="*/ 0 h 30240"/>
                <a:gd name="textAreaBottom" fmla="*/ 31680 h 30240"/>
              </a:gdLst>
              <a:ahLst/>
              <a:cxnLst/>
              <a:rect l="textAreaLeft" t="textAreaTop" r="textAreaRight" b="textAreaBottom"/>
              <a:pathLst>
                <a:path w="367" h="352">
                  <a:moveTo>
                    <a:pt x="193" y="0"/>
                  </a:moveTo>
                  <a:cubicBezTo>
                    <a:pt x="115" y="0"/>
                    <a:pt x="44" y="62"/>
                    <a:pt x="24" y="142"/>
                  </a:cubicBezTo>
                  <a:cubicBezTo>
                    <a:pt x="1" y="233"/>
                    <a:pt x="47" y="324"/>
                    <a:pt x="138" y="347"/>
                  </a:cubicBezTo>
                  <a:cubicBezTo>
                    <a:pt x="150" y="350"/>
                    <a:pt x="162" y="351"/>
                    <a:pt x="174" y="351"/>
                  </a:cubicBezTo>
                  <a:cubicBezTo>
                    <a:pt x="252" y="351"/>
                    <a:pt x="323" y="289"/>
                    <a:pt x="343" y="210"/>
                  </a:cubicBezTo>
                  <a:cubicBezTo>
                    <a:pt x="366" y="119"/>
                    <a:pt x="298" y="27"/>
                    <a:pt x="229" y="5"/>
                  </a:cubicBezTo>
                  <a:cubicBezTo>
                    <a:pt x="217" y="2"/>
                    <a:pt x="205" y="0"/>
                    <a:pt x="193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840" rIns="90000" bIns="158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07" name="Google Shape;116;p2"/>
            <p:cNvSpPr/>
            <p:nvPr/>
          </p:nvSpPr>
          <p:spPr>
            <a:xfrm>
              <a:off x="3416760" y="5121720"/>
              <a:ext cx="33480" cy="3024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30240"/>
                <a:gd name="textAreaBottom" fmla="*/ 31680 h 30240"/>
              </a:gdLst>
              <a:ahLst/>
              <a:cxnLst/>
              <a:rect l="textAreaLeft" t="textAreaTop" r="textAreaRight" b="textAreaBottom"/>
              <a:pathLst>
                <a:path w="389" h="352">
                  <a:moveTo>
                    <a:pt x="193" y="0"/>
                  </a:moveTo>
                  <a:cubicBezTo>
                    <a:pt x="114" y="0"/>
                    <a:pt x="43" y="63"/>
                    <a:pt x="23" y="142"/>
                  </a:cubicBezTo>
                  <a:cubicBezTo>
                    <a:pt x="0" y="233"/>
                    <a:pt x="69" y="324"/>
                    <a:pt x="160" y="347"/>
                  </a:cubicBezTo>
                  <a:cubicBezTo>
                    <a:pt x="169" y="350"/>
                    <a:pt x="179" y="352"/>
                    <a:pt x="189" y="352"/>
                  </a:cubicBezTo>
                  <a:cubicBezTo>
                    <a:pt x="257" y="352"/>
                    <a:pt x="346" y="290"/>
                    <a:pt x="365" y="210"/>
                  </a:cubicBezTo>
                  <a:cubicBezTo>
                    <a:pt x="388" y="119"/>
                    <a:pt x="320" y="28"/>
                    <a:pt x="228" y="5"/>
                  </a:cubicBezTo>
                  <a:cubicBezTo>
                    <a:pt x="216" y="2"/>
                    <a:pt x="204" y="0"/>
                    <a:pt x="193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840" rIns="90000" bIns="158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08" name="Google Shape;117;p2"/>
            <p:cNvSpPr/>
            <p:nvPr/>
          </p:nvSpPr>
          <p:spPr>
            <a:xfrm>
              <a:off x="2263680" y="3877920"/>
              <a:ext cx="21240" cy="18360"/>
            </a:xfrm>
            <a:custGeom>
              <a:avLst/>
              <a:gdLst>
                <a:gd name="textAreaLeft" fmla="*/ 0 w 21240"/>
                <a:gd name="textAreaRight" fmla="*/ 22680 w 21240"/>
                <a:gd name="textAreaTop" fmla="*/ 0 h 18360"/>
                <a:gd name="textAreaBottom" fmla="*/ 19800 h 18360"/>
              </a:gdLst>
              <a:ahLst/>
              <a:cxnLst/>
              <a:rect l="textAreaLeft" t="textAreaTop" r="textAreaRight" b="textAreaBottom"/>
              <a:pathLst>
                <a:path w="252" h="219">
                  <a:moveTo>
                    <a:pt x="123" y="1"/>
                  </a:moveTo>
                  <a:cubicBezTo>
                    <a:pt x="69" y="1"/>
                    <a:pt x="23" y="38"/>
                    <a:pt x="23" y="75"/>
                  </a:cubicBezTo>
                  <a:cubicBezTo>
                    <a:pt x="1" y="144"/>
                    <a:pt x="46" y="190"/>
                    <a:pt x="92" y="212"/>
                  </a:cubicBezTo>
                  <a:cubicBezTo>
                    <a:pt x="104" y="217"/>
                    <a:pt x="117" y="218"/>
                    <a:pt x="129" y="218"/>
                  </a:cubicBezTo>
                  <a:cubicBezTo>
                    <a:pt x="183" y="218"/>
                    <a:pt x="229" y="181"/>
                    <a:pt x="229" y="144"/>
                  </a:cubicBezTo>
                  <a:cubicBezTo>
                    <a:pt x="252" y="75"/>
                    <a:pt x="206" y="7"/>
                    <a:pt x="160" y="7"/>
                  </a:cubicBezTo>
                  <a:cubicBezTo>
                    <a:pt x="148" y="3"/>
                    <a:pt x="135" y="1"/>
                    <a:pt x="123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720" rIns="90000" bIns="97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09" name="Google Shape;118;p2"/>
            <p:cNvSpPr/>
            <p:nvPr/>
          </p:nvSpPr>
          <p:spPr>
            <a:xfrm>
              <a:off x="2302560" y="3843720"/>
              <a:ext cx="23400" cy="21600"/>
            </a:xfrm>
            <a:custGeom>
              <a:avLst/>
              <a:gdLst>
                <a:gd name="textAreaLeft" fmla="*/ 0 w 23400"/>
                <a:gd name="textAreaRight" fmla="*/ 24840 w 23400"/>
                <a:gd name="textAreaTop" fmla="*/ 0 h 21600"/>
                <a:gd name="textAreaBottom" fmla="*/ 23040 h 21600"/>
              </a:gdLst>
              <a:ahLst/>
              <a:cxnLst/>
              <a:rect l="textAreaLeft" t="textAreaTop" r="textAreaRight" b="textAreaBottom"/>
              <a:pathLst>
                <a:path w="275" h="258">
                  <a:moveTo>
                    <a:pt x="160" y="1"/>
                  </a:moveTo>
                  <a:cubicBezTo>
                    <a:pt x="92" y="1"/>
                    <a:pt x="23" y="24"/>
                    <a:pt x="23" y="92"/>
                  </a:cubicBezTo>
                  <a:cubicBezTo>
                    <a:pt x="0" y="161"/>
                    <a:pt x="46" y="229"/>
                    <a:pt x="92" y="252"/>
                  </a:cubicBezTo>
                  <a:cubicBezTo>
                    <a:pt x="104" y="256"/>
                    <a:pt x="116" y="258"/>
                    <a:pt x="128" y="258"/>
                  </a:cubicBezTo>
                  <a:cubicBezTo>
                    <a:pt x="183" y="258"/>
                    <a:pt x="232" y="217"/>
                    <a:pt x="251" y="161"/>
                  </a:cubicBezTo>
                  <a:cubicBezTo>
                    <a:pt x="274" y="92"/>
                    <a:pt x="228" y="24"/>
                    <a:pt x="160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520" rIns="90000" bIns="115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0" name="Google Shape;119;p2"/>
            <p:cNvSpPr/>
            <p:nvPr/>
          </p:nvSpPr>
          <p:spPr>
            <a:xfrm>
              <a:off x="5014800" y="3769560"/>
              <a:ext cx="37440" cy="32400"/>
            </a:xfrm>
            <a:custGeom>
              <a:avLst/>
              <a:gdLst>
                <a:gd name="textAreaLeft" fmla="*/ 0 w 37440"/>
                <a:gd name="textAreaRight" fmla="*/ 38880 w 37440"/>
                <a:gd name="textAreaTop" fmla="*/ 0 h 32400"/>
                <a:gd name="textAreaBottom" fmla="*/ 33840 h 32400"/>
              </a:gdLst>
              <a:ahLst/>
              <a:cxnLst/>
              <a:rect l="textAreaLeft" t="textAreaTop" r="textAreaRight" b="textAreaBottom"/>
              <a:pathLst>
                <a:path w="435" h="376">
                  <a:moveTo>
                    <a:pt x="220" y="0"/>
                  </a:moveTo>
                  <a:cubicBezTo>
                    <a:pt x="132" y="0"/>
                    <a:pt x="66" y="48"/>
                    <a:pt x="47" y="143"/>
                  </a:cubicBezTo>
                  <a:cubicBezTo>
                    <a:pt x="1" y="234"/>
                    <a:pt x="69" y="349"/>
                    <a:pt x="161" y="371"/>
                  </a:cubicBezTo>
                  <a:cubicBezTo>
                    <a:pt x="176" y="374"/>
                    <a:pt x="190" y="376"/>
                    <a:pt x="204" y="376"/>
                  </a:cubicBezTo>
                  <a:cubicBezTo>
                    <a:pt x="298" y="376"/>
                    <a:pt x="369" y="314"/>
                    <a:pt x="389" y="234"/>
                  </a:cubicBezTo>
                  <a:cubicBezTo>
                    <a:pt x="435" y="120"/>
                    <a:pt x="366" y="29"/>
                    <a:pt x="275" y="6"/>
                  </a:cubicBezTo>
                  <a:cubicBezTo>
                    <a:pt x="256" y="2"/>
                    <a:pt x="237" y="0"/>
                    <a:pt x="220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6920" rIns="90000" bIns="169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1" name="Google Shape;120;p2"/>
            <p:cNvSpPr/>
            <p:nvPr/>
          </p:nvSpPr>
          <p:spPr>
            <a:xfrm>
              <a:off x="4938840" y="4787640"/>
              <a:ext cx="35640" cy="30240"/>
            </a:xfrm>
            <a:custGeom>
              <a:avLst/>
              <a:gdLst>
                <a:gd name="textAreaLeft" fmla="*/ 0 w 35640"/>
                <a:gd name="textAreaRight" fmla="*/ 37080 w 35640"/>
                <a:gd name="textAreaTop" fmla="*/ 0 h 30240"/>
                <a:gd name="textAreaBottom" fmla="*/ 31680 h 30240"/>
              </a:gdLst>
              <a:ahLst/>
              <a:cxnLst/>
              <a:rect l="textAreaLeft" t="textAreaTop" r="textAreaRight" b="textAreaBottom"/>
              <a:pathLst>
                <a:path w="412" h="355">
                  <a:moveTo>
                    <a:pt x="206" y="1"/>
                  </a:moveTo>
                  <a:cubicBezTo>
                    <a:pt x="132" y="1"/>
                    <a:pt x="65" y="48"/>
                    <a:pt x="46" y="143"/>
                  </a:cubicBezTo>
                  <a:cubicBezTo>
                    <a:pt x="0" y="235"/>
                    <a:pt x="69" y="326"/>
                    <a:pt x="160" y="349"/>
                  </a:cubicBezTo>
                  <a:cubicBezTo>
                    <a:pt x="175" y="353"/>
                    <a:pt x="191" y="354"/>
                    <a:pt x="207" y="354"/>
                  </a:cubicBezTo>
                  <a:cubicBezTo>
                    <a:pt x="287" y="354"/>
                    <a:pt x="369" y="307"/>
                    <a:pt x="388" y="212"/>
                  </a:cubicBezTo>
                  <a:cubicBezTo>
                    <a:pt x="411" y="120"/>
                    <a:pt x="343" y="29"/>
                    <a:pt x="251" y="6"/>
                  </a:cubicBezTo>
                  <a:cubicBezTo>
                    <a:pt x="236" y="3"/>
                    <a:pt x="221" y="1"/>
                    <a:pt x="206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840" rIns="90000" bIns="158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2" name="Google Shape;121;p2"/>
            <p:cNvSpPr/>
            <p:nvPr/>
          </p:nvSpPr>
          <p:spPr>
            <a:xfrm>
              <a:off x="3084840" y="4189320"/>
              <a:ext cx="37440" cy="34200"/>
            </a:xfrm>
            <a:custGeom>
              <a:avLst/>
              <a:gdLst>
                <a:gd name="textAreaLeft" fmla="*/ 0 w 37440"/>
                <a:gd name="textAreaRight" fmla="*/ 38880 w 37440"/>
                <a:gd name="textAreaTop" fmla="*/ 0 h 34200"/>
                <a:gd name="textAreaBottom" fmla="*/ 35640 h 34200"/>
              </a:gdLst>
              <a:ahLst/>
              <a:cxnLst/>
              <a:rect l="textAreaLeft" t="textAreaTop" r="textAreaRight" b="textAreaBottom"/>
              <a:pathLst>
                <a:path w="435" h="398">
                  <a:moveTo>
                    <a:pt x="231" y="1"/>
                  </a:moveTo>
                  <a:cubicBezTo>
                    <a:pt x="137" y="1"/>
                    <a:pt x="63" y="63"/>
                    <a:pt x="23" y="142"/>
                  </a:cubicBezTo>
                  <a:cubicBezTo>
                    <a:pt x="0" y="256"/>
                    <a:pt x="69" y="371"/>
                    <a:pt x="183" y="393"/>
                  </a:cubicBezTo>
                  <a:cubicBezTo>
                    <a:pt x="195" y="396"/>
                    <a:pt x="207" y="398"/>
                    <a:pt x="220" y="398"/>
                  </a:cubicBezTo>
                  <a:cubicBezTo>
                    <a:pt x="303" y="398"/>
                    <a:pt x="391" y="336"/>
                    <a:pt x="411" y="256"/>
                  </a:cubicBezTo>
                  <a:cubicBezTo>
                    <a:pt x="434" y="142"/>
                    <a:pt x="366" y="28"/>
                    <a:pt x="274" y="5"/>
                  </a:cubicBezTo>
                  <a:cubicBezTo>
                    <a:pt x="259" y="2"/>
                    <a:pt x="245" y="1"/>
                    <a:pt x="231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7640" rIns="90000" bIns="176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3" name="Google Shape;122;p2"/>
            <p:cNvSpPr/>
            <p:nvPr/>
          </p:nvSpPr>
          <p:spPr>
            <a:xfrm>
              <a:off x="3804120" y="4448160"/>
              <a:ext cx="23400" cy="21600"/>
            </a:xfrm>
            <a:custGeom>
              <a:avLst/>
              <a:gdLst>
                <a:gd name="textAreaLeft" fmla="*/ 0 w 23400"/>
                <a:gd name="textAreaRight" fmla="*/ 24840 w 23400"/>
                <a:gd name="textAreaTop" fmla="*/ 0 h 21600"/>
                <a:gd name="textAreaBottom" fmla="*/ 23040 h 21600"/>
              </a:gdLst>
              <a:ahLst/>
              <a:cxnLst/>
              <a:rect l="textAreaLeft" t="textAreaTop" r="textAreaRight" b="textAreaBottom"/>
              <a:pathLst>
                <a:path w="275" h="258">
                  <a:moveTo>
                    <a:pt x="160" y="0"/>
                  </a:moveTo>
                  <a:cubicBezTo>
                    <a:pt x="91" y="0"/>
                    <a:pt x="23" y="23"/>
                    <a:pt x="0" y="92"/>
                  </a:cubicBezTo>
                  <a:cubicBezTo>
                    <a:pt x="0" y="160"/>
                    <a:pt x="46" y="229"/>
                    <a:pt x="114" y="251"/>
                  </a:cubicBezTo>
                  <a:cubicBezTo>
                    <a:pt x="122" y="255"/>
                    <a:pt x="132" y="257"/>
                    <a:pt x="142" y="257"/>
                  </a:cubicBezTo>
                  <a:cubicBezTo>
                    <a:pt x="189" y="257"/>
                    <a:pt x="251" y="216"/>
                    <a:pt x="251" y="160"/>
                  </a:cubicBezTo>
                  <a:cubicBezTo>
                    <a:pt x="274" y="92"/>
                    <a:pt x="228" y="23"/>
                    <a:pt x="160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520" rIns="90000" bIns="115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4" name="Google Shape;123;p2"/>
            <p:cNvSpPr/>
            <p:nvPr/>
          </p:nvSpPr>
          <p:spPr>
            <a:xfrm>
              <a:off x="3804120" y="4523400"/>
              <a:ext cx="39600" cy="34200"/>
            </a:xfrm>
            <a:custGeom>
              <a:avLst/>
              <a:gdLst>
                <a:gd name="textAreaLeft" fmla="*/ 0 w 39600"/>
                <a:gd name="textAreaRight" fmla="*/ 41040 w 39600"/>
                <a:gd name="textAreaTop" fmla="*/ 0 h 34200"/>
                <a:gd name="textAreaBottom" fmla="*/ 35640 h 34200"/>
              </a:gdLst>
              <a:ahLst/>
              <a:cxnLst/>
              <a:rect l="textAreaLeft" t="textAreaTop" r="textAreaRight" b="textAreaBottom"/>
              <a:pathLst>
                <a:path w="457" h="399">
                  <a:moveTo>
                    <a:pt x="230" y="0"/>
                  </a:moveTo>
                  <a:cubicBezTo>
                    <a:pt x="132" y="0"/>
                    <a:pt x="43" y="65"/>
                    <a:pt x="23" y="165"/>
                  </a:cubicBezTo>
                  <a:cubicBezTo>
                    <a:pt x="0" y="256"/>
                    <a:pt x="69" y="370"/>
                    <a:pt x="183" y="393"/>
                  </a:cubicBezTo>
                  <a:cubicBezTo>
                    <a:pt x="198" y="397"/>
                    <a:pt x="214" y="399"/>
                    <a:pt x="230" y="399"/>
                  </a:cubicBezTo>
                  <a:cubicBezTo>
                    <a:pt x="310" y="399"/>
                    <a:pt x="392" y="351"/>
                    <a:pt x="411" y="256"/>
                  </a:cubicBezTo>
                  <a:cubicBezTo>
                    <a:pt x="457" y="142"/>
                    <a:pt x="388" y="28"/>
                    <a:pt x="274" y="5"/>
                  </a:cubicBezTo>
                  <a:cubicBezTo>
                    <a:pt x="259" y="2"/>
                    <a:pt x="245" y="0"/>
                    <a:pt x="230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7640" rIns="90000" bIns="176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5" name="Google Shape;124;p2"/>
            <p:cNvSpPr/>
            <p:nvPr/>
          </p:nvSpPr>
          <p:spPr>
            <a:xfrm>
              <a:off x="4195080" y="3234600"/>
              <a:ext cx="23400" cy="19800"/>
            </a:xfrm>
            <a:custGeom>
              <a:avLst/>
              <a:gdLst>
                <a:gd name="textAreaLeft" fmla="*/ 0 w 23400"/>
                <a:gd name="textAreaRight" fmla="*/ 24840 w 23400"/>
                <a:gd name="textAreaTop" fmla="*/ 0 h 19800"/>
                <a:gd name="textAreaBottom" fmla="*/ 21240 h 19800"/>
              </a:gdLst>
              <a:ahLst/>
              <a:cxnLst/>
              <a:rect l="textAreaLeft" t="textAreaTop" r="textAreaRight" b="textAreaBottom"/>
              <a:pathLst>
                <a:path w="275" h="236">
                  <a:moveTo>
                    <a:pt x="134" y="1"/>
                  </a:moveTo>
                  <a:cubicBezTo>
                    <a:pt x="91" y="1"/>
                    <a:pt x="42" y="38"/>
                    <a:pt x="24" y="75"/>
                  </a:cubicBezTo>
                  <a:cubicBezTo>
                    <a:pt x="1" y="144"/>
                    <a:pt x="46" y="212"/>
                    <a:pt x="115" y="235"/>
                  </a:cubicBezTo>
                  <a:cubicBezTo>
                    <a:pt x="161" y="235"/>
                    <a:pt x="229" y="212"/>
                    <a:pt x="252" y="144"/>
                  </a:cubicBezTo>
                  <a:cubicBezTo>
                    <a:pt x="275" y="75"/>
                    <a:pt x="229" y="7"/>
                    <a:pt x="161" y="7"/>
                  </a:cubicBezTo>
                  <a:cubicBezTo>
                    <a:pt x="152" y="3"/>
                    <a:pt x="143" y="1"/>
                    <a:pt x="134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440" rIns="90000" bIns="10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6" name="Google Shape;125;p2"/>
            <p:cNvSpPr/>
            <p:nvPr/>
          </p:nvSpPr>
          <p:spPr>
            <a:xfrm>
              <a:off x="5090400" y="4043880"/>
              <a:ext cx="31320" cy="28440"/>
            </a:xfrm>
            <a:custGeom>
              <a:avLst/>
              <a:gdLst>
                <a:gd name="textAreaLeft" fmla="*/ 0 w 31320"/>
                <a:gd name="textAreaRight" fmla="*/ 32760 w 31320"/>
                <a:gd name="textAreaTop" fmla="*/ 0 h 28440"/>
                <a:gd name="textAreaBottom" fmla="*/ 29880 h 28440"/>
              </a:gdLst>
              <a:ahLst/>
              <a:cxnLst/>
              <a:rect l="textAreaLeft" t="textAreaTop" r="textAreaRight" b="textAreaBottom"/>
              <a:pathLst>
                <a:path w="366" h="333">
                  <a:moveTo>
                    <a:pt x="182" y="1"/>
                  </a:moveTo>
                  <a:cubicBezTo>
                    <a:pt x="108" y="1"/>
                    <a:pt x="42" y="45"/>
                    <a:pt x="23" y="121"/>
                  </a:cubicBezTo>
                  <a:cubicBezTo>
                    <a:pt x="0" y="212"/>
                    <a:pt x="46" y="303"/>
                    <a:pt x="137" y="326"/>
                  </a:cubicBezTo>
                  <a:cubicBezTo>
                    <a:pt x="153" y="330"/>
                    <a:pt x="169" y="332"/>
                    <a:pt x="184" y="332"/>
                  </a:cubicBezTo>
                  <a:cubicBezTo>
                    <a:pt x="258" y="332"/>
                    <a:pt x="324" y="288"/>
                    <a:pt x="343" y="212"/>
                  </a:cubicBezTo>
                  <a:cubicBezTo>
                    <a:pt x="366" y="121"/>
                    <a:pt x="320" y="30"/>
                    <a:pt x="229" y="7"/>
                  </a:cubicBezTo>
                  <a:cubicBezTo>
                    <a:pt x="213" y="3"/>
                    <a:pt x="197" y="1"/>
                    <a:pt x="182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4760" rIns="90000" bIns="147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7" name="Google Shape;126;p2"/>
            <p:cNvSpPr/>
            <p:nvPr/>
          </p:nvSpPr>
          <p:spPr>
            <a:xfrm>
              <a:off x="4961520" y="4633920"/>
              <a:ext cx="27360" cy="2448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24480"/>
                <a:gd name="textAreaBottom" fmla="*/ 25920 h 24480"/>
              </a:gdLst>
              <a:ahLst/>
              <a:cxnLst/>
              <a:rect l="textAreaLeft" t="textAreaTop" r="textAreaRight" b="textAreaBottom"/>
              <a:pathLst>
                <a:path w="320" h="287">
                  <a:moveTo>
                    <a:pt x="145" y="1"/>
                  </a:moveTo>
                  <a:cubicBezTo>
                    <a:pt x="85" y="1"/>
                    <a:pt x="23" y="41"/>
                    <a:pt x="23" y="98"/>
                  </a:cubicBezTo>
                  <a:cubicBezTo>
                    <a:pt x="0" y="189"/>
                    <a:pt x="46" y="258"/>
                    <a:pt x="115" y="280"/>
                  </a:cubicBezTo>
                  <a:cubicBezTo>
                    <a:pt x="126" y="284"/>
                    <a:pt x="139" y="286"/>
                    <a:pt x="151" y="286"/>
                  </a:cubicBezTo>
                  <a:cubicBezTo>
                    <a:pt x="212" y="286"/>
                    <a:pt x="278" y="242"/>
                    <a:pt x="297" y="166"/>
                  </a:cubicBezTo>
                  <a:cubicBezTo>
                    <a:pt x="320" y="98"/>
                    <a:pt x="274" y="29"/>
                    <a:pt x="183" y="6"/>
                  </a:cubicBezTo>
                  <a:cubicBezTo>
                    <a:pt x="171" y="2"/>
                    <a:pt x="158" y="1"/>
                    <a:pt x="145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8" name="Google Shape;127;p2"/>
            <p:cNvSpPr/>
            <p:nvPr/>
          </p:nvSpPr>
          <p:spPr>
            <a:xfrm>
              <a:off x="3269520" y="4740840"/>
              <a:ext cx="27360" cy="2556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25560"/>
                <a:gd name="textAreaBottom" fmla="*/ 27000 h 25560"/>
              </a:gdLst>
              <a:ahLst/>
              <a:cxnLst/>
              <a:rect l="textAreaLeft" t="textAreaTop" r="textAreaRight" b="textAreaBottom"/>
              <a:pathLst>
                <a:path w="321" h="302">
                  <a:moveTo>
                    <a:pt x="206" y="0"/>
                  </a:moveTo>
                  <a:cubicBezTo>
                    <a:pt x="138" y="0"/>
                    <a:pt x="46" y="46"/>
                    <a:pt x="24" y="114"/>
                  </a:cubicBezTo>
                  <a:cubicBezTo>
                    <a:pt x="1" y="183"/>
                    <a:pt x="46" y="274"/>
                    <a:pt x="138" y="297"/>
                  </a:cubicBezTo>
                  <a:cubicBezTo>
                    <a:pt x="147" y="300"/>
                    <a:pt x="156" y="302"/>
                    <a:pt x="166" y="302"/>
                  </a:cubicBezTo>
                  <a:cubicBezTo>
                    <a:pt x="229" y="302"/>
                    <a:pt x="297" y="242"/>
                    <a:pt x="297" y="183"/>
                  </a:cubicBezTo>
                  <a:cubicBezTo>
                    <a:pt x="320" y="114"/>
                    <a:pt x="275" y="23"/>
                    <a:pt x="206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3320" rIns="90000" bIns="133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9" name="Google Shape;128;p2"/>
            <p:cNvSpPr/>
            <p:nvPr/>
          </p:nvSpPr>
          <p:spPr>
            <a:xfrm>
              <a:off x="4230000" y="3212280"/>
              <a:ext cx="39600" cy="35280"/>
            </a:xfrm>
            <a:custGeom>
              <a:avLst/>
              <a:gdLst>
                <a:gd name="textAreaLeft" fmla="*/ 0 w 39600"/>
                <a:gd name="textAreaRight" fmla="*/ 41040 w 39600"/>
                <a:gd name="textAreaTop" fmla="*/ 0 h 35280"/>
                <a:gd name="textAreaBottom" fmla="*/ 36720 h 35280"/>
              </a:gdLst>
              <a:ahLst/>
              <a:cxnLst/>
              <a:rect l="textAreaLeft" t="textAreaTop" r="textAreaRight" b="textAreaBottom"/>
              <a:pathLst>
                <a:path w="458" h="410">
                  <a:moveTo>
                    <a:pt x="218" y="1"/>
                  </a:moveTo>
                  <a:cubicBezTo>
                    <a:pt x="125" y="1"/>
                    <a:pt x="43" y="49"/>
                    <a:pt x="24" y="144"/>
                  </a:cubicBezTo>
                  <a:cubicBezTo>
                    <a:pt x="1" y="258"/>
                    <a:pt x="69" y="372"/>
                    <a:pt x="161" y="395"/>
                  </a:cubicBezTo>
                  <a:cubicBezTo>
                    <a:pt x="185" y="404"/>
                    <a:pt x="209" y="409"/>
                    <a:pt x="233" y="409"/>
                  </a:cubicBezTo>
                  <a:cubicBezTo>
                    <a:pt x="319" y="409"/>
                    <a:pt x="394" y="348"/>
                    <a:pt x="412" y="258"/>
                  </a:cubicBezTo>
                  <a:cubicBezTo>
                    <a:pt x="457" y="144"/>
                    <a:pt x="389" y="30"/>
                    <a:pt x="275" y="7"/>
                  </a:cubicBezTo>
                  <a:cubicBezTo>
                    <a:pt x="256" y="3"/>
                    <a:pt x="237" y="1"/>
                    <a:pt x="218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8360" rIns="90000" bIns="183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0" name="Google Shape;129;p2"/>
            <p:cNvSpPr/>
            <p:nvPr/>
          </p:nvSpPr>
          <p:spPr>
            <a:xfrm>
              <a:off x="1184040" y="4502880"/>
              <a:ext cx="25200" cy="22320"/>
            </a:xfrm>
            <a:custGeom>
              <a:avLst/>
              <a:gdLst>
                <a:gd name="textAreaLeft" fmla="*/ 0 w 25200"/>
                <a:gd name="textAreaRight" fmla="*/ 26640 w 25200"/>
                <a:gd name="textAreaTop" fmla="*/ 0 h 22320"/>
                <a:gd name="textAreaBottom" fmla="*/ 23760 h 22320"/>
              </a:gdLst>
              <a:ahLst/>
              <a:cxnLst/>
              <a:rect l="textAreaLeft" t="textAreaTop" r="textAreaRight" b="textAreaBottom"/>
              <a:pathLst>
                <a:path w="298" h="264">
                  <a:moveTo>
                    <a:pt x="147" y="1"/>
                  </a:moveTo>
                  <a:cubicBezTo>
                    <a:pt x="92" y="1"/>
                    <a:pt x="42" y="42"/>
                    <a:pt x="23" y="98"/>
                  </a:cubicBezTo>
                  <a:cubicBezTo>
                    <a:pt x="1" y="166"/>
                    <a:pt x="46" y="235"/>
                    <a:pt x="115" y="258"/>
                  </a:cubicBezTo>
                  <a:cubicBezTo>
                    <a:pt x="131" y="262"/>
                    <a:pt x="146" y="264"/>
                    <a:pt x="161" y="264"/>
                  </a:cubicBezTo>
                  <a:cubicBezTo>
                    <a:pt x="228" y="264"/>
                    <a:pt x="274" y="223"/>
                    <a:pt x="274" y="166"/>
                  </a:cubicBezTo>
                  <a:cubicBezTo>
                    <a:pt x="297" y="98"/>
                    <a:pt x="252" y="29"/>
                    <a:pt x="183" y="7"/>
                  </a:cubicBezTo>
                  <a:cubicBezTo>
                    <a:pt x="171" y="3"/>
                    <a:pt x="159" y="1"/>
                    <a:pt x="147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880" rIns="90000" bIns="118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1" name="Google Shape;130;p2"/>
            <p:cNvSpPr/>
            <p:nvPr/>
          </p:nvSpPr>
          <p:spPr>
            <a:xfrm>
              <a:off x="5170320" y="4329360"/>
              <a:ext cx="25200" cy="23760"/>
            </a:xfrm>
            <a:custGeom>
              <a:avLst/>
              <a:gdLst>
                <a:gd name="textAreaLeft" fmla="*/ 0 w 25200"/>
                <a:gd name="textAreaRight" fmla="*/ 26640 w 25200"/>
                <a:gd name="textAreaTop" fmla="*/ 0 h 23760"/>
                <a:gd name="textAreaBottom" fmla="*/ 25200 h 23760"/>
              </a:gdLst>
              <a:ahLst/>
              <a:cxnLst/>
              <a:rect l="textAreaLeft" t="textAreaTop" r="textAreaRight" b="textAreaBottom"/>
              <a:pathLst>
                <a:path w="298" h="281">
                  <a:moveTo>
                    <a:pt x="183" y="0"/>
                  </a:moveTo>
                  <a:cubicBezTo>
                    <a:pt x="115" y="0"/>
                    <a:pt x="46" y="46"/>
                    <a:pt x="23" y="115"/>
                  </a:cubicBezTo>
                  <a:cubicBezTo>
                    <a:pt x="1" y="183"/>
                    <a:pt x="46" y="252"/>
                    <a:pt x="115" y="274"/>
                  </a:cubicBezTo>
                  <a:cubicBezTo>
                    <a:pt x="127" y="278"/>
                    <a:pt x="140" y="280"/>
                    <a:pt x="153" y="280"/>
                  </a:cubicBezTo>
                  <a:cubicBezTo>
                    <a:pt x="213" y="280"/>
                    <a:pt x="275" y="239"/>
                    <a:pt x="275" y="183"/>
                  </a:cubicBezTo>
                  <a:cubicBezTo>
                    <a:pt x="297" y="92"/>
                    <a:pt x="252" y="23"/>
                    <a:pt x="183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600" rIns="90000" bIns="126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2" name="Google Shape;131;p2"/>
            <p:cNvSpPr/>
            <p:nvPr/>
          </p:nvSpPr>
          <p:spPr>
            <a:xfrm>
              <a:off x="4715640" y="4062240"/>
              <a:ext cx="31320" cy="28440"/>
            </a:xfrm>
            <a:custGeom>
              <a:avLst/>
              <a:gdLst>
                <a:gd name="textAreaLeft" fmla="*/ 0 w 31320"/>
                <a:gd name="textAreaRight" fmla="*/ 32760 w 31320"/>
                <a:gd name="textAreaTop" fmla="*/ 0 h 28440"/>
                <a:gd name="textAreaBottom" fmla="*/ 29880 h 28440"/>
              </a:gdLst>
              <a:ahLst/>
              <a:cxnLst/>
              <a:rect l="textAreaLeft" t="textAreaTop" r="textAreaRight" b="textAreaBottom"/>
              <a:pathLst>
                <a:path w="366" h="331">
                  <a:moveTo>
                    <a:pt x="182" y="0"/>
                  </a:moveTo>
                  <a:cubicBezTo>
                    <a:pt x="108" y="0"/>
                    <a:pt x="42" y="45"/>
                    <a:pt x="23" y="120"/>
                  </a:cubicBezTo>
                  <a:cubicBezTo>
                    <a:pt x="0" y="212"/>
                    <a:pt x="69" y="303"/>
                    <a:pt x="160" y="326"/>
                  </a:cubicBezTo>
                  <a:cubicBezTo>
                    <a:pt x="172" y="329"/>
                    <a:pt x="184" y="330"/>
                    <a:pt x="196" y="330"/>
                  </a:cubicBezTo>
                  <a:cubicBezTo>
                    <a:pt x="269" y="330"/>
                    <a:pt x="323" y="271"/>
                    <a:pt x="343" y="212"/>
                  </a:cubicBezTo>
                  <a:cubicBezTo>
                    <a:pt x="366" y="120"/>
                    <a:pt x="320" y="29"/>
                    <a:pt x="229" y="6"/>
                  </a:cubicBezTo>
                  <a:cubicBezTo>
                    <a:pt x="213" y="2"/>
                    <a:pt x="197" y="0"/>
                    <a:pt x="182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4760" rIns="90000" bIns="147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3" name="Google Shape;132;p2"/>
            <p:cNvSpPr/>
            <p:nvPr/>
          </p:nvSpPr>
          <p:spPr>
            <a:xfrm>
              <a:off x="4873320" y="4269240"/>
              <a:ext cx="23400" cy="21600"/>
            </a:xfrm>
            <a:custGeom>
              <a:avLst/>
              <a:gdLst>
                <a:gd name="textAreaLeft" fmla="*/ 0 w 23400"/>
                <a:gd name="textAreaRight" fmla="*/ 24840 w 23400"/>
                <a:gd name="textAreaTop" fmla="*/ 0 h 21600"/>
                <a:gd name="textAreaBottom" fmla="*/ 23040 h 21600"/>
              </a:gdLst>
              <a:ahLst/>
              <a:cxnLst/>
              <a:rect l="textAreaLeft" t="textAreaTop" r="textAreaRight" b="textAreaBottom"/>
              <a:pathLst>
                <a:path w="275" h="258">
                  <a:moveTo>
                    <a:pt x="147" y="1"/>
                  </a:moveTo>
                  <a:cubicBezTo>
                    <a:pt x="92" y="1"/>
                    <a:pt x="43" y="41"/>
                    <a:pt x="24" y="98"/>
                  </a:cubicBezTo>
                  <a:cubicBezTo>
                    <a:pt x="1" y="166"/>
                    <a:pt x="47" y="235"/>
                    <a:pt x="115" y="258"/>
                  </a:cubicBezTo>
                  <a:cubicBezTo>
                    <a:pt x="184" y="258"/>
                    <a:pt x="252" y="235"/>
                    <a:pt x="275" y="166"/>
                  </a:cubicBezTo>
                  <a:cubicBezTo>
                    <a:pt x="275" y="98"/>
                    <a:pt x="229" y="29"/>
                    <a:pt x="184" y="7"/>
                  </a:cubicBezTo>
                  <a:cubicBezTo>
                    <a:pt x="171" y="2"/>
                    <a:pt x="159" y="1"/>
                    <a:pt x="147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520" rIns="90000" bIns="115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4" name="Google Shape;133;p2"/>
            <p:cNvSpPr/>
            <p:nvPr/>
          </p:nvSpPr>
          <p:spPr>
            <a:xfrm>
              <a:off x="-430200" y="2118960"/>
              <a:ext cx="21240" cy="19800"/>
            </a:xfrm>
            <a:custGeom>
              <a:avLst/>
              <a:gdLst>
                <a:gd name="textAreaLeft" fmla="*/ 0 w 21240"/>
                <a:gd name="textAreaRight" fmla="*/ 22680 w 21240"/>
                <a:gd name="textAreaTop" fmla="*/ 0 h 19800"/>
                <a:gd name="textAreaBottom" fmla="*/ 21240 h 19800"/>
              </a:gdLst>
              <a:ahLst/>
              <a:cxnLst/>
              <a:rect l="textAreaLeft" t="textAreaTop" r="textAreaRight" b="textAreaBottom"/>
              <a:pathLst>
                <a:path w="252" h="235">
                  <a:moveTo>
                    <a:pt x="160" y="0"/>
                  </a:moveTo>
                  <a:cubicBezTo>
                    <a:pt x="92" y="0"/>
                    <a:pt x="23" y="23"/>
                    <a:pt x="0" y="91"/>
                  </a:cubicBezTo>
                  <a:cubicBezTo>
                    <a:pt x="0" y="160"/>
                    <a:pt x="23" y="228"/>
                    <a:pt x="92" y="228"/>
                  </a:cubicBezTo>
                  <a:cubicBezTo>
                    <a:pt x="104" y="232"/>
                    <a:pt x="116" y="234"/>
                    <a:pt x="128" y="234"/>
                  </a:cubicBezTo>
                  <a:cubicBezTo>
                    <a:pt x="182" y="234"/>
                    <a:pt x="228" y="193"/>
                    <a:pt x="228" y="137"/>
                  </a:cubicBezTo>
                  <a:cubicBezTo>
                    <a:pt x="251" y="91"/>
                    <a:pt x="206" y="23"/>
                    <a:pt x="160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440" rIns="90000" bIns="10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5" name="Google Shape;134;p2"/>
            <p:cNvSpPr/>
            <p:nvPr/>
          </p:nvSpPr>
          <p:spPr>
            <a:xfrm>
              <a:off x="3476160" y="2335680"/>
              <a:ext cx="33480" cy="3024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30240"/>
                <a:gd name="textAreaBottom" fmla="*/ 31680 h 30240"/>
              </a:gdLst>
              <a:ahLst/>
              <a:cxnLst/>
              <a:rect l="textAreaLeft" t="textAreaTop" r="textAreaRight" b="textAreaBottom"/>
              <a:pathLst>
                <a:path w="389" h="354">
                  <a:moveTo>
                    <a:pt x="182" y="1"/>
                  </a:moveTo>
                  <a:cubicBezTo>
                    <a:pt x="108" y="1"/>
                    <a:pt x="42" y="45"/>
                    <a:pt x="23" y="121"/>
                  </a:cubicBezTo>
                  <a:cubicBezTo>
                    <a:pt x="0" y="212"/>
                    <a:pt x="69" y="303"/>
                    <a:pt x="160" y="349"/>
                  </a:cubicBezTo>
                  <a:cubicBezTo>
                    <a:pt x="172" y="352"/>
                    <a:pt x="184" y="353"/>
                    <a:pt x="196" y="353"/>
                  </a:cubicBezTo>
                  <a:cubicBezTo>
                    <a:pt x="274" y="353"/>
                    <a:pt x="345" y="291"/>
                    <a:pt x="365" y="212"/>
                  </a:cubicBezTo>
                  <a:cubicBezTo>
                    <a:pt x="388" y="121"/>
                    <a:pt x="320" y="29"/>
                    <a:pt x="228" y="6"/>
                  </a:cubicBezTo>
                  <a:cubicBezTo>
                    <a:pt x="213" y="3"/>
                    <a:pt x="197" y="1"/>
                    <a:pt x="182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840" rIns="90000" bIns="158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6" name="Google Shape;135;p2"/>
            <p:cNvSpPr/>
            <p:nvPr/>
          </p:nvSpPr>
          <p:spPr>
            <a:xfrm>
              <a:off x="4582440" y="4572360"/>
              <a:ext cx="37440" cy="32400"/>
            </a:xfrm>
            <a:custGeom>
              <a:avLst/>
              <a:gdLst>
                <a:gd name="textAreaLeft" fmla="*/ 0 w 37440"/>
                <a:gd name="textAreaRight" fmla="*/ 38880 w 37440"/>
                <a:gd name="textAreaTop" fmla="*/ 0 h 32400"/>
                <a:gd name="textAreaBottom" fmla="*/ 33840 h 32400"/>
              </a:gdLst>
              <a:ahLst/>
              <a:cxnLst/>
              <a:rect l="textAreaLeft" t="textAreaTop" r="textAreaRight" b="textAreaBottom"/>
              <a:pathLst>
                <a:path w="435" h="377">
                  <a:moveTo>
                    <a:pt x="220" y="1"/>
                  </a:moveTo>
                  <a:cubicBezTo>
                    <a:pt x="131" y="1"/>
                    <a:pt x="62" y="49"/>
                    <a:pt x="24" y="144"/>
                  </a:cubicBezTo>
                  <a:cubicBezTo>
                    <a:pt x="1" y="235"/>
                    <a:pt x="69" y="349"/>
                    <a:pt x="161" y="372"/>
                  </a:cubicBezTo>
                  <a:cubicBezTo>
                    <a:pt x="176" y="375"/>
                    <a:pt x="190" y="376"/>
                    <a:pt x="204" y="376"/>
                  </a:cubicBezTo>
                  <a:cubicBezTo>
                    <a:pt x="298" y="376"/>
                    <a:pt x="369" y="314"/>
                    <a:pt x="389" y="235"/>
                  </a:cubicBezTo>
                  <a:cubicBezTo>
                    <a:pt x="434" y="121"/>
                    <a:pt x="366" y="30"/>
                    <a:pt x="275" y="7"/>
                  </a:cubicBezTo>
                  <a:cubicBezTo>
                    <a:pt x="256" y="3"/>
                    <a:pt x="237" y="1"/>
                    <a:pt x="220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6920" rIns="90000" bIns="169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7" name="Google Shape;136;p2"/>
            <p:cNvSpPr/>
            <p:nvPr/>
          </p:nvSpPr>
          <p:spPr>
            <a:xfrm>
              <a:off x="2927160" y="1104480"/>
              <a:ext cx="23400" cy="19800"/>
            </a:xfrm>
            <a:custGeom>
              <a:avLst/>
              <a:gdLst>
                <a:gd name="textAreaLeft" fmla="*/ 0 w 23400"/>
                <a:gd name="textAreaRight" fmla="*/ 24840 w 23400"/>
                <a:gd name="textAreaTop" fmla="*/ 0 h 19800"/>
                <a:gd name="textAreaBottom" fmla="*/ 21240 h 19800"/>
              </a:gdLst>
              <a:ahLst/>
              <a:cxnLst/>
              <a:rect l="textAreaLeft" t="textAreaTop" r="textAreaRight" b="textAreaBottom"/>
              <a:pathLst>
                <a:path w="275" h="235">
                  <a:moveTo>
                    <a:pt x="134" y="0"/>
                  </a:moveTo>
                  <a:cubicBezTo>
                    <a:pt x="91" y="0"/>
                    <a:pt x="42" y="38"/>
                    <a:pt x="24" y="75"/>
                  </a:cubicBezTo>
                  <a:cubicBezTo>
                    <a:pt x="1" y="143"/>
                    <a:pt x="47" y="212"/>
                    <a:pt x="115" y="235"/>
                  </a:cubicBezTo>
                  <a:cubicBezTo>
                    <a:pt x="184" y="235"/>
                    <a:pt x="229" y="212"/>
                    <a:pt x="252" y="143"/>
                  </a:cubicBezTo>
                  <a:cubicBezTo>
                    <a:pt x="275" y="75"/>
                    <a:pt x="229" y="7"/>
                    <a:pt x="161" y="7"/>
                  </a:cubicBezTo>
                  <a:cubicBezTo>
                    <a:pt x="152" y="2"/>
                    <a:pt x="143" y="0"/>
                    <a:pt x="134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440" rIns="90000" bIns="10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8" name="Google Shape;137;p2"/>
            <p:cNvSpPr/>
            <p:nvPr/>
          </p:nvSpPr>
          <p:spPr>
            <a:xfrm>
              <a:off x="2876040" y="4957560"/>
              <a:ext cx="35640" cy="32040"/>
            </a:xfrm>
            <a:custGeom>
              <a:avLst/>
              <a:gdLst>
                <a:gd name="textAreaLeft" fmla="*/ 0 w 35640"/>
                <a:gd name="textAreaRight" fmla="*/ 37080 w 35640"/>
                <a:gd name="textAreaTop" fmla="*/ 0 h 32040"/>
                <a:gd name="textAreaBottom" fmla="*/ 33480 h 32040"/>
              </a:gdLst>
              <a:ahLst/>
              <a:cxnLst/>
              <a:rect l="textAreaLeft" t="textAreaTop" r="textAreaRight" b="textAreaBottom"/>
              <a:pathLst>
                <a:path w="412" h="375">
                  <a:moveTo>
                    <a:pt x="214" y="0"/>
                  </a:moveTo>
                  <a:cubicBezTo>
                    <a:pt x="132" y="0"/>
                    <a:pt x="43" y="62"/>
                    <a:pt x="23" y="142"/>
                  </a:cubicBezTo>
                  <a:cubicBezTo>
                    <a:pt x="0" y="233"/>
                    <a:pt x="69" y="347"/>
                    <a:pt x="160" y="370"/>
                  </a:cubicBezTo>
                  <a:cubicBezTo>
                    <a:pt x="175" y="373"/>
                    <a:pt x="190" y="374"/>
                    <a:pt x="204" y="374"/>
                  </a:cubicBezTo>
                  <a:cubicBezTo>
                    <a:pt x="297" y="374"/>
                    <a:pt x="368" y="312"/>
                    <a:pt x="388" y="233"/>
                  </a:cubicBezTo>
                  <a:cubicBezTo>
                    <a:pt x="411" y="142"/>
                    <a:pt x="365" y="28"/>
                    <a:pt x="251" y="5"/>
                  </a:cubicBezTo>
                  <a:cubicBezTo>
                    <a:pt x="239" y="2"/>
                    <a:pt x="227" y="0"/>
                    <a:pt x="214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6560" rIns="90000" bIns="165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9" name="Google Shape;138;p2"/>
            <p:cNvSpPr/>
            <p:nvPr/>
          </p:nvSpPr>
          <p:spPr>
            <a:xfrm>
              <a:off x="3611520" y="5199480"/>
              <a:ext cx="33480" cy="1944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19440"/>
                <a:gd name="textAreaBottom" fmla="*/ 20880 h 19440"/>
              </a:gdLst>
              <a:ahLst/>
              <a:cxnLst/>
              <a:rect l="textAreaLeft" t="textAreaTop" r="textAreaRight" b="textAreaBottom"/>
              <a:pathLst>
                <a:path w="389" h="234">
                  <a:moveTo>
                    <a:pt x="193" y="1"/>
                  </a:moveTo>
                  <a:cubicBezTo>
                    <a:pt x="114" y="1"/>
                    <a:pt x="40" y="63"/>
                    <a:pt x="1" y="142"/>
                  </a:cubicBezTo>
                  <a:lnTo>
                    <a:pt x="366" y="233"/>
                  </a:lnTo>
                  <a:cubicBezTo>
                    <a:pt x="389" y="142"/>
                    <a:pt x="343" y="51"/>
                    <a:pt x="229" y="5"/>
                  </a:cubicBezTo>
                  <a:cubicBezTo>
                    <a:pt x="217" y="2"/>
                    <a:pt x="205" y="1"/>
                    <a:pt x="193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440" rIns="90000" bIns="10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30" name="Google Shape;139;p2"/>
            <p:cNvSpPr/>
            <p:nvPr/>
          </p:nvSpPr>
          <p:spPr>
            <a:xfrm>
              <a:off x="2955960" y="5014800"/>
              <a:ext cx="21240" cy="11520"/>
            </a:xfrm>
            <a:custGeom>
              <a:avLst/>
              <a:gdLst>
                <a:gd name="textAreaLeft" fmla="*/ 0 w 21240"/>
                <a:gd name="textAreaRight" fmla="*/ 22680 w 21240"/>
                <a:gd name="textAreaTop" fmla="*/ 0 h 11520"/>
                <a:gd name="textAreaBottom" fmla="*/ 12960 h 11520"/>
              </a:gdLst>
              <a:ahLst/>
              <a:cxnLst/>
              <a:rect l="textAreaLeft" t="textAreaTop" r="textAreaRight" b="textAreaBottom"/>
              <a:pathLst>
                <a:path w="252" h="144">
                  <a:moveTo>
                    <a:pt x="101" y="1"/>
                  </a:moveTo>
                  <a:cubicBezTo>
                    <a:pt x="47" y="1"/>
                    <a:pt x="0" y="42"/>
                    <a:pt x="0" y="98"/>
                  </a:cubicBezTo>
                  <a:lnTo>
                    <a:pt x="229" y="144"/>
                  </a:lnTo>
                  <a:cubicBezTo>
                    <a:pt x="252" y="75"/>
                    <a:pt x="206" y="7"/>
                    <a:pt x="137" y="7"/>
                  </a:cubicBezTo>
                  <a:cubicBezTo>
                    <a:pt x="125" y="3"/>
                    <a:pt x="113" y="1"/>
                    <a:pt x="101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6480" rIns="90000" bIns="64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31" name="Google Shape;140;p2"/>
            <p:cNvSpPr/>
            <p:nvPr/>
          </p:nvSpPr>
          <p:spPr>
            <a:xfrm>
              <a:off x="3517200" y="5113080"/>
              <a:ext cx="21240" cy="18360"/>
            </a:xfrm>
            <a:custGeom>
              <a:avLst/>
              <a:gdLst>
                <a:gd name="textAreaLeft" fmla="*/ 0 w 21240"/>
                <a:gd name="textAreaRight" fmla="*/ 22680 w 21240"/>
                <a:gd name="textAreaTop" fmla="*/ 0 h 18360"/>
                <a:gd name="textAreaBottom" fmla="*/ 19800 h 18360"/>
              </a:gdLst>
              <a:ahLst/>
              <a:cxnLst/>
              <a:rect l="textAreaLeft" t="textAreaTop" r="textAreaRight" b="textAreaBottom"/>
              <a:pathLst>
                <a:path w="252" h="221">
                  <a:moveTo>
                    <a:pt x="112" y="1"/>
                  </a:moveTo>
                  <a:cubicBezTo>
                    <a:pt x="69" y="1"/>
                    <a:pt x="19" y="42"/>
                    <a:pt x="1" y="98"/>
                  </a:cubicBezTo>
                  <a:cubicBezTo>
                    <a:pt x="1" y="144"/>
                    <a:pt x="23" y="212"/>
                    <a:pt x="92" y="212"/>
                  </a:cubicBezTo>
                  <a:cubicBezTo>
                    <a:pt x="109" y="218"/>
                    <a:pt x="125" y="221"/>
                    <a:pt x="139" y="221"/>
                  </a:cubicBezTo>
                  <a:cubicBezTo>
                    <a:pt x="182" y="221"/>
                    <a:pt x="212" y="195"/>
                    <a:pt x="229" y="144"/>
                  </a:cubicBezTo>
                  <a:cubicBezTo>
                    <a:pt x="252" y="75"/>
                    <a:pt x="206" y="29"/>
                    <a:pt x="138" y="7"/>
                  </a:cubicBezTo>
                  <a:cubicBezTo>
                    <a:pt x="129" y="3"/>
                    <a:pt x="121" y="1"/>
                    <a:pt x="112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720" rIns="90000" bIns="97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32" name="Google Shape;141;p2"/>
            <p:cNvSpPr/>
            <p:nvPr/>
          </p:nvSpPr>
          <p:spPr>
            <a:xfrm>
              <a:off x="4053960" y="5156280"/>
              <a:ext cx="25200" cy="23760"/>
            </a:xfrm>
            <a:custGeom>
              <a:avLst/>
              <a:gdLst>
                <a:gd name="textAreaLeft" fmla="*/ 0 w 25200"/>
                <a:gd name="textAreaRight" fmla="*/ 26640 w 25200"/>
                <a:gd name="textAreaTop" fmla="*/ 0 h 23760"/>
                <a:gd name="textAreaBottom" fmla="*/ 25200 h 23760"/>
              </a:gdLst>
              <a:ahLst/>
              <a:cxnLst/>
              <a:rect l="textAreaLeft" t="textAreaTop" r="textAreaRight" b="textAreaBottom"/>
              <a:pathLst>
                <a:path w="298" h="281">
                  <a:moveTo>
                    <a:pt x="147" y="1"/>
                  </a:moveTo>
                  <a:cubicBezTo>
                    <a:pt x="92" y="1"/>
                    <a:pt x="42" y="42"/>
                    <a:pt x="24" y="98"/>
                  </a:cubicBezTo>
                  <a:cubicBezTo>
                    <a:pt x="1" y="189"/>
                    <a:pt x="46" y="258"/>
                    <a:pt x="115" y="281"/>
                  </a:cubicBezTo>
                  <a:cubicBezTo>
                    <a:pt x="206" y="281"/>
                    <a:pt x="275" y="258"/>
                    <a:pt x="298" y="167"/>
                  </a:cubicBezTo>
                  <a:cubicBezTo>
                    <a:pt x="298" y="98"/>
                    <a:pt x="275" y="30"/>
                    <a:pt x="183" y="7"/>
                  </a:cubicBezTo>
                  <a:cubicBezTo>
                    <a:pt x="171" y="3"/>
                    <a:pt x="159" y="1"/>
                    <a:pt x="147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600" rIns="90000" bIns="126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33" name="Google Shape;142;p2"/>
            <p:cNvSpPr/>
            <p:nvPr/>
          </p:nvSpPr>
          <p:spPr>
            <a:xfrm>
              <a:off x="2644560" y="4871160"/>
              <a:ext cx="19080" cy="18000"/>
            </a:xfrm>
            <a:custGeom>
              <a:avLst/>
              <a:gdLst>
                <a:gd name="textAreaLeft" fmla="*/ 0 w 19080"/>
                <a:gd name="textAreaRight" fmla="*/ 20520 w 19080"/>
                <a:gd name="textAreaTop" fmla="*/ 0 h 18000"/>
                <a:gd name="textAreaBottom" fmla="*/ 19440 h 18000"/>
              </a:gdLst>
              <a:ahLst/>
              <a:cxnLst/>
              <a:rect l="textAreaLeft" t="textAreaTop" r="textAreaRight" b="textAreaBottom"/>
              <a:pathLst>
                <a:path w="229" h="215">
                  <a:moveTo>
                    <a:pt x="100" y="1"/>
                  </a:moveTo>
                  <a:cubicBezTo>
                    <a:pt x="61" y="1"/>
                    <a:pt x="23" y="26"/>
                    <a:pt x="23" y="78"/>
                  </a:cubicBezTo>
                  <a:cubicBezTo>
                    <a:pt x="0" y="123"/>
                    <a:pt x="23" y="192"/>
                    <a:pt x="91" y="215"/>
                  </a:cubicBezTo>
                  <a:cubicBezTo>
                    <a:pt x="137" y="215"/>
                    <a:pt x="205" y="192"/>
                    <a:pt x="228" y="123"/>
                  </a:cubicBezTo>
                  <a:cubicBezTo>
                    <a:pt x="228" y="78"/>
                    <a:pt x="205" y="9"/>
                    <a:pt x="137" y="9"/>
                  </a:cubicBezTo>
                  <a:cubicBezTo>
                    <a:pt x="126" y="3"/>
                    <a:pt x="113" y="1"/>
                    <a:pt x="100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720" rIns="90000" bIns="97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34" name="Google Shape;143;p2"/>
            <p:cNvSpPr/>
            <p:nvPr/>
          </p:nvSpPr>
          <p:spPr>
            <a:xfrm>
              <a:off x="3904560" y="5262840"/>
              <a:ext cx="29520" cy="15480"/>
            </a:xfrm>
            <a:custGeom>
              <a:avLst/>
              <a:gdLst>
                <a:gd name="textAreaLeft" fmla="*/ 0 w 29520"/>
                <a:gd name="textAreaRight" fmla="*/ 30960 w 29520"/>
                <a:gd name="textAreaTop" fmla="*/ 0 h 15480"/>
                <a:gd name="textAreaBottom" fmla="*/ 16920 h 15480"/>
              </a:gdLst>
              <a:ahLst/>
              <a:cxnLst/>
              <a:rect l="textAreaLeft" t="textAreaTop" r="textAreaRight" b="textAreaBottom"/>
              <a:pathLst>
                <a:path w="343" h="190">
                  <a:moveTo>
                    <a:pt x="159" y="1"/>
                  </a:moveTo>
                  <a:cubicBezTo>
                    <a:pt x="85" y="1"/>
                    <a:pt x="19" y="45"/>
                    <a:pt x="1" y="121"/>
                  </a:cubicBezTo>
                  <a:lnTo>
                    <a:pt x="320" y="189"/>
                  </a:lnTo>
                  <a:cubicBezTo>
                    <a:pt x="343" y="121"/>
                    <a:pt x="274" y="30"/>
                    <a:pt x="206" y="7"/>
                  </a:cubicBezTo>
                  <a:cubicBezTo>
                    <a:pt x="190" y="3"/>
                    <a:pt x="175" y="1"/>
                    <a:pt x="159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8280" rIns="90000" bIns="82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35" name="Google Shape;144;p2"/>
            <p:cNvSpPr/>
            <p:nvPr/>
          </p:nvSpPr>
          <p:spPr>
            <a:xfrm>
              <a:off x="3734280" y="5191200"/>
              <a:ext cx="33480" cy="1980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19800"/>
                <a:gd name="textAreaBottom" fmla="*/ 21240 h 19800"/>
              </a:gdLst>
              <a:ahLst/>
              <a:cxnLst/>
              <a:rect l="textAreaLeft" t="textAreaTop" r="textAreaRight" b="textAreaBottom"/>
              <a:pathLst>
                <a:path w="389" h="235">
                  <a:moveTo>
                    <a:pt x="173" y="0"/>
                  </a:moveTo>
                  <a:cubicBezTo>
                    <a:pt x="86" y="0"/>
                    <a:pt x="19" y="48"/>
                    <a:pt x="0" y="143"/>
                  </a:cubicBezTo>
                  <a:lnTo>
                    <a:pt x="365" y="234"/>
                  </a:lnTo>
                  <a:cubicBezTo>
                    <a:pt x="388" y="120"/>
                    <a:pt x="320" y="29"/>
                    <a:pt x="228" y="6"/>
                  </a:cubicBezTo>
                  <a:cubicBezTo>
                    <a:pt x="209" y="2"/>
                    <a:pt x="191" y="0"/>
                    <a:pt x="173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440" rIns="90000" bIns="10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36" name="Google Shape;145;p2"/>
            <p:cNvSpPr/>
            <p:nvPr/>
          </p:nvSpPr>
          <p:spPr>
            <a:xfrm>
              <a:off x="3681000" y="5186880"/>
              <a:ext cx="27360" cy="1548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15480"/>
                <a:gd name="textAreaBottom" fmla="*/ 16920 h 15480"/>
              </a:gdLst>
              <a:ahLst/>
              <a:cxnLst/>
              <a:rect l="textAreaLeft" t="textAreaTop" r="textAreaRight" b="textAreaBottom"/>
              <a:pathLst>
                <a:path w="321" h="189">
                  <a:moveTo>
                    <a:pt x="146" y="0"/>
                  </a:moveTo>
                  <a:cubicBezTo>
                    <a:pt x="85" y="0"/>
                    <a:pt x="20" y="45"/>
                    <a:pt x="1" y="120"/>
                  </a:cubicBezTo>
                  <a:lnTo>
                    <a:pt x="297" y="189"/>
                  </a:lnTo>
                  <a:cubicBezTo>
                    <a:pt x="320" y="98"/>
                    <a:pt x="275" y="29"/>
                    <a:pt x="183" y="6"/>
                  </a:cubicBezTo>
                  <a:cubicBezTo>
                    <a:pt x="171" y="2"/>
                    <a:pt x="159" y="0"/>
                    <a:pt x="146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8280" rIns="90000" bIns="82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37" name="Google Shape;146;p2"/>
            <p:cNvSpPr/>
            <p:nvPr/>
          </p:nvSpPr>
          <p:spPr>
            <a:xfrm>
              <a:off x="3554280" y="4818240"/>
              <a:ext cx="27360" cy="2448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24480"/>
                <a:gd name="textAreaBottom" fmla="*/ 25920 h 24480"/>
              </a:gdLst>
              <a:ahLst/>
              <a:cxnLst/>
              <a:rect l="textAreaLeft" t="textAreaTop" r="textAreaRight" b="textAreaBottom"/>
              <a:pathLst>
                <a:path w="321" h="287">
                  <a:moveTo>
                    <a:pt x="160" y="1"/>
                  </a:moveTo>
                  <a:cubicBezTo>
                    <a:pt x="92" y="1"/>
                    <a:pt x="42" y="42"/>
                    <a:pt x="23" y="98"/>
                  </a:cubicBezTo>
                  <a:cubicBezTo>
                    <a:pt x="0" y="189"/>
                    <a:pt x="46" y="258"/>
                    <a:pt x="137" y="281"/>
                  </a:cubicBezTo>
                  <a:cubicBezTo>
                    <a:pt x="150" y="285"/>
                    <a:pt x="162" y="287"/>
                    <a:pt x="175" y="287"/>
                  </a:cubicBezTo>
                  <a:cubicBezTo>
                    <a:pt x="236" y="287"/>
                    <a:pt x="301" y="246"/>
                    <a:pt x="320" y="189"/>
                  </a:cubicBezTo>
                  <a:cubicBezTo>
                    <a:pt x="320" y="98"/>
                    <a:pt x="274" y="30"/>
                    <a:pt x="206" y="7"/>
                  </a:cubicBezTo>
                  <a:cubicBezTo>
                    <a:pt x="190" y="3"/>
                    <a:pt x="174" y="1"/>
                    <a:pt x="160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38" name="Google Shape;147;p2"/>
            <p:cNvSpPr/>
            <p:nvPr/>
          </p:nvSpPr>
          <p:spPr>
            <a:xfrm>
              <a:off x="4611240" y="4814280"/>
              <a:ext cx="31320" cy="28440"/>
            </a:xfrm>
            <a:custGeom>
              <a:avLst/>
              <a:gdLst>
                <a:gd name="textAreaLeft" fmla="*/ 0 w 31320"/>
                <a:gd name="textAreaRight" fmla="*/ 32760 w 31320"/>
                <a:gd name="textAreaTop" fmla="*/ 0 h 28440"/>
                <a:gd name="textAreaBottom" fmla="*/ 29880 h 28440"/>
              </a:gdLst>
              <a:ahLst/>
              <a:cxnLst/>
              <a:rect l="textAreaLeft" t="textAreaTop" r="textAreaRight" b="textAreaBottom"/>
              <a:pathLst>
                <a:path w="366" h="331">
                  <a:moveTo>
                    <a:pt x="182" y="0"/>
                  </a:moveTo>
                  <a:cubicBezTo>
                    <a:pt x="108" y="0"/>
                    <a:pt x="42" y="45"/>
                    <a:pt x="23" y="120"/>
                  </a:cubicBezTo>
                  <a:cubicBezTo>
                    <a:pt x="0" y="211"/>
                    <a:pt x="46" y="303"/>
                    <a:pt x="137" y="326"/>
                  </a:cubicBezTo>
                  <a:cubicBezTo>
                    <a:pt x="150" y="329"/>
                    <a:pt x="162" y="330"/>
                    <a:pt x="174" y="330"/>
                  </a:cubicBezTo>
                  <a:cubicBezTo>
                    <a:pt x="252" y="330"/>
                    <a:pt x="323" y="271"/>
                    <a:pt x="343" y="211"/>
                  </a:cubicBezTo>
                  <a:cubicBezTo>
                    <a:pt x="366" y="120"/>
                    <a:pt x="297" y="29"/>
                    <a:pt x="229" y="6"/>
                  </a:cubicBezTo>
                  <a:cubicBezTo>
                    <a:pt x="213" y="2"/>
                    <a:pt x="197" y="0"/>
                    <a:pt x="182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4760" rIns="90000" bIns="147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39" name="Google Shape;148;p2"/>
            <p:cNvSpPr/>
            <p:nvPr/>
          </p:nvSpPr>
          <p:spPr>
            <a:xfrm>
              <a:off x="3148560" y="4795560"/>
              <a:ext cx="21240" cy="20160"/>
            </a:xfrm>
            <a:custGeom>
              <a:avLst/>
              <a:gdLst>
                <a:gd name="textAreaLeft" fmla="*/ 0 w 21240"/>
                <a:gd name="textAreaRight" fmla="*/ 22680 w 21240"/>
                <a:gd name="textAreaTop" fmla="*/ 0 h 20160"/>
                <a:gd name="textAreaBottom" fmla="*/ 21600 h 20160"/>
              </a:gdLst>
              <a:ahLst/>
              <a:cxnLst/>
              <a:rect l="textAreaLeft" t="textAreaTop" r="textAreaRight" b="textAreaBottom"/>
              <a:pathLst>
                <a:path w="252" h="241">
                  <a:moveTo>
                    <a:pt x="122" y="1"/>
                  </a:moveTo>
                  <a:cubicBezTo>
                    <a:pt x="68" y="1"/>
                    <a:pt x="19" y="38"/>
                    <a:pt x="0" y="75"/>
                  </a:cubicBezTo>
                  <a:cubicBezTo>
                    <a:pt x="0" y="144"/>
                    <a:pt x="23" y="212"/>
                    <a:pt x="91" y="235"/>
                  </a:cubicBezTo>
                  <a:cubicBezTo>
                    <a:pt x="103" y="239"/>
                    <a:pt x="116" y="241"/>
                    <a:pt x="127" y="241"/>
                  </a:cubicBezTo>
                  <a:cubicBezTo>
                    <a:pt x="183" y="241"/>
                    <a:pt x="232" y="200"/>
                    <a:pt x="251" y="144"/>
                  </a:cubicBezTo>
                  <a:cubicBezTo>
                    <a:pt x="251" y="75"/>
                    <a:pt x="228" y="7"/>
                    <a:pt x="160" y="7"/>
                  </a:cubicBezTo>
                  <a:cubicBezTo>
                    <a:pt x="147" y="2"/>
                    <a:pt x="135" y="1"/>
                    <a:pt x="122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0" rIns="90000" bIns="108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40" name="Google Shape;149;p2"/>
            <p:cNvSpPr/>
            <p:nvPr/>
          </p:nvSpPr>
          <p:spPr>
            <a:xfrm>
              <a:off x="2134440" y="4230720"/>
              <a:ext cx="21240" cy="19800"/>
            </a:xfrm>
            <a:custGeom>
              <a:avLst/>
              <a:gdLst>
                <a:gd name="textAreaLeft" fmla="*/ 0 w 21240"/>
                <a:gd name="textAreaRight" fmla="*/ 22680 w 21240"/>
                <a:gd name="textAreaTop" fmla="*/ 0 h 19800"/>
                <a:gd name="textAreaBottom" fmla="*/ 21240 h 19800"/>
              </a:gdLst>
              <a:ahLst/>
              <a:cxnLst/>
              <a:rect l="textAreaLeft" t="textAreaTop" r="textAreaRight" b="textAreaBottom"/>
              <a:pathLst>
                <a:path w="252" h="236">
                  <a:moveTo>
                    <a:pt x="160" y="1"/>
                  </a:moveTo>
                  <a:cubicBezTo>
                    <a:pt x="92" y="1"/>
                    <a:pt x="46" y="24"/>
                    <a:pt x="23" y="92"/>
                  </a:cubicBezTo>
                  <a:cubicBezTo>
                    <a:pt x="1" y="161"/>
                    <a:pt x="46" y="206"/>
                    <a:pt x="115" y="229"/>
                  </a:cubicBezTo>
                  <a:cubicBezTo>
                    <a:pt x="123" y="233"/>
                    <a:pt x="132" y="235"/>
                    <a:pt x="141" y="235"/>
                  </a:cubicBezTo>
                  <a:cubicBezTo>
                    <a:pt x="183" y="235"/>
                    <a:pt x="233" y="194"/>
                    <a:pt x="252" y="138"/>
                  </a:cubicBezTo>
                  <a:cubicBezTo>
                    <a:pt x="252" y="92"/>
                    <a:pt x="229" y="24"/>
                    <a:pt x="160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440" rIns="90000" bIns="10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41" name="Google Shape;150;p2"/>
            <p:cNvSpPr/>
            <p:nvPr/>
          </p:nvSpPr>
          <p:spPr>
            <a:xfrm>
              <a:off x="3609360" y="4904280"/>
              <a:ext cx="29520" cy="25920"/>
            </a:xfrm>
            <a:custGeom>
              <a:avLst/>
              <a:gdLst>
                <a:gd name="textAreaLeft" fmla="*/ 0 w 29520"/>
                <a:gd name="textAreaRight" fmla="*/ 30960 w 29520"/>
                <a:gd name="textAreaTop" fmla="*/ 0 h 25920"/>
                <a:gd name="textAreaBottom" fmla="*/ 27360 h 25920"/>
              </a:gdLst>
              <a:ahLst/>
              <a:cxnLst/>
              <a:rect l="textAreaLeft" t="textAreaTop" r="textAreaRight" b="textAreaBottom"/>
              <a:pathLst>
                <a:path w="344" h="304">
                  <a:moveTo>
                    <a:pt x="169" y="1"/>
                  </a:moveTo>
                  <a:cubicBezTo>
                    <a:pt x="108" y="1"/>
                    <a:pt x="42" y="45"/>
                    <a:pt x="24" y="120"/>
                  </a:cubicBezTo>
                  <a:cubicBezTo>
                    <a:pt x="1" y="189"/>
                    <a:pt x="69" y="280"/>
                    <a:pt x="138" y="303"/>
                  </a:cubicBezTo>
                  <a:cubicBezTo>
                    <a:pt x="229" y="303"/>
                    <a:pt x="297" y="257"/>
                    <a:pt x="320" y="189"/>
                  </a:cubicBezTo>
                  <a:cubicBezTo>
                    <a:pt x="343" y="98"/>
                    <a:pt x="297" y="29"/>
                    <a:pt x="206" y="6"/>
                  </a:cubicBezTo>
                  <a:cubicBezTo>
                    <a:pt x="194" y="2"/>
                    <a:pt x="182" y="1"/>
                    <a:pt x="169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3680" rIns="90000" bIns="136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42" name="Google Shape;151;p2"/>
            <p:cNvSpPr/>
            <p:nvPr/>
          </p:nvSpPr>
          <p:spPr>
            <a:xfrm>
              <a:off x="3748680" y="5212800"/>
              <a:ext cx="33480" cy="1836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18360"/>
                <a:gd name="textAreaBottom" fmla="*/ 19800 h 18360"/>
              </a:gdLst>
              <a:ahLst/>
              <a:cxnLst/>
              <a:rect l="textAreaLeft" t="textAreaTop" r="textAreaRight" b="textAreaBottom"/>
              <a:pathLst>
                <a:path w="389" h="221">
                  <a:moveTo>
                    <a:pt x="167" y="0"/>
                  </a:moveTo>
                  <a:cubicBezTo>
                    <a:pt x="92" y="0"/>
                    <a:pt x="19" y="58"/>
                    <a:pt x="1" y="129"/>
                  </a:cubicBezTo>
                  <a:lnTo>
                    <a:pt x="366" y="220"/>
                  </a:lnTo>
                  <a:cubicBezTo>
                    <a:pt x="389" y="129"/>
                    <a:pt x="320" y="38"/>
                    <a:pt x="229" y="15"/>
                  </a:cubicBezTo>
                  <a:cubicBezTo>
                    <a:pt x="209" y="5"/>
                    <a:pt x="188" y="0"/>
                    <a:pt x="167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720" rIns="90000" bIns="97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43" name="Google Shape;152;p2"/>
            <p:cNvSpPr/>
            <p:nvPr/>
          </p:nvSpPr>
          <p:spPr>
            <a:xfrm>
              <a:off x="3267360" y="5000760"/>
              <a:ext cx="25200" cy="21600"/>
            </a:xfrm>
            <a:custGeom>
              <a:avLst/>
              <a:gdLst>
                <a:gd name="textAreaLeft" fmla="*/ 0 w 25200"/>
                <a:gd name="textAreaRight" fmla="*/ 26640 w 25200"/>
                <a:gd name="textAreaTop" fmla="*/ 0 h 21600"/>
                <a:gd name="textAreaBottom" fmla="*/ 23040 h 21600"/>
              </a:gdLst>
              <a:ahLst/>
              <a:cxnLst/>
              <a:rect l="textAreaLeft" t="textAreaTop" r="textAreaRight" b="textAreaBottom"/>
              <a:pathLst>
                <a:path w="298" h="258">
                  <a:moveTo>
                    <a:pt x="147" y="0"/>
                  </a:moveTo>
                  <a:cubicBezTo>
                    <a:pt x="92" y="0"/>
                    <a:pt x="43" y="41"/>
                    <a:pt x="24" y="97"/>
                  </a:cubicBezTo>
                  <a:cubicBezTo>
                    <a:pt x="1" y="166"/>
                    <a:pt x="47" y="234"/>
                    <a:pt x="115" y="257"/>
                  </a:cubicBezTo>
                  <a:cubicBezTo>
                    <a:pt x="184" y="257"/>
                    <a:pt x="252" y="212"/>
                    <a:pt x="275" y="166"/>
                  </a:cubicBezTo>
                  <a:cubicBezTo>
                    <a:pt x="298" y="97"/>
                    <a:pt x="252" y="29"/>
                    <a:pt x="184" y="6"/>
                  </a:cubicBezTo>
                  <a:cubicBezTo>
                    <a:pt x="171" y="2"/>
                    <a:pt x="159" y="0"/>
                    <a:pt x="147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520" rIns="90000" bIns="115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44" name="Google Shape;153;p2"/>
            <p:cNvSpPr/>
            <p:nvPr/>
          </p:nvSpPr>
          <p:spPr>
            <a:xfrm>
              <a:off x="4060080" y="4408560"/>
              <a:ext cx="29520" cy="28080"/>
            </a:xfrm>
            <a:custGeom>
              <a:avLst/>
              <a:gdLst>
                <a:gd name="textAreaLeft" fmla="*/ 0 w 29520"/>
                <a:gd name="textAreaRight" fmla="*/ 30960 w 29520"/>
                <a:gd name="textAreaTop" fmla="*/ 0 h 28080"/>
                <a:gd name="textAreaBottom" fmla="*/ 29520 h 28080"/>
              </a:gdLst>
              <a:ahLst/>
              <a:cxnLst/>
              <a:rect l="textAreaLeft" t="textAreaTop" r="textAreaRight" b="textAreaBottom"/>
              <a:pathLst>
                <a:path w="343" h="327">
                  <a:moveTo>
                    <a:pt x="169" y="1"/>
                  </a:moveTo>
                  <a:cubicBezTo>
                    <a:pt x="108" y="1"/>
                    <a:pt x="42" y="45"/>
                    <a:pt x="23" y="121"/>
                  </a:cubicBezTo>
                  <a:cubicBezTo>
                    <a:pt x="0" y="212"/>
                    <a:pt x="46" y="303"/>
                    <a:pt x="137" y="326"/>
                  </a:cubicBezTo>
                  <a:cubicBezTo>
                    <a:pt x="229" y="326"/>
                    <a:pt x="297" y="281"/>
                    <a:pt x="320" y="212"/>
                  </a:cubicBezTo>
                  <a:cubicBezTo>
                    <a:pt x="343" y="121"/>
                    <a:pt x="297" y="29"/>
                    <a:pt x="206" y="7"/>
                  </a:cubicBezTo>
                  <a:cubicBezTo>
                    <a:pt x="194" y="3"/>
                    <a:pt x="182" y="1"/>
                    <a:pt x="169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4760" rIns="90000" bIns="147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45" name="Google Shape;154;p2"/>
            <p:cNvSpPr/>
            <p:nvPr/>
          </p:nvSpPr>
          <p:spPr>
            <a:xfrm>
              <a:off x="3574440" y="5162400"/>
              <a:ext cx="37440" cy="36360"/>
            </a:xfrm>
            <a:custGeom>
              <a:avLst/>
              <a:gdLst>
                <a:gd name="textAreaLeft" fmla="*/ 0 w 37440"/>
                <a:gd name="textAreaRight" fmla="*/ 38880 w 37440"/>
                <a:gd name="textAreaTop" fmla="*/ 0 h 36360"/>
                <a:gd name="textAreaBottom" fmla="*/ 37800 h 36360"/>
              </a:gdLst>
              <a:ahLst/>
              <a:cxnLst/>
              <a:rect l="textAreaLeft" t="textAreaTop" r="textAreaRight" b="textAreaBottom"/>
              <a:pathLst>
                <a:path w="435" h="421">
                  <a:moveTo>
                    <a:pt x="231" y="1"/>
                  </a:moveTo>
                  <a:cubicBezTo>
                    <a:pt x="133" y="1"/>
                    <a:pt x="43" y="66"/>
                    <a:pt x="24" y="165"/>
                  </a:cubicBezTo>
                  <a:cubicBezTo>
                    <a:pt x="1" y="279"/>
                    <a:pt x="69" y="371"/>
                    <a:pt x="160" y="416"/>
                  </a:cubicBezTo>
                  <a:cubicBezTo>
                    <a:pt x="175" y="419"/>
                    <a:pt x="190" y="421"/>
                    <a:pt x="205" y="421"/>
                  </a:cubicBezTo>
                  <a:cubicBezTo>
                    <a:pt x="303" y="421"/>
                    <a:pt x="392" y="356"/>
                    <a:pt x="412" y="256"/>
                  </a:cubicBezTo>
                  <a:cubicBezTo>
                    <a:pt x="434" y="165"/>
                    <a:pt x="366" y="51"/>
                    <a:pt x="275" y="5"/>
                  </a:cubicBezTo>
                  <a:cubicBezTo>
                    <a:pt x="260" y="2"/>
                    <a:pt x="245" y="1"/>
                    <a:pt x="231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8720" rIns="90000" bIns="187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46" name="Google Shape;155;p2"/>
            <p:cNvSpPr/>
            <p:nvPr/>
          </p:nvSpPr>
          <p:spPr>
            <a:xfrm>
              <a:off x="3660480" y="4963680"/>
              <a:ext cx="33480" cy="3024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30240"/>
                <a:gd name="textAreaBottom" fmla="*/ 31680 h 30240"/>
              </a:gdLst>
              <a:ahLst/>
              <a:cxnLst/>
              <a:rect l="textAreaLeft" t="textAreaTop" r="textAreaRight" b="textAreaBottom"/>
              <a:pathLst>
                <a:path w="389" h="354">
                  <a:moveTo>
                    <a:pt x="215" y="1"/>
                  </a:moveTo>
                  <a:cubicBezTo>
                    <a:pt x="132" y="1"/>
                    <a:pt x="43" y="63"/>
                    <a:pt x="23" y="142"/>
                  </a:cubicBezTo>
                  <a:cubicBezTo>
                    <a:pt x="0" y="234"/>
                    <a:pt x="69" y="325"/>
                    <a:pt x="160" y="348"/>
                  </a:cubicBezTo>
                  <a:cubicBezTo>
                    <a:pt x="176" y="352"/>
                    <a:pt x="191" y="354"/>
                    <a:pt x="207" y="354"/>
                  </a:cubicBezTo>
                  <a:cubicBezTo>
                    <a:pt x="281" y="354"/>
                    <a:pt x="347" y="309"/>
                    <a:pt x="366" y="234"/>
                  </a:cubicBezTo>
                  <a:cubicBezTo>
                    <a:pt x="388" y="119"/>
                    <a:pt x="343" y="28"/>
                    <a:pt x="251" y="5"/>
                  </a:cubicBezTo>
                  <a:cubicBezTo>
                    <a:pt x="239" y="2"/>
                    <a:pt x="227" y="1"/>
                    <a:pt x="215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840" rIns="90000" bIns="158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47" name="Google Shape;156;p2"/>
            <p:cNvSpPr/>
            <p:nvPr/>
          </p:nvSpPr>
          <p:spPr>
            <a:xfrm>
              <a:off x="3937320" y="5078520"/>
              <a:ext cx="35640" cy="32040"/>
            </a:xfrm>
            <a:custGeom>
              <a:avLst/>
              <a:gdLst>
                <a:gd name="textAreaLeft" fmla="*/ 0 w 35640"/>
                <a:gd name="textAreaRight" fmla="*/ 37080 w 35640"/>
                <a:gd name="textAreaTop" fmla="*/ 0 h 32040"/>
                <a:gd name="textAreaBottom" fmla="*/ 33480 h 32040"/>
              </a:gdLst>
              <a:ahLst/>
              <a:cxnLst/>
              <a:rect l="textAreaLeft" t="textAreaTop" r="textAreaRight" b="textAreaBottom"/>
              <a:pathLst>
                <a:path w="412" h="375">
                  <a:moveTo>
                    <a:pt x="216" y="0"/>
                  </a:moveTo>
                  <a:cubicBezTo>
                    <a:pt x="137" y="0"/>
                    <a:pt x="63" y="62"/>
                    <a:pt x="24" y="141"/>
                  </a:cubicBezTo>
                  <a:cubicBezTo>
                    <a:pt x="1" y="233"/>
                    <a:pt x="69" y="347"/>
                    <a:pt x="161" y="370"/>
                  </a:cubicBezTo>
                  <a:cubicBezTo>
                    <a:pt x="173" y="373"/>
                    <a:pt x="185" y="374"/>
                    <a:pt x="198" y="374"/>
                  </a:cubicBezTo>
                  <a:cubicBezTo>
                    <a:pt x="280" y="374"/>
                    <a:pt x="369" y="312"/>
                    <a:pt x="389" y="233"/>
                  </a:cubicBezTo>
                  <a:cubicBezTo>
                    <a:pt x="412" y="141"/>
                    <a:pt x="343" y="50"/>
                    <a:pt x="252" y="5"/>
                  </a:cubicBezTo>
                  <a:cubicBezTo>
                    <a:pt x="240" y="2"/>
                    <a:pt x="228" y="0"/>
                    <a:pt x="216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6560" rIns="90000" bIns="165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48" name="Google Shape;157;p2"/>
            <p:cNvSpPr/>
            <p:nvPr/>
          </p:nvSpPr>
          <p:spPr>
            <a:xfrm>
              <a:off x="3048120" y="4978080"/>
              <a:ext cx="31320" cy="28440"/>
            </a:xfrm>
            <a:custGeom>
              <a:avLst/>
              <a:gdLst>
                <a:gd name="textAreaLeft" fmla="*/ 0 w 31320"/>
                <a:gd name="textAreaRight" fmla="*/ 32760 w 31320"/>
                <a:gd name="textAreaTop" fmla="*/ 0 h 28440"/>
                <a:gd name="textAreaBottom" fmla="*/ 29880 h 28440"/>
              </a:gdLst>
              <a:ahLst/>
              <a:cxnLst/>
              <a:rect l="textAreaLeft" t="textAreaTop" r="textAreaRight" b="textAreaBottom"/>
              <a:pathLst>
                <a:path w="366" h="332">
                  <a:moveTo>
                    <a:pt x="182" y="0"/>
                  </a:moveTo>
                  <a:cubicBezTo>
                    <a:pt x="108" y="0"/>
                    <a:pt x="42" y="45"/>
                    <a:pt x="23" y="120"/>
                  </a:cubicBezTo>
                  <a:cubicBezTo>
                    <a:pt x="1" y="212"/>
                    <a:pt x="46" y="303"/>
                    <a:pt x="138" y="326"/>
                  </a:cubicBezTo>
                  <a:cubicBezTo>
                    <a:pt x="153" y="330"/>
                    <a:pt x="169" y="331"/>
                    <a:pt x="184" y="331"/>
                  </a:cubicBezTo>
                  <a:cubicBezTo>
                    <a:pt x="258" y="331"/>
                    <a:pt x="324" y="287"/>
                    <a:pt x="343" y="212"/>
                  </a:cubicBezTo>
                  <a:cubicBezTo>
                    <a:pt x="366" y="120"/>
                    <a:pt x="320" y="29"/>
                    <a:pt x="229" y="6"/>
                  </a:cubicBezTo>
                  <a:cubicBezTo>
                    <a:pt x="213" y="2"/>
                    <a:pt x="198" y="0"/>
                    <a:pt x="182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4760" rIns="90000" bIns="147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49" name="Google Shape;158;p2"/>
            <p:cNvSpPr/>
            <p:nvPr/>
          </p:nvSpPr>
          <p:spPr>
            <a:xfrm>
              <a:off x="3462120" y="4920840"/>
              <a:ext cx="37440" cy="34200"/>
            </a:xfrm>
            <a:custGeom>
              <a:avLst/>
              <a:gdLst>
                <a:gd name="textAreaLeft" fmla="*/ 0 w 37440"/>
                <a:gd name="textAreaRight" fmla="*/ 38880 w 37440"/>
                <a:gd name="textAreaTop" fmla="*/ 0 h 34200"/>
                <a:gd name="textAreaBottom" fmla="*/ 35640 h 34200"/>
              </a:gdLst>
              <a:ahLst/>
              <a:cxnLst/>
              <a:rect l="textAreaLeft" t="textAreaTop" r="textAreaRight" b="textAreaBottom"/>
              <a:pathLst>
                <a:path w="434" h="398">
                  <a:moveTo>
                    <a:pt x="215" y="1"/>
                  </a:moveTo>
                  <a:cubicBezTo>
                    <a:pt x="132" y="1"/>
                    <a:pt x="43" y="65"/>
                    <a:pt x="23" y="165"/>
                  </a:cubicBezTo>
                  <a:cubicBezTo>
                    <a:pt x="0" y="256"/>
                    <a:pt x="69" y="370"/>
                    <a:pt x="160" y="393"/>
                  </a:cubicBezTo>
                  <a:cubicBezTo>
                    <a:pt x="175" y="396"/>
                    <a:pt x="190" y="397"/>
                    <a:pt x="204" y="397"/>
                  </a:cubicBezTo>
                  <a:cubicBezTo>
                    <a:pt x="297" y="397"/>
                    <a:pt x="372" y="335"/>
                    <a:pt x="411" y="256"/>
                  </a:cubicBezTo>
                  <a:cubicBezTo>
                    <a:pt x="434" y="142"/>
                    <a:pt x="366" y="51"/>
                    <a:pt x="251" y="5"/>
                  </a:cubicBezTo>
                  <a:cubicBezTo>
                    <a:pt x="240" y="2"/>
                    <a:pt x="227" y="1"/>
                    <a:pt x="215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7640" rIns="90000" bIns="176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50" name="Google Shape;159;p2"/>
            <p:cNvSpPr/>
            <p:nvPr/>
          </p:nvSpPr>
          <p:spPr>
            <a:xfrm>
              <a:off x="2726640" y="4984200"/>
              <a:ext cx="27360" cy="1728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17280"/>
                <a:gd name="textAreaBottom" fmla="*/ 18720 h 17280"/>
              </a:gdLst>
              <a:ahLst/>
              <a:cxnLst/>
              <a:rect l="textAreaLeft" t="textAreaTop" r="textAreaRight" b="textAreaBottom"/>
              <a:pathLst>
                <a:path w="320" h="210">
                  <a:moveTo>
                    <a:pt x="154" y="0"/>
                  </a:moveTo>
                  <a:cubicBezTo>
                    <a:pt x="91" y="0"/>
                    <a:pt x="20" y="59"/>
                    <a:pt x="0" y="119"/>
                  </a:cubicBezTo>
                  <a:lnTo>
                    <a:pt x="297" y="210"/>
                  </a:lnTo>
                  <a:cubicBezTo>
                    <a:pt x="320" y="119"/>
                    <a:pt x="274" y="27"/>
                    <a:pt x="183" y="5"/>
                  </a:cubicBezTo>
                  <a:cubicBezTo>
                    <a:pt x="173" y="1"/>
                    <a:pt x="164" y="0"/>
                    <a:pt x="154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360" rIns="90000" bIns="93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51" name="Google Shape;160;p2"/>
            <p:cNvSpPr/>
            <p:nvPr/>
          </p:nvSpPr>
          <p:spPr>
            <a:xfrm>
              <a:off x="4078440" y="4955400"/>
              <a:ext cx="29520" cy="26280"/>
            </a:xfrm>
            <a:custGeom>
              <a:avLst/>
              <a:gdLst>
                <a:gd name="textAreaLeft" fmla="*/ 0 w 29520"/>
                <a:gd name="textAreaRight" fmla="*/ 30960 w 29520"/>
                <a:gd name="textAreaTop" fmla="*/ 0 h 26280"/>
                <a:gd name="textAreaBottom" fmla="*/ 27720 h 26280"/>
              </a:gdLst>
              <a:ahLst/>
              <a:cxnLst/>
              <a:rect l="textAreaLeft" t="textAreaTop" r="textAreaRight" b="textAreaBottom"/>
              <a:pathLst>
                <a:path w="344" h="309">
                  <a:moveTo>
                    <a:pt x="161" y="0"/>
                  </a:moveTo>
                  <a:cubicBezTo>
                    <a:pt x="93" y="0"/>
                    <a:pt x="42" y="44"/>
                    <a:pt x="24" y="120"/>
                  </a:cubicBezTo>
                  <a:cubicBezTo>
                    <a:pt x="1" y="189"/>
                    <a:pt x="46" y="280"/>
                    <a:pt x="138" y="303"/>
                  </a:cubicBezTo>
                  <a:cubicBezTo>
                    <a:pt x="149" y="307"/>
                    <a:pt x="162" y="309"/>
                    <a:pt x="174" y="309"/>
                  </a:cubicBezTo>
                  <a:cubicBezTo>
                    <a:pt x="235" y="309"/>
                    <a:pt x="301" y="264"/>
                    <a:pt x="320" y="189"/>
                  </a:cubicBezTo>
                  <a:cubicBezTo>
                    <a:pt x="343" y="120"/>
                    <a:pt x="297" y="29"/>
                    <a:pt x="206" y="6"/>
                  </a:cubicBezTo>
                  <a:cubicBezTo>
                    <a:pt x="191" y="2"/>
                    <a:pt x="176" y="0"/>
                    <a:pt x="161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3680" rIns="90000" bIns="136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52" name="Google Shape;161;p2"/>
            <p:cNvSpPr/>
            <p:nvPr/>
          </p:nvSpPr>
          <p:spPr>
            <a:xfrm>
              <a:off x="4203360" y="5292000"/>
              <a:ext cx="23040" cy="21600"/>
            </a:xfrm>
            <a:custGeom>
              <a:avLst/>
              <a:gdLst>
                <a:gd name="textAreaLeft" fmla="*/ 0 w 23040"/>
                <a:gd name="textAreaRight" fmla="*/ 24480 w 23040"/>
                <a:gd name="textAreaTop" fmla="*/ 0 h 21600"/>
                <a:gd name="textAreaBottom" fmla="*/ 23040 h 21600"/>
              </a:gdLst>
              <a:ahLst/>
              <a:cxnLst/>
              <a:rect l="textAreaLeft" t="textAreaTop" r="textAreaRight" b="textAreaBottom"/>
              <a:pathLst>
                <a:path w="274" h="258">
                  <a:moveTo>
                    <a:pt x="183" y="0"/>
                  </a:moveTo>
                  <a:cubicBezTo>
                    <a:pt x="114" y="0"/>
                    <a:pt x="46" y="23"/>
                    <a:pt x="23" y="92"/>
                  </a:cubicBezTo>
                  <a:cubicBezTo>
                    <a:pt x="0" y="160"/>
                    <a:pt x="46" y="229"/>
                    <a:pt x="114" y="251"/>
                  </a:cubicBezTo>
                  <a:cubicBezTo>
                    <a:pt x="126" y="255"/>
                    <a:pt x="138" y="257"/>
                    <a:pt x="150" y="257"/>
                  </a:cubicBezTo>
                  <a:cubicBezTo>
                    <a:pt x="206" y="257"/>
                    <a:pt x="255" y="216"/>
                    <a:pt x="274" y="160"/>
                  </a:cubicBezTo>
                  <a:cubicBezTo>
                    <a:pt x="274" y="92"/>
                    <a:pt x="251" y="23"/>
                    <a:pt x="183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520" rIns="90000" bIns="115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53" name="Google Shape;162;p2"/>
            <p:cNvSpPr/>
            <p:nvPr/>
          </p:nvSpPr>
          <p:spPr>
            <a:xfrm>
              <a:off x="4490280" y="5378040"/>
              <a:ext cx="17280" cy="10800"/>
            </a:xfrm>
            <a:custGeom>
              <a:avLst/>
              <a:gdLst>
                <a:gd name="textAreaLeft" fmla="*/ 0 w 17280"/>
                <a:gd name="textAreaRight" fmla="*/ 18720 w 17280"/>
                <a:gd name="textAreaTop" fmla="*/ 0 h 10800"/>
                <a:gd name="textAreaBottom" fmla="*/ 12240 h 10800"/>
              </a:gdLst>
              <a:ahLst/>
              <a:cxnLst/>
              <a:rect l="textAreaLeft" t="textAreaTop" r="textAreaRight" b="textAreaBottom"/>
              <a:pathLst>
                <a:path w="207" h="137">
                  <a:moveTo>
                    <a:pt x="115" y="0"/>
                  </a:moveTo>
                  <a:cubicBezTo>
                    <a:pt x="69" y="0"/>
                    <a:pt x="1" y="23"/>
                    <a:pt x="1" y="91"/>
                  </a:cubicBezTo>
                  <a:lnTo>
                    <a:pt x="206" y="137"/>
                  </a:lnTo>
                  <a:cubicBezTo>
                    <a:pt x="206" y="68"/>
                    <a:pt x="183" y="23"/>
                    <a:pt x="115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6120" rIns="90000" bIns="61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54" name="Google Shape;163;p2"/>
            <p:cNvSpPr/>
            <p:nvPr/>
          </p:nvSpPr>
          <p:spPr>
            <a:xfrm>
              <a:off x="5381280" y="4103280"/>
              <a:ext cx="27360" cy="2448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24480"/>
                <a:gd name="textAreaBottom" fmla="*/ 25920 h 24480"/>
              </a:gdLst>
              <a:ahLst/>
              <a:cxnLst/>
              <a:rect l="textAreaLeft" t="textAreaTop" r="textAreaRight" b="textAreaBottom"/>
              <a:pathLst>
                <a:path w="321" h="287">
                  <a:moveTo>
                    <a:pt x="161" y="1"/>
                  </a:moveTo>
                  <a:cubicBezTo>
                    <a:pt x="93" y="1"/>
                    <a:pt x="42" y="45"/>
                    <a:pt x="23" y="121"/>
                  </a:cubicBezTo>
                  <a:cubicBezTo>
                    <a:pt x="1" y="189"/>
                    <a:pt x="46" y="281"/>
                    <a:pt x="115" y="281"/>
                  </a:cubicBezTo>
                  <a:cubicBezTo>
                    <a:pt x="131" y="285"/>
                    <a:pt x="146" y="287"/>
                    <a:pt x="161" y="287"/>
                  </a:cubicBezTo>
                  <a:cubicBezTo>
                    <a:pt x="229" y="287"/>
                    <a:pt x="279" y="246"/>
                    <a:pt x="297" y="189"/>
                  </a:cubicBezTo>
                  <a:cubicBezTo>
                    <a:pt x="320" y="98"/>
                    <a:pt x="275" y="30"/>
                    <a:pt x="206" y="7"/>
                  </a:cubicBezTo>
                  <a:cubicBezTo>
                    <a:pt x="190" y="3"/>
                    <a:pt x="175" y="1"/>
                    <a:pt x="161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55" name="Google Shape;164;p2"/>
            <p:cNvSpPr/>
            <p:nvPr/>
          </p:nvSpPr>
          <p:spPr>
            <a:xfrm>
              <a:off x="5279040" y="4970160"/>
              <a:ext cx="35640" cy="32040"/>
            </a:xfrm>
            <a:custGeom>
              <a:avLst/>
              <a:gdLst>
                <a:gd name="textAreaLeft" fmla="*/ 0 w 35640"/>
                <a:gd name="textAreaRight" fmla="*/ 37080 w 35640"/>
                <a:gd name="textAreaTop" fmla="*/ 0 h 32040"/>
                <a:gd name="textAreaBottom" fmla="*/ 33480 h 32040"/>
              </a:gdLst>
              <a:ahLst/>
              <a:cxnLst/>
              <a:rect l="textAreaLeft" t="textAreaTop" r="textAreaRight" b="textAreaBottom"/>
              <a:pathLst>
                <a:path w="412" h="375">
                  <a:moveTo>
                    <a:pt x="215" y="0"/>
                  </a:moveTo>
                  <a:cubicBezTo>
                    <a:pt x="132" y="0"/>
                    <a:pt x="43" y="62"/>
                    <a:pt x="23" y="142"/>
                  </a:cubicBezTo>
                  <a:cubicBezTo>
                    <a:pt x="0" y="233"/>
                    <a:pt x="69" y="347"/>
                    <a:pt x="160" y="370"/>
                  </a:cubicBezTo>
                  <a:cubicBezTo>
                    <a:pt x="172" y="373"/>
                    <a:pt x="185" y="374"/>
                    <a:pt x="197" y="374"/>
                  </a:cubicBezTo>
                  <a:cubicBezTo>
                    <a:pt x="280" y="374"/>
                    <a:pt x="369" y="312"/>
                    <a:pt x="388" y="233"/>
                  </a:cubicBezTo>
                  <a:cubicBezTo>
                    <a:pt x="411" y="142"/>
                    <a:pt x="343" y="28"/>
                    <a:pt x="251" y="5"/>
                  </a:cubicBezTo>
                  <a:cubicBezTo>
                    <a:pt x="239" y="2"/>
                    <a:pt x="227" y="0"/>
                    <a:pt x="215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6560" rIns="90000" bIns="165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56" name="Google Shape;165;p2"/>
            <p:cNvSpPr/>
            <p:nvPr/>
          </p:nvSpPr>
          <p:spPr>
            <a:xfrm>
              <a:off x="3355560" y="4705560"/>
              <a:ext cx="27360" cy="2448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24480"/>
                <a:gd name="textAreaBottom" fmla="*/ 25920 h 24480"/>
              </a:gdLst>
              <a:ahLst/>
              <a:cxnLst/>
              <a:rect l="textAreaLeft" t="textAreaTop" r="textAreaRight" b="textAreaBottom"/>
              <a:pathLst>
                <a:path w="320" h="287">
                  <a:moveTo>
                    <a:pt x="169" y="1"/>
                  </a:moveTo>
                  <a:cubicBezTo>
                    <a:pt x="108" y="1"/>
                    <a:pt x="42" y="45"/>
                    <a:pt x="23" y="120"/>
                  </a:cubicBezTo>
                  <a:cubicBezTo>
                    <a:pt x="0" y="189"/>
                    <a:pt x="46" y="280"/>
                    <a:pt x="137" y="280"/>
                  </a:cubicBezTo>
                  <a:cubicBezTo>
                    <a:pt x="149" y="284"/>
                    <a:pt x="162" y="286"/>
                    <a:pt x="173" y="286"/>
                  </a:cubicBezTo>
                  <a:cubicBezTo>
                    <a:pt x="229" y="286"/>
                    <a:pt x="278" y="245"/>
                    <a:pt x="297" y="189"/>
                  </a:cubicBezTo>
                  <a:cubicBezTo>
                    <a:pt x="320" y="120"/>
                    <a:pt x="274" y="29"/>
                    <a:pt x="206" y="6"/>
                  </a:cubicBezTo>
                  <a:cubicBezTo>
                    <a:pt x="194" y="2"/>
                    <a:pt x="182" y="1"/>
                    <a:pt x="169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57" name="Google Shape;166;p2"/>
            <p:cNvSpPr/>
            <p:nvPr/>
          </p:nvSpPr>
          <p:spPr>
            <a:xfrm>
              <a:off x="3881880" y="3935520"/>
              <a:ext cx="33480" cy="3024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30240"/>
                <a:gd name="textAreaBottom" fmla="*/ 31680 h 30240"/>
              </a:gdLst>
              <a:ahLst/>
              <a:cxnLst/>
              <a:rect l="textAreaLeft" t="textAreaTop" r="textAreaRight" b="textAreaBottom"/>
              <a:pathLst>
                <a:path w="389" h="354">
                  <a:moveTo>
                    <a:pt x="193" y="1"/>
                  </a:moveTo>
                  <a:cubicBezTo>
                    <a:pt x="115" y="1"/>
                    <a:pt x="43" y="63"/>
                    <a:pt x="23" y="142"/>
                  </a:cubicBezTo>
                  <a:cubicBezTo>
                    <a:pt x="1" y="233"/>
                    <a:pt x="46" y="325"/>
                    <a:pt x="137" y="347"/>
                  </a:cubicBezTo>
                  <a:cubicBezTo>
                    <a:pt x="153" y="351"/>
                    <a:pt x="169" y="353"/>
                    <a:pt x="186" y="353"/>
                  </a:cubicBezTo>
                  <a:cubicBezTo>
                    <a:pt x="265" y="353"/>
                    <a:pt x="347" y="309"/>
                    <a:pt x="366" y="233"/>
                  </a:cubicBezTo>
                  <a:cubicBezTo>
                    <a:pt x="389" y="142"/>
                    <a:pt x="320" y="28"/>
                    <a:pt x="229" y="5"/>
                  </a:cubicBezTo>
                  <a:cubicBezTo>
                    <a:pt x="217" y="2"/>
                    <a:pt x="205" y="1"/>
                    <a:pt x="193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840" rIns="90000" bIns="158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58" name="Google Shape;167;p2"/>
            <p:cNvSpPr/>
            <p:nvPr/>
          </p:nvSpPr>
          <p:spPr>
            <a:xfrm>
              <a:off x="2878200" y="4450680"/>
              <a:ext cx="37440" cy="33120"/>
            </a:xfrm>
            <a:custGeom>
              <a:avLst/>
              <a:gdLst>
                <a:gd name="textAreaLeft" fmla="*/ 0 w 37440"/>
                <a:gd name="textAreaRight" fmla="*/ 38880 w 37440"/>
                <a:gd name="textAreaTop" fmla="*/ 0 h 33120"/>
                <a:gd name="textAreaBottom" fmla="*/ 34560 h 33120"/>
              </a:gdLst>
              <a:ahLst/>
              <a:cxnLst/>
              <a:rect l="textAreaLeft" t="textAreaTop" r="textAreaRight" b="textAreaBottom"/>
              <a:pathLst>
                <a:path w="434" h="386">
                  <a:moveTo>
                    <a:pt x="191" y="1"/>
                  </a:moveTo>
                  <a:cubicBezTo>
                    <a:pt x="115" y="1"/>
                    <a:pt x="41" y="62"/>
                    <a:pt x="23" y="152"/>
                  </a:cubicBezTo>
                  <a:cubicBezTo>
                    <a:pt x="0" y="243"/>
                    <a:pt x="46" y="357"/>
                    <a:pt x="160" y="380"/>
                  </a:cubicBezTo>
                  <a:cubicBezTo>
                    <a:pt x="179" y="384"/>
                    <a:pt x="197" y="386"/>
                    <a:pt x="215" y="386"/>
                  </a:cubicBezTo>
                  <a:cubicBezTo>
                    <a:pt x="303" y="386"/>
                    <a:pt x="369" y="338"/>
                    <a:pt x="388" y="243"/>
                  </a:cubicBezTo>
                  <a:cubicBezTo>
                    <a:pt x="434" y="129"/>
                    <a:pt x="365" y="38"/>
                    <a:pt x="251" y="15"/>
                  </a:cubicBezTo>
                  <a:cubicBezTo>
                    <a:pt x="232" y="5"/>
                    <a:pt x="211" y="1"/>
                    <a:pt x="191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7280" rIns="90000" bIns="172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59" name="Google Shape;168;p2"/>
            <p:cNvSpPr/>
            <p:nvPr/>
          </p:nvSpPr>
          <p:spPr>
            <a:xfrm>
              <a:off x="4779000" y="4918680"/>
              <a:ext cx="25200" cy="22320"/>
            </a:xfrm>
            <a:custGeom>
              <a:avLst/>
              <a:gdLst>
                <a:gd name="textAreaLeft" fmla="*/ 0 w 25200"/>
                <a:gd name="textAreaRight" fmla="*/ 26640 w 25200"/>
                <a:gd name="textAreaTop" fmla="*/ 0 h 22320"/>
                <a:gd name="textAreaBottom" fmla="*/ 23760 h 22320"/>
              </a:gdLst>
              <a:ahLst/>
              <a:cxnLst/>
              <a:rect l="textAreaLeft" t="textAreaTop" r="textAreaRight" b="textAreaBottom"/>
              <a:pathLst>
                <a:path w="297" h="264">
                  <a:moveTo>
                    <a:pt x="146" y="0"/>
                  </a:moveTo>
                  <a:cubicBezTo>
                    <a:pt x="91" y="0"/>
                    <a:pt x="42" y="41"/>
                    <a:pt x="23" y="97"/>
                  </a:cubicBezTo>
                  <a:cubicBezTo>
                    <a:pt x="0" y="189"/>
                    <a:pt x="46" y="257"/>
                    <a:pt x="114" y="257"/>
                  </a:cubicBezTo>
                  <a:cubicBezTo>
                    <a:pt x="126" y="261"/>
                    <a:pt x="138" y="263"/>
                    <a:pt x="150" y="263"/>
                  </a:cubicBezTo>
                  <a:cubicBezTo>
                    <a:pt x="205" y="263"/>
                    <a:pt x="255" y="222"/>
                    <a:pt x="274" y="166"/>
                  </a:cubicBezTo>
                  <a:cubicBezTo>
                    <a:pt x="297" y="97"/>
                    <a:pt x="251" y="29"/>
                    <a:pt x="183" y="6"/>
                  </a:cubicBezTo>
                  <a:cubicBezTo>
                    <a:pt x="170" y="2"/>
                    <a:pt x="158" y="0"/>
                    <a:pt x="146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880" rIns="90000" bIns="118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60" name="Google Shape;169;p2"/>
            <p:cNvSpPr/>
            <p:nvPr/>
          </p:nvSpPr>
          <p:spPr>
            <a:xfrm>
              <a:off x="3578760" y="4002840"/>
              <a:ext cx="25200" cy="22320"/>
            </a:xfrm>
            <a:custGeom>
              <a:avLst/>
              <a:gdLst>
                <a:gd name="textAreaLeft" fmla="*/ 0 w 25200"/>
                <a:gd name="textAreaRight" fmla="*/ 26640 w 25200"/>
                <a:gd name="textAreaTop" fmla="*/ 0 h 22320"/>
                <a:gd name="textAreaBottom" fmla="*/ 23760 h 22320"/>
              </a:gdLst>
              <a:ahLst/>
              <a:cxnLst/>
              <a:rect l="textAreaLeft" t="textAreaTop" r="textAreaRight" b="textAreaBottom"/>
              <a:pathLst>
                <a:path w="298" h="264">
                  <a:moveTo>
                    <a:pt x="147" y="0"/>
                  </a:moveTo>
                  <a:cubicBezTo>
                    <a:pt x="92" y="0"/>
                    <a:pt x="42" y="41"/>
                    <a:pt x="23" y="98"/>
                  </a:cubicBezTo>
                  <a:cubicBezTo>
                    <a:pt x="0" y="166"/>
                    <a:pt x="46" y="235"/>
                    <a:pt x="114" y="257"/>
                  </a:cubicBezTo>
                  <a:cubicBezTo>
                    <a:pt x="127" y="261"/>
                    <a:pt x="139" y="263"/>
                    <a:pt x="151" y="263"/>
                  </a:cubicBezTo>
                  <a:cubicBezTo>
                    <a:pt x="206" y="263"/>
                    <a:pt x="255" y="222"/>
                    <a:pt x="274" y="166"/>
                  </a:cubicBezTo>
                  <a:cubicBezTo>
                    <a:pt x="297" y="98"/>
                    <a:pt x="251" y="29"/>
                    <a:pt x="183" y="6"/>
                  </a:cubicBezTo>
                  <a:cubicBezTo>
                    <a:pt x="171" y="2"/>
                    <a:pt x="159" y="0"/>
                    <a:pt x="147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880" rIns="90000" bIns="118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61" name="Google Shape;170;p2"/>
            <p:cNvSpPr/>
            <p:nvPr/>
          </p:nvSpPr>
          <p:spPr>
            <a:xfrm>
              <a:off x="5086440" y="5141880"/>
              <a:ext cx="35640" cy="32040"/>
            </a:xfrm>
            <a:custGeom>
              <a:avLst/>
              <a:gdLst>
                <a:gd name="textAreaLeft" fmla="*/ 0 w 35640"/>
                <a:gd name="textAreaRight" fmla="*/ 37080 w 35640"/>
                <a:gd name="textAreaTop" fmla="*/ 0 h 32040"/>
                <a:gd name="textAreaBottom" fmla="*/ 33480 h 32040"/>
              </a:gdLst>
              <a:ahLst/>
              <a:cxnLst/>
              <a:rect l="textAreaLeft" t="textAreaTop" r="textAreaRight" b="textAreaBottom"/>
              <a:pathLst>
                <a:path w="412" h="375">
                  <a:moveTo>
                    <a:pt x="215" y="1"/>
                  </a:moveTo>
                  <a:cubicBezTo>
                    <a:pt x="132" y="1"/>
                    <a:pt x="43" y="63"/>
                    <a:pt x="24" y="142"/>
                  </a:cubicBezTo>
                  <a:cubicBezTo>
                    <a:pt x="1" y="233"/>
                    <a:pt x="69" y="347"/>
                    <a:pt x="161" y="370"/>
                  </a:cubicBezTo>
                  <a:cubicBezTo>
                    <a:pt x="173" y="373"/>
                    <a:pt x="185" y="375"/>
                    <a:pt x="198" y="375"/>
                  </a:cubicBezTo>
                  <a:cubicBezTo>
                    <a:pt x="280" y="375"/>
                    <a:pt x="369" y="313"/>
                    <a:pt x="389" y="233"/>
                  </a:cubicBezTo>
                  <a:cubicBezTo>
                    <a:pt x="412" y="142"/>
                    <a:pt x="343" y="51"/>
                    <a:pt x="252" y="5"/>
                  </a:cubicBezTo>
                  <a:cubicBezTo>
                    <a:pt x="240" y="2"/>
                    <a:pt x="227" y="1"/>
                    <a:pt x="215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6560" rIns="90000" bIns="165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62" name="Google Shape;171;p2"/>
            <p:cNvSpPr/>
            <p:nvPr/>
          </p:nvSpPr>
          <p:spPr>
            <a:xfrm>
              <a:off x="3568320" y="2179800"/>
              <a:ext cx="25200" cy="22320"/>
            </a:xfrm>
            <a:custGeom>
              <a:avLst/>
              <a:gdLst>
                <a:gd name="textAreaLeft" fmla="*/ 0 w 25200"/>
                <a:gd name="textAreaRight" fmla="*/ 26640 w 25200"/>
                <a:gd name="textAreaTop" fmla="*/ 0 h 22320"/>
                <a:gd name="textAreaBottom" fmla="*/ 23760 h 22320"/>
              </a:gdLst>
              <a:ahLst/>
              <a:cxnLst/>
              <a:rect l="textAreaLeft" t="textAreaTop" r="textAreaRight" b="textAreaBottom"/>
              <a:pathLst>
                <a:path w="297" h="264">
                  <a:moveTo>
                    <a:pt x="147" y="1"/>
                  </a:moveTo>
                  <a:cubicBezTo>
                    <a:pt x="92" y="1"/>
                    <a:pt x="42" y="42"/>
                    <a:pt x="23" y="98"/>
                  </a:cubicBezTo>
                  <a:cubicBezTo>
                    <a:pt x="0" y="167"/>
                    <a:pt x="46" y="258"/>
                    <a:pt x="114" y="258"/>
                  </a:cubicBezTo>
                  <a:cubicBezTo>
                    <a:pt x="126" y="262"/>
                    <a:pt x="139" y="264"/>
                    <a:pt x="150" y="264"/>
                  </a:cubicBezTo>
                  <a:cubicBezTo>
                    <a:pt x="206" y="264"/>
                    <a:pt x="255" y="223"/>
                    <a:pt x="274" y="167"/>
                  </a:cubicBezTo>
                  <a:cubicBezTo>
                    <a:pt x="297" y="98"/>
                    <a:pt x="251" y="30"/>
                    <a:pt x="183" y="7"/>
                  </a:cubicBezTo>
                  <a:cubicBezTo>
                    <a:pt x="171" y="3"/>
                    <a:pt x="159" y="1"/>
                    <a:pt x="147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880" rIns="90000" bIns="118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63" name="Google Shape;172;p2"/>
            <p:cNvSpPr/>
            <p:nvPr/>
          </p:nvSpPr>
          <p:spPr>
            <a:xfrm>
              <a:off x="2613960" y="4689000"/>
              <a:ext cx="21240" cy="18360"/>
            </a:xfrm>
            <a:custGeom>
              <a:avLst/>
              <a:gdLst>
                <a:gd name="textAreaLeft" fmla="*/ 0 w 21240"/>
                <a:gd name="textAreaRight" fmla="*/ 22680 w 21240"/>
                <a:gd name="textAreaTop" fmla="*/ 0 h 18360"/>
                <a:gd name="textAreaBottom" fmla="*/ 19800 h 18360"/>
              </a:gdLst>
              <a:ahLst/>
              <a:cxnLst/>
              <a:rect l="textAreaLeft" t="textAreaTop" r="textAreaRight" b="textAreaBottom"/>
              <a:pathLst>
                <a:path w="252" h="221">
                  <a:moveTo>
                    <a:pt x="125" y="1"/>
                  </a:moveTo>
                  <a:cubicBezTo>
                    <a:pt x="76" y="1"/>
                    <a:pt x="42" y="38"/>
                    <a:pt x="23" y="75"/>
                  </a:cubicBezTo>
                  <a:cubicBezTo>
                    <a:pt x="1" y="144"/>
                    <a:pt x="46" y="212"/>
                    <a:pt x="92" y="212"/>
                  </a:cubicBezTo>
                  <a:cubicBezTo>
                    <a:pt x="109" y="218"/>
                    <a:pt x="126" y="221"/>
                    <a:pt x="143" y="221"/>
                  </a:cubicBezTo>
                  <a:cubicBezTo>
                    <a:pt x="192" y="221"/>
                    <a:pt x="235" y="195"/>
                    <a:pt x="252" y="144"/>
                  </a:cubicBezTo>
                  <a:cubicBezTo>
                    <a:pt x="252" y="75"/>
                    <a:pt x="229" y="7"/>
                    <a:pt x="160" y="7"/>
                  </a:cubicBezTo>
                  <a:cubicBezTo>
                    <a:pt x="148" y="3"/>
                    <a:pt x="136" y="1"/>
                    <a:pt x="125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720" rIns="90000" bIns="97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64" name="Google Shape;173;p2"/>
            <p:cNvSpPr/>
            <p:nvPr/>
          </p:nvSpPr>
          <p:spPr>
            <a:xfrm>
              <a:off x="1466640" y="3550320"/>
              <a:ext cx="21240" cy="18360"/>
            </a:xfrm>
            <a:custGeom>
              <a:avLst/>
              <a:gdLst>
                <a:gd name="textAreaLeft" fmla="*/ 0 w 21240"/>
                <a:gd name="textAreaRight" fmla="*/ 22680 w 21240"/>
                <a:gd name="textAreaTop" fmla="*/ 0 h 18360"/>
                <a:gd name="textAreaBottom" fmla="*/ 19800 h 18360"/>
              </a:gdLst>
              <a:ahLst/>
              <a:cxnLst/>
              <a:rect l="textAreaLeft" t="textAreaTop" r="textAreaRight" b="textAreaBottom"/>
              <a:pathLst>
                <a:path w="252" h="221">
                  <a:moveTo>
                    <a:pt x="123" y="1"/>
                  </a:moveTo>
                  <a:cubicBezTo>
                    <a:pt x="69" y="1"/>
                    <a:pt x="23" y="38"/>
                    <a:pt x="23" y="75"/>
                  </a:cubicBezTo>
                  <a:cubicBezTo>
                    <a:pt x="0" y="144"/>
                    <a:pt x="46" y="212"/>
                    <a:pt x="92" y="212"/>
                  </a:cubicBezTo>
                  <a:cubicBezTo>
                    <a:pt x="109" y="218"/>
                    <a:pt x="126" y="221"/>
                    <a:pt x="142" y="221"/>
                  </a:cubicBezTo>
                  <a:cubicBezTo>
                    <a:pt x="190" y="221"/>
                    <a:pt x="229" y="195"/>
                    <a:pt x="229" y="144"/>
                  </a:cubicBezTo>
                  <a:cubicBezTo>
                    <a:pt x="252" y="75"/>
                    <a:pt x="206" y="7"/>
                    <a:pt x="160" y="7"/>
                  </a:cubicBezTo>
                  <a:cubicBezTo>
                    <a:pt x="148" y="3"/>
                    <a:pt x="135" y="1"/>
                    <a:pt x="123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720" rIns="90000" bIns="97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65" name="Google Shape;174;p2"/>
            <p:cNvSpPr/>
            <p:nvPr/>
          </p:nvSpPr>
          <p:spPr>
            <a:xfrm>
              <a:off x="1671480" y="4617720"/>
              <a:ext cx="27360" cy="2412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24120"/>
                <a:gd name="textAreaBottom" fmla="*/ 25560 h 24120"/>
              </a:gdLst>
              <a:ahLst/>
              <a:cxnLst/>
              <a:rect l="textAreaLeft" t="textAreaTop" r="textAreaRight" b="textAreaBottom"/>
              <a:pathLst>
                <a:path w="320" h="286">
                  <a:moveTo>
                    <a:pt x="146" y="0"/>
                  </a:moveTo>
                  <a:cubicBezTo>
                    <a:pt x="85" y="0"/>
                    <a:pt x="23" y="44"/>
                    <a:pt x="23" y="120"/>
                  </a:cubicBezTo>
                  <a:cubicBezTo>
                    <a:pt x="0" y="188"/>
                    <a:pt x="46" y="257"/>
                    <a:pt x="114" y="280"/>
                  </a:cubicBezTo>
                  <a:cubicBezTo>
                    <a:pt x="126" y="284"/>
                    <a:pt x="139" y="286"/>
                    <a:pt x="152" y="286"/>
                  </a:cubicBezTo>
                  <a:cubicBezTo>
                    <a:pt x="213" y="286"/>
                    <a:pt x="278" y="245"/>
                    <a:pt x="297" y="188"/>
                  </a:cubicBezTo>
                  <a:cubicBezTo>
                    <a:pt x="320" y="97"/>
                    <a:pt x="274" y="29"/>
                    <a:pt x="183" y="6"/>
                  </a:cubicBezTo>
                  <a:cubicBezTo>
                    <a:pt x="171" y="2"/>
                    <a:pt x="158" y="0"/>
                    <a:pt x="146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600" rIns="90000" bIns="126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66" name="Google Shape;175;p2"/>
            <p:cNvSpPr/>
            <p:nvPr/>
          </p:nvSpPr>
          <p:spPr>
            <a:xfrm>
              <a:off x="1413360" y="4603320"/>
              <a:ext cx="23040" cy="20160"/>
            </a:xfrm>
            <a:custGeom>
              <a:avLst/>
              <a:gdLst>
                <a:gd name="textAreaLeft" fmla="*/ 0 w 23040"/>
                <a:gd name="textAreaRight" fmla="*/ 24480 w 23040"/>
                <a:gd name="textAreaTop" fmla="*/ 0 h 20160"/>
                <a:gd name="textAreaBottom" fmla="*/ 21600 h 20160"/>
              </a:gdLst>
              <a:ahLst/>
              <a:cxnLst/>
              <a:rect l="textAreaLeft" t="textAreaTop" r="textAreaRight" b="textAreaBottom"/>
              <a:pathLst>
                <a:path w="274" h="241">
                  <a:moveTo>
                    <a:pt x="126" y="0"/>
                  </a:moveTo>
                  <a:cubicBezTo>
                    <a:pt x="76" y="0"/>
                    <a:pt x="42" y="41"/>
                    <a:pt x="23" y="97"/>
                  </a:cubicBezTo>
                  <a:cubicBezTo>
                    <a:pt x="0" y="143"/>
                    <a:pt x="46" y="211"/>
                    <a:pt x="114" y="234"/>
                  </a:cubicBezTo>
                  <a:cubicBezTo>
                    <a:pt x="122" y="238"/>
                    <a:pt x="131" y="240"/>
                    <a:pt x="140" y="240"/>
                  </a:cubicBezTo>
                  <a:cubicBezTo>
                    <a:pt x="183" y="240"/>
                    <a:pt x="232" y="199"/>
                    <a:pt x="251" y="143"/>
                  </a:cubicBezTo>
                  <a:cubicBezTo>
                    <a:pt x="274" y="75"/>
                    <a:pt x="228" y="29"/>
                    <a:pt x="160" y="6"/>
                  </a:cubicBezTo>
                  <a:cubicBezTo>
                    <a:pt x="148" y="2"/>
                    <a:pt x="136" y="0"/>
                    <a:pt x="126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0" rIns="90000" bIns="108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67" name="Google Shape;176;p2"/>
            <p:cNvSpPr/>
            <p:nvPr/>
          </p:nvSpPr>
          <p:spPr>
            <a:xfrm>
              <a:off x="1643040" y="4375800"/>
              <a:ext cx="31320" cy="28440"/>
            </a:xfrm>
            <a:custGeom>
              <a:avLst/>
              <a:gdLst>
                <a:gd name="textAreaLeft" fmla="*/ 0 w 31320"/>
                <a:gd name="textAreaRight" fmla="*/ 32760 w 31320"/>
                <a:gd name="textAreaTop" fmla="*/ 0 h 28440"/>
                <a:gd name="textAreaBottom" fmla="*/ 29880 h 28440"/>
              </a:gdLst>
              <a:ahLst/>
              <a:cxnLst/>
              <a:rect l="textAreaLeft" t="textAreaTop" r="textAreaRight" b="textAreaBottom"/>
              <a:pathLst>
                <a:path w="366" h="332">
                  <a:moveTo>
                    <a:pt x="182" y="1"/>
                  </a:moveTo>
                  <a:cubicBezTo>
                    <a:pt x="108" y="1"/>
                    <a:pt x="42" y="45"/>
                    <a:pt x="23" y="121"/>
                  </a:cubicBezTo>
                  <a:cubicBezTo>
                    <a:pt x="0" y="212"/>
                    <a:pt x="46" y="303"/>
                    <a:pt x="137" y="326"/>
                  </a:cubicBezTo>
                  <a:cubicBezTo>
                    <a:pt x="153" y="330"/>
                    <a:pt x="169" y="332"/>
                    <a:pt x="184" y="332"/>
                  </a:cubicBezTo>
                  <a:cubicBezTo>
                    <a:pt x="258" y="332"/>
                    <a:pt x="324" y="288"/>
                    <a:pt x="343" y="212"/>
                  </a:cubicBezTo>
                  <a:cubicBezTo>
                    <a:pt x="366" y="121"/>
                    <a:pt x="320" y="29"/>
                    <a:pt x="229" y="6"/>
                  </a:cubicBezTo>
                  <a:cubicBezTo>
                    <a:pt x="213" y="3"/>
                    <a:pt x="197" y="1"/>
                    <a:pt x="182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4760" rIns="90000" bIns="147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68" name="Google Shape;177;p2"/>
            <p:cNvSpPr/>
            <p:nvPr/>
          </p:nvSpPr>
          <p:spPr>
            <a:xfrm>
              <a:off x="446760" y="3773520"/>
              <a:ext cx="23400" cy="20160"/>
            </a:xfrm>
            <a:custGeom>
              <a:avLst/>
              <a:gdLst>
                <a:gd name="textAreaLeft" fmla="*/ 0 w 23400"/>
                <a:gd name="textAreaRight" fmla="*/ 24840 w 23400"/>
                <a:gd name="textAreaTop" fmla="*/ 0 h 20160"/>
                <a:gd name="textAreaBottom" fmla="*/ 21600 h 20160"/>
              </a:gdLst>
              <a:ahLst/>
              <a:cxnLst/>
              <a:rect l="textAreaLeft" t="textAreaTop" r="textAreaRight" b="textAreaBottom"/>
              <a:pathLst>
                <a:path w="275" h="242">
                  <a:moveTo>
                    <a:pt x="124" y="1"/>
                  </a:moveTo>
                  <a:cubicBezTo>
                    <a:pt x="70" y="1"/>
                    <a:pt x="23" y="42"/>
                    <a:pt x="23" y="98"/>
                  </a:cubicBezTo>
                  <a:cubicBezTo>
                    <a:pt x="0" y="167"/>
                    <a:pt x="46" y="235"/>
                    <a:pt x="92" y="235"/>
                  </a:cubicBezTo>
                  <a:cubicBezTo>
                    <a:pt x="104" y="239"/>
                    <a:pt x="116" y="241"/>
                    <a:pt x="128" y="241"/>
                  </a:cubicBezTo>
                  <a:cubicBezTo>
                    <a:pt x="183" y="241"/>
                    <a:pt x="233" y="200"/>
                    <a:pt x="252" y="144"/>
                  </a:cubicBezTo>
                  <a:cubicBezTo>
                    <a:pt x="274" y="98"/>
                    <a:pt x="229" y="30"/>
                    <a:pt x="160" y="7"/>
                  </a:cubicBezTo>
                  <a:cubicBezTo>
                    <a:pt x="148" y="3"/>
                    <a:pt x="136" y="1"/>
                    <a:pt x="124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0" rIns="90000" bIns="108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69" name="Google Shape;178;p2"/>
            <p:cNvSpPr/>
            <p:nvPr/>
          </p:nvSpPr>
          <p:spPr>
            <a:xfrm>
              <a:off x="1296720" y="4461840"/>
              <a:ext cx="35640" cy="30960"/>
            </a:xfrm>
            <a:custGeom>
              <a:avLst/>
              <a:gdLst>
                <a:gd name="textAreaLeft" fmla="*/ 0 w 35640"/>
                <a:gd name="textAreaRight" fmla="*/ 37080 w 35640"/>
                <a:gd name="textAreaTop" fmla="*/ 0 h 30960"/>
                <a:gd name="textAreaBottom" fmla="*/ 32400 h 30960"/>
              </a:gdLst>
              <a:ahLst/>
              <a:cxnLst/>
              <a:rect l="textAreaLeft" t="textAreaTop" r="textAreaRight" b="textAreaBottom"/>
              <a:pathLst>
                <a:path w="412" h="363">
                  <a:moveTo>
                    <a:pt x="216" y="1"/>
                  </a:moveTo>
                  <a:cubicBezTo>
                    <a:pt x="138" y="1"/>
                    <a:pt x="66" y="63"/>
                    <a:pt x="47" y="142"/>
                  </a:cubicBezTo>
                  <a:cubicBezTo>
                    <a:pt x="1" y="233"/>
                    <a:pt x="69" y="325"/>
                    <a:pt x="161" y="347"/>
                  </a:cubicBezTo>
                  <a:cubicBezTo>
                    <a:pt x="181" y="358"/>
                    <a:pt x="202" y="362"/>
                    <a:pt x="223" y="362"/>
                  </a:cubicBezTo>
                  <a:cubicBezTo>
                    <a:pt x="298" y="362"/>
                    <a:pt x="371" y="305"/>
                    <a:pt x="389" y="233"/>
                  </a:cubicBezTo>
                  <a:cubicBezTo>
                    <a:pt x="412" y="142"/>
                    <a:pt x="343" y="28"/>
                    <a:pt x="252" y="5"/>
                  </a:cubicBezTo>
                  <a:cubicBezTo>
                    <a:pt x="240" y="2"/>
                    <a:pt x="228" y="1"/>
                    <a:pt x="216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6200" rIns="90000" bIns="162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70" name="Google Shape;179;p2"/>
            <p:cNvSpPr/>
            <p:nvPr/>
          </p:nvSpPr>
          <p:spPr>
            <a:xfrm>
              <a:off x="2187720" y="4848840"/>
              <a:ext cx="29520" cy="15480"/>
            </a:xfrm>
            <a:custGeom>
              <a:avLst/>
              <a:gdLst>
                <a:gd name="textAreaLeft" fmla="*/ 0 w 29520"/>
                <a:gd name="textAreaRight" fmla="*/ 30960 w 29520"/>
                <a:gd name="textAreaTop" fmla="*/ 0 h 15480"/>
                <a:gd name="textAreaBottom" fmla="*/ 16920 h 15480"/>
              </a:gdLst>
              <a:ahLst/>
              <a:cxnLst/>
              <a:rect l="textAreaLeft" t="textAreaTop" r="textAreaRight" b="textAreaBottom"/>
              <a:pathLst>
                <a:path w="344" h="189">
                  <a:moveTo>
                    <a:pt x="160" y="0"/>
                  </a:moveTo>
                  <a:cubicBezTo>
                    <a:pt x="86" y="0"/>
                    <a:pt x="20" y="45"/>
                    <a:pt x="1" y="120"/>
                  </a:cubicBezTo>
                  <a:lnTo>
                    <a:pt x="321" y="189"/>
                  </a:lnTo>
                  <a:cubicBezTo>
                    <a:pt x="343" y="120"/>
                    <a:pt x="275" y="29"/>
                    <a:pt x="206" y="6"/>
                  </a:cubicBezTo>
                  <a:cubicBezTo>
                    <a:pt x="191" y="2"/>
                    <a:pt x="175" y="0"/>
                    <a:pt x="160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8280" rIns="90000" bIns="82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71" name="Google Shape;180;p2"/>
            <p:cNvSpPr/>
            <p:nvPr/>
          </p:nvSpPr>
          <p:spPr>
            <a:xfrm>
              <a:off x="1518120" y="3915000"/>
              <a:ext cx="23040" cy="19800"/>
            </a:xfrm>
            <a:custGeom>
              <a:avLst/>
              <a:gdLst>
                <a:gd name="textAreaLeft" fmla="*/ 0 w 23040"/>
                <a:gd name="textAreaRight" fmla="*/ 24480 w 23040"/>
                <a:gd name="textAreaTop" fmla="*/ 0 h 19800"/>
                <a:gd name="textAreaBottom" fmla="*/ 21240 h 19800"/>
              </a:gdLst>
              <a:ahLst/>
              <a:cxnLst/>
              <a:rect l="textAreaLeft" t="textAreaTop" r="textAreaRight" b="textAreaBottom"/>
              <a:pathLst>
                <a:path w="274" h="236">
                  <a:moveTo>
                    <a:pt x="134" y="1"/>
                  </a:moveTo>
                  <a:cubicBezTo>
                    <a:pt x="91" y="1"/>
                    <a:pt x="42" y="42"/>
                    <a:pt x="23" y="98"/>
                  </a:cubicBezTo>
                  <a:cubicBezTo>
                    <a:pt x="0" y="144"/>
                    <a:pt x="46" y="212"/>
                    <a:pt x="114" y="235"/>
                  </a:cubicBezTo>
                  <a:cubicBezTo>
                    <a:pt x="183" y="235"/>
                    <a:pt x="228" y="212"/>
                    <a:pt x="251" y="144"/>
                  </a:cubicBezTo>
                  <a:cubicBezTo>
                    <a:pt x="274" y="75"/>
                    <a:pt x="228" y="30"/>
                    <a:pt x="160" y="7"/>
                  </a:cubicBezTo>
                  <a:cubicBezTo>
                    <a:pt x="152" y="3"/>
                    <a:pt x="143" y="1"/>
                    <a:pt x="134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440" rIns="90000" bIns="10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72" name="Google Shape;181;p2"/>
            <p:cNvSpPr/>
            <p:nvPr/>
          </p:nvSpPr>
          <p:spPr>
            <a:xfrm>
              <a:off x="657720" y="3744720"/>
              <a:ext cx="27360" cy="2448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24480"/>
                <a:gd name="textAreaBottom" fmla="*/ 25920 h 24480"/>
              </a:gdLst>
              <a:ahLst/>
              <a:cxnLst/>
              <a:rect l="textAreaLeft" t="textAreaTop" r="textAreaRight" b="textAreaBottom"/>
              <a:pathLst>
                <a:path w="321" h="287">
                  <a:moveTo>
                    <a:pt x="161" y="0"/>
                  </a:moveTo>
                  <a:cubicBezTo>
                    <a:pt x="92" y="0"/>
                    <a:pt x="42" y="45"/>
                    <a:pt x="23" y="120"/>
                  </a:cubicBezTo>
                  <a:cubicBezTo>
                    <a:pt x="0" y="189"/>
                    <a:pt x="46" y="280"/>
                    <a:pt x="115" y="280"/>
                  </a:cubicBezTo>
                  <a:cubicBezTo>
                    <a:pt x="131" y="284"/>
                    <a:pt x="146" y="286"/>
                    <a:pt x="161" y="286"/>
                  </a:cubicBezTo>
                  <a:cubicBezTo>
                    <a:pt x="229" y="286"/>
                    <a:pt x="278" y="245"/>
                    <a:pt x="297" y="189"/>
                  </a:cubicBezTo>
                  <a:cubicBezTo>
                    <a:pt x="320" y="98"/>
                    <a:pt x="274" y="29"/>
                    <a:pt x="206" y="6"/>
                  </a:cubicBezTo>
                  <a:cubicBezTo>
                    <a:pt x="190" y="2"/>
                    <a:pt x="175" y="0"/>
                    <a:pt x="161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73" name="Google Shape;182;p2"/>
            <p:cNvSpPr/>
            <p:nvPr/>
          </p:nvSpPr>
          <p:spPr>
            <a:xfrm>
              <a:off x="1036440" y="3931920"/>
              <a:ext cx="23400" cy="21600"/>
            </a:xfrm>
            <a:custGeom>
              <a:avLst/>
              <a:gdLst>
                <a:gd name="textAreaLeft" fmla="*/ 0 w 23400"/>
                <a:gd name="textAreaRight" fmla="*/ 24840 w 23400"/>
                <a:gd name="textAreaTop" fmla="*/ 0 h 21600"/>
                <a:gd name="textAreaBottom" fmla="*/ 23040 h 21600"/>
              </a:gdLst>
              <a:ahLst/>
              <a:cxnLst/>
              <a:rect l="textAreaLeft" t="textAreaTop" r="textAreaRight" b="textAreaBottom"/>
              <a:pathLst>
                <a:path w="275" h="258">
                  <a:moveTo>
                    <a:pt x="160" y="0"/>
                  </a:moveTo>
                  <a:cubicBezTo>
                    <a:pt x="91" y="0"/>
                    <a:pt x="23" y="23"/>
                    <a:pt x="23" y="92"/>
                  </a:cubicBezTo>
                  <a:cubicBezTo>
                    <a:pt x="0" y="160"/>
                    <a:pt x="46" y="229"/>
                    <a:pt x="91" y="251"/>
                  </a:cubicBezTo>
                  <a:cubicBezTo>
                    <a:pt x="104" y="255"/>
                    <a:pt x="116" y="257"/>
                    <a:pt x="128" y="257"/>
                  </a:cubicBezTo>
                  <a:cubicBezTo>
                    <a:pt x="183" y="257"/>
                    <a:pt x="232" y="216"/>
                    <a:pt x="251" y="160"/>
                  </a:cubicBezTo>
                  <a:cubicBezTo>
                    <a:pt x="274" y="92"/>
                    <a:pt x="228" y="23"/>
                    <a:pt x="160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520" rIns="90000" bIns="115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74" name="Google Shape;183;p2"/>
            <p:cNvSpPr/>
            <p:nvPr/>
          </p:nvSpPr>
          <p:spPr>
            <a:xfrm>
              <a:off x="481320" y="3733200"/>
              <a:ext cx="25200" cy="23760"/>
            </a:xfrm>
            <a:custGeom>
              <a:avLst/>
              <a:gdLst>
                <a:gd name="textAreaLeft" fmla="*/ 0 w 25200"/>
                <a:gd name="textAreaRight" fmla="*/ 26640 w 25200"/>
                <a:gd name="textAreaTop" fmla="*/ 0 h 23760"/>
                <a:gd name="textAreaBottom" fmla="*/ 25200 h 23760"/>
              </a:gdLst>
              <a:ahLst/>
              <a:cxnLst/>
              <a:rect l="textAreaLeft" t="textAreaTop" r="textAreaRight" b="textAreaBottom"/>
              <a:pathLst>
                <a:path w="298" h="281">
                  <a:moveTo>
                    <a:pt x="183" y="0"/>
                  </a:moveTo>
                  <a:cubicBezTo>
                    <a:pt x="115" y="0"/>
                    <a:pt x="46" y="46"/>
                    <a:pt x="23" y="114"/>
                  </a:cubicBezTo>
                  <a:cubicBezTo>
                    <a:pt x="1" y="183"/>
                    <a:pt x="46" y="251"/>
                    <a:pt x="115" y="274"/>
                  </a:cubicBezTo>
                  <a:cubicBezTo>
                    <a:pt x="131" y="278"/>
                    <a:pt x="146" y="280"/>
                    <a:pt x="161" y="280"/>
                  </a:cubicBezTo>
                  <a:cubicBezTo>
                    <a:pt x="229" y="280"/>
                    <a:pt x="278" y="239"/>
                    <a:pt x="297" y="183"/>
                  </a:cubicBezTo>
                  <a:cubicBezTo>
                    <a:pt x="297" y="92"/>
                    <a:pt x="252" y="23"/>
                    <a:pt x="183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600" rIns="90000" bIns="126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75" name="Google Shape;184;p2"/>
            <p:cNvSpPr/>
            <p:nvPr/>
          </p:nvSpPr>
          <p:spPr>
            <a:xfrm>
              <a:off x="4520880" y="3787920"/>
              <a:ext cx="29520" cy="26280"/>
            </a:xfrm>
            <a:custGeom>
              <a:avLst/>
              <a:gdLst>
                <a:gd name="textAreaLeft" fmla="*/ 0 w 29520"/>
                <a:gd name="textAreaRight" fmla="*/ 30960 w 29520"/>
                <a:gd name="textAreaTop" fmla="*/ 0 h 26280"/>
                <a:gd name="textAreaBottom" fmla="*/ 27720 h 26280"/>
              </a:gdLst>
              <a:ahLst/>
              <a:cxnLst/>
              <a:rect l="textAreaLeft" t="textAreaTop" r="textAreaRight" b="textAreaBottom"/>
              <a:pathLst>
                <a:path w="343" h="310">
                  <a:moveTo>
                    <a:pt x="161" y="1"/>
                  </a:moveTo>
                  <a:cubicBezTo>
                    <a:pt x="92" y="1"/>
                    <a:pt x="42" y="45"/>
                    <a:pt x="23" y="121"/>
                  </a:cubicBezTo>
                  <a:cubicBezTo>
                    <a:pt x="0" y="189"/>
                    <a:pt x="46" y="281"/>
                    <a:pt x="137" y="303"/>
                  </a:cubicBezTo>
                  <a:cubicBezTo>
                    <a:pt x="149" y="307"/>
                    <a:pt x="161" y="309"/>
                    <a:pt x="174" y="309"/>
                  </a:cubicBezTo>
                  <a:cubicBezTo>
                    <a:pt x="235" y="309"/>
                    <a:pt x="301" y="265"/>
                    <a:pt x="320" y="189"/>
                  </a:cubicBezTo>
                  <a:cubicBezTo>
                    <a:pt x="342" y="121"/>
                    <a:pt x="297" y="29"/>
                    <a:pt x="205" y="7"/>
                  </a:cubicBezTo>
                  <a:cubicBezTo>
                    <a:pt x="190" y="3"/>
                    <a:pt x="175" y="1"/>
                    <a:pt x="161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3680" rIns="90000" bIns="136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76" name="Google Shape;185;p2"/>
            <p:cNvSpPr/>
            <p:nvPr/>
          </p:nvSpPr>
          <p:spPr>
            <a:xfrm>
              <a:off x="3431160" y="2293200"/>
              <a:ext cx="21240" cy="19800"/>
            </a:xfrm>
            <a:custGeom>
              <a:avLst/>
              <a:gdLst>
                <a:gd name="textAreaLeft" fmla="*/ 0 w 21240"/>
                <a:gd name="textAreaRight" fmla="*/ 22680 w 21240"/>
                <a:gd name="textAreaTop" fmla="*/ 0 h 19800"/>
                <a:gd name="textAreaBottom" fmla="*/ 21240 h 19800"/>
              </a:gdLst>
              <a:ahLst/>
              <a:cxnLst/>
              <a:rect l="textAreaLeft" t="textAreaTop" r="textAreaRight" b="textAreaBottom"/>
              <a:pathLst>
                <a:path w="253" h="235">
                  <a:moveTo>
                    <a:pt x="161" y="0"/>
                  </a:moveTo>
                  <a:cubicBezTo>
                    <a:pt x="92" y="0"/>
                    <a:pt x="24" y="23"/>
                    <a:pt x="24" y="91"/>
                  </a:cubicBezTo>
                  <a:cubicBezTo>
                    <a:pt x="1" y="160"/>
                    <a:pt x="47" y="228"/>
                    <a:pt x="92" y="228"/>
                  </a:cubicBezTo>
                  <a:cubicBezTo>
                    <a:pt x="105" y="233"/>
                    <a:pt x="117" y="234"/>
                    <a:pt x="130" y="234"/>
                  </a:cubicBezTo>
                  <a:cubicBezTo>
                    <a:pt x="184" y="234"/>
                    <a:pt x="233" y="197"/>
                    <a:pt x="252" y="160"/>
                  </a:cubicBezTo>
                  <a:cubicBezTo>
                    <a:pt x="252" y="91"/>
                    <a:pt x="229" y="23"/>
                    <a:pt x="161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440" rIns="90000" bIns="10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77" name="Google Shape;186;p2"/>
            <p:cNvSpPr/>
            <p:nvPr/>
          </p:nvSpPr>
          <p:spPr>
            <a:xfrm>
              <a:off x="549000" y="4253400"/>
              <a:ext cx="25200" cy="21600"/>
            </a:xfrm>
            <a:custGeom>
              <a:avLst/>
              <a:gdLst>
                <a:gd name="textAreaLeft" fmla="*/ 0 w 25200"/>
                <a:gd name="textAreaRight" fmla="*/ 26640 w 25200"/>
                <a:gd name="textAreaTop" fmla="*/ 0 h 21600"/>
                <a:gd name="textAreaBottom" fmla="*/ 23040 h 21600"/>
              </a:gdLst>
              <a:ahLst/>
              <a:cxnLst/>
              <a:rect l="textAreaLeft" t="textAreaTop" r="textAreaRight" b="textAreaBottom"/>
              <a:pathLst>
                <a:path w="298" h="258">
                  <a:moveTo>
                    <a:pt x="183" y="1"/>
                  </a:moveTo>
                  <a:cubicBezTo>
                    <a:pt x="115" y="1"/>
                    <a:pt x="46" y="24"/>
                    <a:pt x="24" y="92"/>
                  </a:cubicBezTo>
                  <a:cubicBezTo>
                    <a:pt x="1" y="161"/>
                    <a:pt x="46" y="229"/>
                    <a:pt x="115" y="252"/>
                  </a:cubicBezTo>
                  <a:cubicBezTo>
                    <a:pt x="127" y="256"/>
                    <a:pt x="139" y="258"/>
                    <a:pt x="151" y="258"/>
                  </a:cubicBezTo>
                  <a:cubicBezTo>
                    <a:pt x="206" y="258"/>
                    <a:pt x="256" y="217"/>
                    <a:pt x="275" y="161"/>
                  </a:cubicBezTo>
                  <a:cubicBezTo>
                    <a:pt x="297" y="92"/>
                    <a:pt x="252" y="24"/>
                    <a:pt x="183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520" rIns="90000" bIns="115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78" name="Google Shape;187;p2"/>
            <p:cNvSpPr/>
            <p:nvPr/>
          </p:nvSpPr>
          <p:spPr>
            <a:xfrm>
              <a:off x="3922920" y="2958120"/>
              <a:ext cx="25200" cy="22320"/>
            </a:xfrm>
            <a:custGeom>
              <a:avLst/>
              <a:gdLst>
                <a:gd name="textAreaLeft" fmla="*/ 0 w 25200"/>
                <a:gd name="textAreaRight" fmla="*/ 26640 w 25200"/>
                <a:gd name="textAreaTop" fmla="*/ 0 h 22320"/>
                <a:gd name="textAreaBottom" fmla="*/ 23760 h 22320"/>
              </a:gdLst>
              <a:ahLst/>
              <a:cxnLst/>
              <a:rect l="textAreaLeft" t="textAreaTop" r="textAreaRight" b="textAreaBottom"/>
              <a:pathLst>
                <a:path w="297" h="264">
                  <a:moveTo>
                    <a:pt x="146" y="0"/>
                  </a:moveTo>
                  <a:cubicBezTo>
                    <a:pt x="91" y="0"/>
                    <a:pt x="42" y="41"/>
                    <a:pt x="23" y="98"/>
                  </a:cubicBezTo>
                  <a:cubicBezTo>
                    <a:pt x="0" y="166"/>
                    <a:pt x="46" y="235"/>
                    <a:pt x="114" y="257"/>
                  </a:cubicBezTo>
                  <a:cubicBezTo>
                    <a:pt x="126" y="261"/>
                    <a:pt x="139" y="263"/>
                    <a:pt x="152" y="263"/>
                  </a:cubicBezTo>
                  <a:cubicBezTo>
                    <a:pt x="212" y="263"/>
                    <a:pt x="274" y="222"/>
                    <a:pt x="274" y="166"/>
                  </a:cubicBezTo>
                  <a:cubicBezTo>
                    <a:pt x="297" y="75"/>
                    <a:pt x="251" y="6"/>
                    <a:pt x="183" y="6"/>
                  </a:cubicBezTo>
                  <a:cubicBezTo>
                    <a:pt x="170" y="2"/>
                    <a:pt x="158" y="0"/>
                    <a:pt x="146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880" rIns="90000" bIns="118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79" name="Google Shape;188;p2"/>
            <p:cNvSpPr/>
            <p:nvPr/>
          </p:nvSpPr>
          <p:spPr>
            <a:xfrm>
              <a:off x="3599280" y="2720880"/>
              <a:ext cx="37440" cy="34200"/>
            </a:xfrm>
            <a:custGeom>
              <a:avLst/>
              <a:gdLst>
                <a:gd name="textAreaLeft" fmla="*/ 0 w 37440"/>
                <a:gd name="textAreaRight" fmla="*/ 38880 w 37440"/>
                <a:gd name="textAreaTop" fmla="*/ 0 h 34200"/>
                <a:gd name="textAreaBottom" fmla="*/ 35640 h 34200"/>
              </a:gdLst>
              <a:ahLst/>
              <a:cxnLst/>
              <a:rect l="textAreaLeft" t="textAreaTop" r="textAreaRight" b="textAreaBottom"/>
              <a:pathLst>
                <a:path w="435" h="398">
                  <a:moveTo>
                    <a:pt x="231" y="0"/>
                  </a:moveTo>
                  <a:cubicBezTo>
                    <a:pt x="138" y="0"/>
                    <a:pt x="66" y="62"/>
                    <a:pt x="46" y="142"/>
                  </a:cubicBezTo>
                  <a:cubicBezTo>
                    <a:pt x="1" y="256"/>
                    <a:pt x="69" y="347"/>
                    <a:pt x="183" y="393"/>
                  </a:cubicBezTo>
                  <a:cubicBezTo>
                    <a:pt x="195" y="396"/>
                    <a:pt x="207" y="397"/>
                    <a:pt x="219" y="397"/>
                  </a:cubicBezTo>
                  <a:cubicBezTo>
                    <a:pt x="302" y="397"/>
                    <a:pt x="392" y="332"/>
                    <a:pt x="411" y="233"/>
                  </a:cubicBezTo>
                  <a:cubicBezTo>
                    <a:pt x="434" y="142"/>
                    <a:pt x="366" y="27"/>
                    <a:pt x="275" y="5"/>
                  </a:cubicBezTo>
                  <a:cubicBezTo>
                    <a:pt x="260" y="2"/>
                    <a:pt x="245" y="0"/>
                    <a:pt x="231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7640" rIns="90000" bIns="176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80" name="Google Shape;189;p2"/>
            <p:cNvSpPr/>
            <p:nvPr/>
          </p:nvSpPr>
          <p:spPr>
            <a:xfrm>
              <a:off x="3660480" y="2640600"/>
              <a:ext cx="21240" cy="18360"/>
            </a:xfrm>
            <a:custGeom>
              <a:avLst/>
              <a:gdLst>
                <a:gd name="textAreaLeft" fmla="*/ 0 w 21240"/>
                <a:gd name="textAreaRight" fmla="*/ 22680 w 21240"/>
                <a:gd name="textAreaTop" fmla="*/ 0 h 18360"/>
                <a:gd name="textAreaBottom" fmla="*/ 19800 h 18360"/>
              </a:gdLst>
              <a:ahLst/>
              <a:cxnLst/>
              <a:rect l="textAreaLeft" t="textAreaTop" r="textAreaRight" b="textAreaBottom"/>
              <a:pathLst>
                <a:path w="252" h="221">
                  <a:moveTo>
                    <a:pt x="110" y="1"/>
                  </a:moveTo>
                  <a:cubicBezTo>
                    <a:pt x="62" y="1"/>
                    <a:pt x="23" y="27"/>
                    <a:pt x="23" y="78"/>
                  </a:cubicBezTo>
                  <a:cubicBezTo>
                    <a:pt x="0" y="146"/>
                    <a:pt x="46" y="215"/>
                    <a:pt x="92" y="215"/>
                  </a:cubicBezTo>
                  <a:cubicBezTo>
                    <a:pt x="104" y="219"/>
                    <a:pt x="117" y="221"/>
                    <a:pt x="129" y="221"/>
                  </a:cubicBezTo>
                  <a:cubicBezTo>
                    <a:pt x="183" y="221"/>
                    <a:pt x="229" y="184"/>
                    <a:pt x="229" y="146"/>
                  </a:cubicBezTo>
                  <a:cubicBezTo>
                    <a:pt x="251" y="78"/>
                    <a:pt x="206" y="9"/>
                    <a:pt x="160" y="9"/>
                  </a:cubicBezTo>
                  <a:cubicBezTo>
                    <a:pt x="143" y="4"/>
                    <a:pt x="126" y="1"/>
                    <a:pt x="110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720" rIns="90000" bIns="97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81" name="Google Shape;190;p2"/>
            <p:cNvSpPr/>
            <p:nvPr/>
          </p:nvSpPr>
          <p:spPr>
            <a:xfrm>
              <a:off x="5528880" y="3988800"/>
              <a:ext cx="39600" cy="34200"/>
            </a:xfrm>
            <a:custGeom>
              <a:avLst/>
              <a:gdLst>
                <a:gd name="textAreaLeft" fmla="*/ 0 w 39600"/>
                <a:gd name="textAreaRight" fmla="*/ 41040 w 39600"/>
                <a:gd name="textAreaTop" fmla="*/ 0 h 34200"/>
                <a:gd name="textAreaBottom" fmla="*/ 35640 h 34200"/>
              </a:gdLst>
              <a:ahLst/>
              <a:cxnLst/>
              <a:rect l="textAreaLeft" t="textAreaTop" r="textAreaRight" b="textAreaBottom"/>
              <a:pathLst>
                <a:path w="457" h="399">
                  <a:moveTo>
                    <a:pt x="231" y="0"/>
                  </a:moveTo>
                  <a:cubicBezTo>
                    <a:pt x="137" y="0"/>
                    <a:pt x="66" y="65"/>
                    <a:pt x="46" y="164"/>
                  </a:cubicBezTo>
                  <a:cubicBezTo>
                    <a:pt x="0" y="256"/>
                    <a:pt x="69" y="370"/>
                    <a:pt x="183" y="393"/>
                  </a:cubicBezTo>
                  <a:cubicBezTo>
                    <a:pt x="198" y="396"/>
                    <a:pt x="214" y="398"/>
                    <a:pt x="230" y="398"/>
                  </a:cubicBezTo>
                  <a:cubicBezTo>
                    <a:pt x="309" y="398"/>
                    <a:pt x="392" y="351"/>
                    <a:pt x="411" y="256"/>
                  </a:cubicBezTo>
                  <a:cubicBezTo>
                    <a:pt x="457" y="141"/>
                    <a:pt x="388" y="50"/>
                    <a:pt x="274" y="4"/>
                  </a:cubicBezTo>
                  <a:cubicBezTo>
                    <a:pt x="259" y="2"/>
                    <a:pt x="245" y="0"/>
                    <a:pt x="231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7640" rIns="90000" bIns="176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82" name="Google Shape;191;p2"/>
            <p:cNvSpPr/>
            <p:nvPr/>
          </p:nvSpPr>
          <p:spPr>
            <a:xfrm>
              <a:off x="3144600" y="4935240"/>
              <a:ext cx="37440" cy="32040"/>
            </a:xfrm>
            <a:custGeom>
              <a:avLst/>
              <a:gdLst>
                <a:gd name="textAreaLeft" fmla="*/ 0 w 37440"/>
                <a:gd name="textAreaRight" fmla="*/ 38880 w 37440"/>
                <a:gd name="textAreaTop" fmla="*/ 0 h 32040"/>
                <a:gd name="textAreaBottom" fmla="*/ 33480 h 32040"/>
              </a:gdLst>
              <a:ahLst/>
              <a:cxnLst/>
              <a:rect l="textAreaLeft" t="textAreaTop" r="textAreaRight" b="textAreaBottom"/>
              <a:pathLst>
                <a:path w="435" h="375">
                  <a:moveTo>
                    <a:pt x="231" y="0"/>
                  </a:moveTo>
                  <a:cubicBezTo>
                    <a:pt x="137" y="0"/>
                    <a:pt x="66" y="62"/>
                    <a:pt x="46" y="142"/>
                  </a:cubicBezTo>
                  <a:cubicBezTo>
                    <a:pt x="0" y="233"/>
                    <a:pt x="69" y="347"/>
                    <a:pt x="160" y="370"/>
                  </a:cubicBezTo>
                  <a:cubicBezTo>
                    <a:pt x="175" y="373"/>
                    <a:pt x="190" y="374"/>
                    <a:pt x="204" y="374"/>
                  </a:cubicBezTo>
                  <a:cubicBezTo>
                    <a:pt x="297" y="374"/>
                    <a:pt x="369" y="312"/>
                    <a:pt x="388" y="233"/>
                  </a:cubicBezTo>
                  <a:cubicBezTo>
                    <a:pt x="434" y="142"/>
                    <a:pt x="366" y="28"/>
                    <a:pt x="274" y="5"/>
                  </a:cubicBezTo>
                  <a:cubicBezTo>
                    <a:pt x="259" y="2"/>
                    <a:pt x="245" y="0"/>
                    <a:pt x="231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6560" rIns="90000" bIns="165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83" name="Google Shape;192;p2"/>
            <p:cNvSpPr/>
            <p:nvPr/>
          </p:nvSpPr>
          <p:spPr>
            <a:xfrm>
              <a:off x="3193560" y="4046040"/>
              <a:ext cx="21240" cy="18360"/>
            </a:xfrm>
            <a:custGeom>
              <a:avLst/>
              <a:gdLst>
                <a:gd name="textAreaLeft" fmla="*/ 0 w 21240"/>
                <a:gd name="textAreaRight" fmla="*/ 22680 w 21240"/>
                <a:gd name="textAreaTop" fmla="*/ 0 h 18360"/>
                <a:gd name="textAreaBottom" fmla="*/ 19800 h 18360"/>
              </a:gdLst>
              <a:ahLst/>
              <a:cxnLst/>
              <a:rect l="textAreaLeft" t="textAreaTop" r="textAreaRight" b="textAreaBottom"/>
              <a:pathLst>
                <a:path w="252" h="219">
                  <a:moveTo>
                    <a:pt x="123" y="1"/>
                  </a:moveTo>
                  <a:cubicBezTo>
                    <a:pt x="69" y="1"/>
                    <a:pt x="23" y="38"/>
                    <a:pt x="23" y="75"/>
                  </a:cubicBezTo>
                  <a:cubicBezTo>
                    <a:pt x="0" y="144"/>
                    <a:pt x="46" y="212"/>
                    <a:pt x="92" y="212"/>
                  </a:cubicBezTo>
                  <a:cubicBezTo>
                    <a:pt x="104" y="216"/>
                    <a:pt x="117" y="218"/>
                    <a:pt x="129" y="218"/>
                  </a:cubicBezTo>
                  <a:cubicBezTo>
                    <a:pt x="183" y="218"/>
                    <a:pt x="228" y="181"/>
                    <a:pt x="228" y="144"/>
                  </a:cubicBezTo>
                  <a:cubicBezTo>
                    <a:pt x="251" y="75"/>
                    <a:pt x="228" y="7"/>
                    <a:pt x="160" y="7"/>
                  </a:cubicBezTo>
                  <a:cubicBezTo>
                    <a:pt x="147" y="2"/>
                    <a:pt x="135" y="1"/>
                    <a:pt x="123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720" rIns="90000" bIns="97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84" name="Google Shape;193;p2"/>
            <p:cNvSpPr/>
            <p:nvPr/>
          </p:nvSpPr>
          <p:spPr>
            <a:xfrm>
              <a:off x="1874520" y="4289760"/>
              <a:ext cx="33480" cy="3024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30240"/>
                <a:gd name="textAreaBottom" fmla="*/ 31680 h 30240"/>
              </a:gdLst>
              <a:ahLst/>
              <a:cxnLst/>
              <a:rect l="textAreaLeft" t="textAreaTop" r="textAreaRight" b="textAreaBottom"/>
              <a:pathLst>
                <a:path w="389" h="353">
                  <a:moveTo>
                    <a:pt x="193" y="0"/>
                  </a:moveTo>
                  <a:cubicBezTo>
                    <a:pt x="115" y="0"/>
                    <a:pt x="43" y="62"/>
                    <a:pt x="24" y="142"/>
                  </a:cubicBezTo>
                  <a:cubicBezTo>
                    <a:pt x="1" y="233"/>
                    <a:pt x="69" y="324"/>
                    <a:pt x="160" y="347"/>
                  </a:cubicBezTo>
                  <a:cubicBezTo>
                    <a:pt x="176" y="351"/>
                    <a:pt x="191" y="353"/>
                    <a:pt x="206" y="353"/>
                  </a:cubicBezTo>
                  <a:cubicBezTo>
                    <a:pt x="280" y="353"/>
                    <a:pt x="347" y="305"/>
                    <a:pt x="366" y="210"/>
                  </a:cubicBezTo>
                  <a:cubicBezTo>
                    <a:pt x="389" y="119"/>
                    <a:pt x="343" y="28"/>
                    <a:pt x="229" y="5"/>
                  </a:cubicBezTo>
                  <a:cubicBezTo>
                    <a:pt x="217" y="2"/>
                    <a:pt x="205" y="0"/>
                    <a:pt x="193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840" rIns="90000" bIns="158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85" name="Google Shape;194;p2"/>
            <p:cNvSpPr/>
            <p:nvPr/>
          </p:nvSpPr>
          <p:spPr>
            <a:xfrm>
              <a:off x="1829160" y="4129920"/>
              <a:ext cx="21240" cy="17640"/>
            </a:xfrm>
            <a:custGeom>
              <a:avLst/>
              <a:gdLst>
                <a:gd name="textAreaLeft" fmla="*/ 0 w 21240"/>
                <a:gd name="textAreaRight" fmla="*/ 22680 w 21240"/>
                <a:gd name="textAreaTop" fmla="*/ 0 h 17640"/>
                <a:gd name="textAreaBottom" fmla="*/ 19080 h 17640"/>
              </a:gdLst>
              <a:ahLst/>
              <a:cxnLst/>
              <a:rect l="textAreaLeft" t="textAreaTop" r="textAreaRight" b="textAreaBottom"/>
              <a:pathLst>
                <a:path w="252" h="212">
                  <a:moveTo>
                    <a:pt x="125" y="0"/>
                  </a:moveTo>
                  <a:cubicBezTo>
                    <a:pt x="76" y="0"/>
                    <a:pt x="42" y="38"/>
                    <a:pt x="23" y="75"/>
                  </a:cubicBezTo>
                  <a:cubicBezTo>
                    <a:pt x="1" y="143"/>
                    <a:pt x="46" y="189"/>
                    <a:pt x="92" y="212"/>
                  </a:cubicBezTo>
                  <a:cubicBezTo>
                    <a:pt x="160" y="212"/>
                    <a:pt x="206" y="189"/>
                    <a:pt x="229" y="121"/>
                  </a:cubicBezTo>
                  <a:cubicBezTo>
                    <a:pt x="252" y="75"/>
                    <a:pt x="206" y="6"/>
                    <a:pt x="160" y="6"/>
                  </a:cubicBezTo>
                  <a:cubicBezTo>
                    <a:pt x="148" y="2"/>
                    <a:pt x="136" y="0"/>
                    <a:pt x="125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360" rIns="90000" bIns="93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86" name="Google Shape;195;p2"/>
            <p:cNvSpPr/>
            <p:nvPr/>
          </p:nvSpPr>
          <p:spPr>
            <a:xfrm>
              <a:off x="3058200" y="1407600"/>
              <a:ext cx="25200" cy="23760"/>
            </a:xfrm>
            <a:custGeom>
              <a:avLst/>
              <a:gdLst>
                <a:gd name="textAreaLeft" fmla="*/ 0 w 25200"/>
                <a:gd name="textAreaRight" fmla="*/ 26640 w 25200"/>
                <a:gd name="textAreaTop" fmla="*/ 0 h 23760"/>
                <a:gd name="textAreaBottom" fmla="*/ 25200 h 23760"/>
              </a:gdLst>
              <a:ahLst/>
              <a:cxnLst/>
              <a:rect l="textAreaLeft" t="textAreaTop" r="textAreaRight" b="textAreaBottom"/>
              <a:pathLst>
                <a:path w="298" h="281">
                  <a:moveTo>
                    <a:pt x="147" y="1"/>
                  </a:moveTo>
                  <a:cubicBezTo>
                    <a:pt x="92" y="1"/>
                    <a:pt x="42" y="42"/>
                    <a:pt x="24" y="98"/>
                  </a:cubicBezTo>
                  <a:cubicBezTo>
                    <a:pt x="1" y="166"/>
                    <a:pt x="46" y="258"/>
                    <a:pt x="115" y="281"/>
                  </a:cubicBezTo>
                  <a:cubicBezTo>
                    <a:pt x="183" y="281"/>
                    <a:pt x="275" y="235"/>
                    <a:pt x="297" y="166"/>
                  </a:cubicBezTo>
                  <a:cubicBezTo>
                    <a:pt x="297" y="98"/>
                    <a:pt x="275" y="29"/>
                    <a:pt x="183" y="7"/>
                  </a:cubicBezTo>
                  <a:cubicBezTo>
                    <a:pt x="171" y="3"/>
                    <a:pt x="159" y="1"/>
                    <a:pt x="147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600" rIns="90000" bIns="126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87" name="Google Shape;196;p2"/>
            <p:cNvSpPr/>
            <p:nvPr/>
          </p:nvSpPr>
          <p:spPr>
            <a:xfrm>
              <a:off x="3003120" y="1016280"/>
              <a:ext cx="21240" cy="19800"/>
            </a:xfrm>
            <a:custGeom>
              <a:avLst/>
              <a:gdLst>
                <a:gd name="textAreaLeft" fmla="*/ 0 w 21240"/>
                <a:gd name="textAreaRight" fmla="*/ 22680 w 21240"/>
                <a:gd name="textAreaTop" fmla="*/ 0 h 19800"/>
                <a:gd name="textAreaBottom" fmla="*/ 21240 h 19800"/>
              </a:gdLst>
              <a:ahLst/>
              <a:cxnLst/>
              <a:rect l="textAreaLeft" t="textAreaTop" r="textAreaRight" b="textAreaBottom"/>
              <a:pathLst>
                <a:path w="252" h="236">
                  <a:moveTo>
                    <a:pt x="123" y="1"/>
                  </a:moveTo>
                  <a:cubicBezTo>
                    <a:pt x="69" y="1"/>
                    <a:pt x="23" y="38"/>
                    <a:pt x="23" y="76"/>
                  </a:cubicBezTo>
                  <a:cubicBezTo>
                    <a:pt x="0" y="144"/>
                    <a:pt x="46" y="212"/>
                    <a:pt x="92" y="235"/>
                  </a:cubicBezTo>
                  <a:cubicBezTo>
                    <a:pt x="160" y="235"/>
                    <a:pt x="229" y="212"/>
                    <a:pt x="252" y="144"/>
                  </a:cubicBezTo>
                  <a:cubicBezTo>
                    <a:pt x="252" y="76"/>
                    <a:pt x="229" y="30"/>
                    <a:pt x="160" y="7"/>
                  </a:cubicBezTo>
                  <a:cubicBezTo>
                    <a:pt x="148" y="3"/>
                    <a:pt x="135" y="1"/>
                    <a:pt x="123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440" rIns="90000" bIns="10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88" name="Google Shape;197;p2"/>
            <p:cNvSpPr/>
            <p:nvPr/>
          </p:nvSpPr>
          <p:spPr>
            <a:xfrm>
              <a:off x="3316320" y="3234960"/>
              <a:ext cx="33480" cy="3024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30240"/>
                <a:gd name="textAreaBottom" fmla="*/ 31680 h 30240"/>
              </a:gdLst>
              <a:ahLst/>
              <a:cxnLst/>
              <a:rect l="textAreaLeft" t="textAreaTop" r="textAreaRight" b="textAreaBottom"/>
              <a:pathLst>
                <a:path w="389" h="352">
                  <a:moveTo>
                    <a:pt x="193" y="0"/>
                  </a:moveTo>
                  <a:cubicBezTo>
                    <a:pt x="115" y="0"/>
                    <a:pt x="43" y="62"/>
                    <a:pt x="24" y="142"/>
                  </a:cubicBezTo>
                  <a:cubicBezTo>
                    <a:pt x="1" y="233"/>
                    <a:pt x="69" y="324"/>
                    <a:pt x="161" y="347"/>
                  </a:cubicBezTo>
                  <a:cubicBezTo>
                    <a:pt x="170" y="350"/>
                    <a:pt x="179" y="352"/>
                    <a:pt x="190" y="352"/>
                  </a:cubicBezTo>
                  <a:cubicBezTo>
                    <a:pt x="257" y="352"/>
                    <a:pt x="346" y="290"/>
                    <a:pt x="366" y="210"/>
                  </a:cubicBezTo>
                  <a:cubicBezTo>
                    <a:pt x="389" y="119"/>
                    <a:pt x="320" y="28"/>
                    <a:pt x="229" y="5"/>
                  </a:cubicBezTo>
                  <a:cubicBezTo>
                    <a:pt x="217" y="2"/>
                    <a:pt x="205" y="0"/>
                    <a:pt x="193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840" rIns="90000" bIns="158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89" name="Google Shape;198;p2"/>
            <p:cNvSpPr/>
            <p:nvPr/>
          </p:nvSpPr>
          <p:spPr>
            <a:xfrm>
              <a:off x="3611520" y="3679200"/>
              <a:ext cx="23400" cy="21600"/>
            </a:xfrm>
            <a:custGeom>
              <a:avLst/>
              <a:gdLst>
                <a:gd name="textAreaLeft" fmla="*/ 0 w 23400"/>
                <a:gd name="textAreaRight" fmla="*/ 24840 w 23400"/>
                <a:gd name="textAreaTop" fmla="*/ 0 h 21600"/>
                <a:gd name="textAreaBottom" fmla="*/ 23040 h 21600"/>
              </a:gdLst>
              <a:ahLst/>
              <a:cxnLst/>
              <a:rect l="textAreaLeft" t="textAreaTop" r="textAreaRight" b="textAreaBottom"/>
              <a:pathLst>
                <a:path w="275" h="258">
                  <a:moveTo>
                    <a:pt x="147" y="1"/>
                  </a:moveTo>
                  <a:cubicBezTo>
                    <a:pt x="92" y="1"/>
                    <a:pt x="42" y="42"/>
                    <a:pt x="23" y="98"/>
                  </a:cubicBezTo>
                  <a:cubicBezTo>
                    <a:pt x="1" y="167"/>
                    <a:pt x="46" y="235"/>
                    <a:pt x="115" y="258"/>
                  </a:cubicBezTo>
                  <a:cubicBezTo>
                    <a:pt x="183" y="258"/>
                    <a:pt x="252" y="235"/>
                    <a:pt x="252" y="167"/>
                  </a:cubicBezTo>
                  <a:cubicBezTo>
                    <a:pt x="274" y="98"/>
                    <a:pt x="229" y="30"/>
                    <a:pt x="183" y="7"/>
                  </a:cubicBezTo>
                  <a:cubicBezTo>
                    <a:pt x="171" y="3"/>
                    <a:pt x="159" y="1"/>
                    <a:pt x="147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520" rIns="90000" bIns="115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90" name="Google Shape;199;p2"/>
            <p:cNvSpPr/>
            <p:nvPr/>
          </p:nvSpPr>
          <p:spPr>
            <a:xfrm>
              <a:off x="3181320" y="3034080"/>
              <a:ext cx="25200" cy="22320"/>
            </a:xfrm>
            <a:custGeom>
              <a:avLst/>
              <a:gdLst>
                <a:gd name="textAreaLeft" fmla="*/ 0 w 25200"/>
                <a:gd name="textAreaRight" fmla="*/ 26640 w 25200"/>
                <a:gd name="textAreaTop" fmla="*/ 0 h 22320"/>
                <a:gd name="textAreaBottom" fmla="*/ 23760 h 22320"/>
              </a:gdLst>
              <a:ahLst/>
              <a:cxnLst/>
              <a:rect l="textAreaLeft" t="textAreaTop" r="textAreaRight" b="textAreaBottom"/>
              <a:pathLst>
                <a:path w="297" h="264">
                  <a:moveTo>
                    <a:pt x="147" y="1"/>
                  </a:moveTo>
                  <a:cubicBezTo>
                    <a:pt x="92" y="1"/>
                    <a:pt x="42" y="42"/>
                    <a:pt x="23" y="98"/>
                  </a:cubicBezTo>
                  <a:cubicBezTo>
                    <a:pt x="0" y="167"/>
                    <a:pt x="46" y="235"/>
                    <a:pt x="114" y="258"/>
                  </a:cubicBezTo>
                  <a:cubicBezTo>
                    <a:pt x="127" y="262"/>
                    <a:pt x="139" y="264"/>
                    <a:pt x="151" y="264"/>
                  </a:cubicBezTo>
                  <a:cubicBezTo>
                    <a:pt x="206" y="264"/>
                    <a:pt x="255" y="223"/>
                    <a:pt x="274" y="167"/>
                  </a:cubicBezTo>
                  <a:cubicBezTo>
                    <a:pt x="297" y="98"/>
                    <a:pt x="251" y="30"/>
                    <a:pt x="183" y="7"/>
                  </a:cubicBezTo>
                  <a:cubicBezTo>
                    <a:pt x="171" y="3"/>
                    <a:pt x="159" y="1"/>
                    <a:pt x="147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880" rIns="90000" bIns="118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91" name="Google Shape;200;p2"/>
            <p:cNvSpPr/>
            <p:nvPr/>
          </p:nvSpPr>
          <p:spPr>
            <a:xfrm>
              <a:off x="3623760" y="3573000"/>
              <a:ext cx="37440" cy="34200"/>
            </a:xfrm>
            <a:custGeom>
              <a:avLst/>
              <a:gdLst>
                <a:gd name="textAreaLeft" fmla="*/ 0 w 37440"/>
                <a:gd name="textAreaRight" fmla="*/ 38880 w 37440"/>
                <a:gd name="textAreaTop" fmla="*/ 0 h 34200"/>
                <a:gd name="textAreaBottom" fmla="*/ 35640 h 34200"/>
              </a:gdLst>
              <a:ahLst/>
              <a:cxnLst/>
              <a:rect l="textAreaLeft" t="textAreaTop" r="textAreaRight" b="textAreaBottom"/>
              <a:pathLst>
                <a:path w="435" h="398">
                  <a:moveTo>
                    <a:pt x="215" y="1"/>
                  </a:moveTo>
                  <a:cubicBezTo>
                    <a:pt x="132" y="1"/>
                    <a:pt x="43" y="65"/>
                    <a:pt x="23" y="165"/>
                  </a:cubicBezTo>
                  <a:cubicBezTo>
                    <a:pt x="1" y="256"/>
                    <a:pt x="69" y="370"/>
                    <a:pt x="160" y="393"/>
                  </a:cubicBezTo>
                  <a:cubicBezTo>
                    <a:pt x="175" y="396"/>
                    <a:pt x="190" y="397"/>
                    <a:pt x="204" y="397"/>
                  </a:cubicBezTo>
                  <a:cubicBezTo>
                    <a:pt x="298" y="397"/>
                    <a:pt x="372" y="335"/>
                    <a:pt x="411" y="256"/>
                  </a:cubicBezTo>
                  <a:cubicBezTo>
                    <a:pt x="434" y="142"/>
                    <a:pt x="366" y="51"/>
                    <a:pt x="252" y="5"/>
                  </a:cubicBezTo>
                  <a:cubicBezTo>
                    <a:pt x="240" y="2"/>
                    <a:pt x="228" y="1"/>
                    <a:pt x="215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7640" rIns="90000" bIns="176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92" name="Google Shape;201;p2"/>
            <p:cNvSpPr/>
            <p:nvPr/>
          </p:nvSpPr>
          <p:spPr>
            <a:xfrm>
              <a:off x="3576600" y="3464280"/>
              <a:ext cx="25200" cy="23760"/>
            </a:xfrm>
            <a:custGeom>
              <a:avLst/>
              <a:gdLst>
                <a:gd name="textAreaLeft" fmla="*/ 0 w 25200"/>
                <a:gd name="textAreaRight" fmla="*/ 26640 w 25200"/>
                <a:gd name="textAreaTop" fmla="*/ 0 h 23760"/>
                <a:gd name="textAreaBottom" fmla="*/ 25200 h 23760"/>
              </a:gdLst>
              <a:ahLst/>
              <a:cxnLst/>
              <a:rect l="textAreaLeft" t="textAreaTop" r="textAreaRight" b="textAreaBottom"/>
              <a:pathLst>
                <a:path w="298" h="281">
                  <a:moveTo>
                    <a:pt x="147" y="0"/>
                  </a:moveTo>
                  <a:cubicBezTo>
                    <a:pt x="92" y="0"/>
                    <a:pt x="42" y="41"/>
                    <a:pt x="23" y="98"/>
                  </a:cubicBezTo>
                  <a:cubicBezTo>
                    <a:pt x="1" y="189"/>
                    <a:pt x="46" y="257"/>
                    <a:pt x="115" y="280"/>
                  </a:cubicBezTo>
                  <a:cubicBezTo>
                    <a:pt x="206" y="280"/>
                    <a:pt x="274" y="234"/>
                    <a:pt x="297" y="166"/>
                  </a:cubicBezTo>
                  <a:cubicBezTo>
                    <a:pt x="297" y="98"/>
                    <a:pt x="252" y="29"/>
                    <a:pt x="183" y="6"/>
                  </a:cubicBezTo>
                  <a:cubicBezTo>
                    <a:pt x="171" y="2"/>
                    <a:pt x="159" y="0"/>
                    <a:pt x="147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600" rIns="90000" bIns="126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93" name="Google Shape;202;p2"/>
            <p:cNvSpPr/>
            <p:nvPr/>
          </p:nvSpPr>
          <p:spPr>
            <a:xfrm>
              <a:off x="3345120" y="3222720"/>
              <a:ext cx="29520" cy="26280"/>
            </a:xfrm>
            <a:custGeom>
              <a:avLst/>
              <a:gdLst>
                <a:gd name="textAreaLeft" fmla="*/ 0 w 29520"/>
                <a:gd name="textAreaRight" fmla="*/ 30960 w 29520"/>
                <a:gd name="textAreaTop" fmla="*/ 0 h 26280"/>
                <a:gd name="textAreaBottom" fmla="*/ 27720 h 26280"/>
              </a:gdLst>
              <a:ahLst/>
              <a:cxnLst/>
              <a:rect l="textAreaLeft" t="textAreaTop" r="textAreaRight" b="textAreaBottom"/>
              <a:pathLst>
                <a:path w="343" h="308">
                  <a:moveTo>
                    <a:pt x="177" y="0"/>
                  </a:moveTo>
                  <a:cubicBezTo>
                    <a:pt x="114" y="0"/>
                    <a:pt x="43" y="60"/>
                    <a:pt x="23" y="119"/>
                  </a:cubicBezTo>
                  <a:cubicBezTo>
                    <a:pt x="0" y="210"/>
                    <a:pt x="46" y="302"/>
                    <a:pt x="137" y="302"/>
                  </a:cubicBezTo>
                  <a:cubicBezTo>
                    <a:pt x="153" y="306"/>
                    <a:pt x="169" y="307"/>
                    <a:pt x="183" y="307"/>
                  </a:cubicBezTo>
                  <a:cubicBezTo>
                    <a:pt x="251" y="307"/>
                    <a:pt x="301" y="267"/>
                    <a:pt x="320" y="210"/>
                  </a:cubicBezTo>
                  <a:cubicBezTo>
                    <a:pt x="343" y="119"/>
                    <a:pt x="297" y="28"/>
                    <a:pt x="206" y="5"/>
                  </a:cubicBezTo>
                  <a:cubicBezTo>
                    <a:pt x="197" y="2"/>
                    <a:pt x="187" y="0"/>
                    <a:pt x="177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3680" rIns="90000" bIns="136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94" name="Google Shape;203;p2"/>
            <p:cNvSpPr/>
            <p:nvPr/>
          </p:nvSpPr>
          <p:spPr>
            <a:xfrm>
              <a:off x="1026360" y="1743840"/>
              <a:ext cx="27360" cy="2592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25920"/>
                <a:gd name="textAreaBottom" fmla="*/ 27360 h 25920"/>
              </a:gdLst>
              <a:ahLst/>
              <a:cxnLst/>
              <a:rect l="textAreaLeft" t="textAreaTop" r="textAreaRight" b="textAreaBottom"/>
              <a:pathLst>
                <a:path w="320" h="303">
                  <a:moveTo>
                    <a:pt x="183" y="1"/>
                  </a:moveTo>
                  <a:cubicBezTo>
                    <a:pt x="114" y="1"/>
                    <a:pt x="46" y="47"/>
                    <a:pt x="23" y="115"/>
                  </a:cubicBezTo>
                  <a:cubicBezTo>
                    <a:pt x="0" y="184"/>
                    <a:pt x="46" y="275"/>
                    <a:pt x="114" y="298"/>
                  </a:cubicBezTo>
                  <a:cubicBezTo>
                    <a:pt x="126" y="301"/>
                    <a:pt x="138" y="302"/>
                    <a:pt x="150" y="302"/>
                  </a:cubicBezTo>
                  <a:cubicBezTo>
                    <a:pt x="223" y="302"/>
                    <a:pt x="277" y="243"/>
                    <a:pt x="297" y="184"/>
                  </a:cubicBezTo>
                  <a:cubicBezTo>
                    <a:pt x="320" y="115"/>
                    <a:pt x="274" y="24"/>
                    <a:pt x="183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3680" rIns="90000" bIns="136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95" name="Google Shape;204;p2"/>
            <p:cNvSpPr/>
            <p:nvPr/>
          </p:nvSpPr>
          <p:spPr>
            <a:xfrm>
              <a:off x="1173960" y="3791160"/>
              <a:ext cx="39600" cy="35280"/>
            </a:xfrm>
            <a:custGeom>
              <a:avLst/>
              <a:gdLst>
                <a:gd name="textAreaLeft" fmla="*/ 0 w 39600"/>
                <a:gd name="textAreaRight" fmla="*/ 41040 w 39600"/>
                <a:gd name="textAreaTop" fmla="*/ 0 h 35280"/>
                <a:gd name="textAreaBottom" fmla="*/ 36720 h 35280"/>
              </a:gdLst>
              <a:ahLst/>
              <a:cxnLst/>
              <a:rect l="textAreaLeft" t="textAreaTop" r="textAreaRight" b="textAreaBottom"/>
              <a:pathLst>
                <a:path w="457" h="408">
                  <a:moveTo>
                    <a:pt x="202" y="1"/>
                  </a:moveTo>
                  <a:cubicBezTo>
                    <a:pt x="116" y="1"/>
                    <a:pt x="41" y="62"/>
                    <a:pt x="23" y="152"/>
                  </a:cubicBezTo>
                  <a:cubicBezTo>
                    <a:pt x="0" y="266"/>
                    <a:pt x="69" y="380"/>
                    <a:pt x="183" y="403"/>
                  </a:cubicBezTo>
                  <a:cubicBezTo>
                    <a:pt x="195" y="406"/>
                    <a:pt x="207" y="408"/>
                    <a:pt x="220" y="408"/>
                  </a:cubicBezTo>
                  <a:cubicBezTo>
                    <a:pt x="303" y="408"/>
                    <a:pt x="391" y="346"/>
                    <a:pt x="411" y="266"/>
                  </a:cubicBezTo>
                  <a:cubicBezTo>
                    <a:pt x="457" y="152"/>
                    <a:pt x="388" y="38"/>
                    <a:pt x="274" y="15"/>
                  </a:cubicBezTo>
                  <a:cubicBezTo>
                    <a:pt x="250" y="5"/>
                    <a:pt x="226" y="1"/>
                    <a:pt x="202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8360" rIns="90000" bIns="183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96" name="Google Shape;205;p2"/>
            <p:cNvSpPr/>
            <p:nvPr/>
          </p:nvSpPr>
          <p:spPr>
            <a:xfrm>
              <a:off x="1192320" y="3742920"/>
              <a:ext cx="31320" cy="28440"/>
            </a:xfrm>
            <a:custGeom>
              <a:avLst/>
              <a:gdLst>
                <a:gd name="textAreaLeft" fmla="*/ 0 w 31320"/>
                <a:gd name="textAreaRight" fmla="*/ 32760 w 31320"/>
                <a:gd name="textAreaTop" fmla="*/ 0 h 28440"/>
                <a:gd name="textAreaBottom" fmla="*/ 29880 h 28440"/>
              </a:gdLst>
              <a:ahLst/>
              <a:cxnLst/>
              <a:rect l="textAreaLeft" t="textAreaTop" r="textAreaRight" b="textAreaBottom"/>
              <a:pathLst>
                <a:path w="367" h="332">
                  <a:moveTo>
                    <a:pt x="182" y="1"/>
                  </a:moveTo>
                  <a:cubicBezTo>
                    <a:pt x="109" y="1"/>
                    <a:pt x="43" y="45"/>
                    <a:pt x="24" y="121"/>
                  </a:cubicBezTo>
                  <a:cubicBezTo>
                    <a:pt x="1" y="212"/>
                    <a:pt x="47" y="303"/>
                    <a:pt x="138" y="326"/>
                  </a:cubicBezTo>
                  <a:cubicBezTo>
                    <a:pt x="154" y="330"/>
                    <a:pt x="169" y="332"/>
                    <a:pt x="184" y="332"/>
                  </a:cubicBezTo>
                  <a:cubicBezTo>
                    <a:pt x="258" y="332"/>
                    <a:pt x="324" y="288"/>
                    <a:pt x="343" y="212"/>
                  </a:cubicBezTo>
                  <a:cubicBezTo>
                    <a:pt x="366" y="121"/>
                    <a:pt x="320" y="29"/>
                    <a:pt x="229" y="6"/>
                  </a:cubicBezTo>
                  <a:cubicBezTo>
                    <a:pt x="213" y="3"/>
                    <a:pt x="198" y="1"/>
                    <a:pt x="182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4760" rIns="90000" bIns="147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97" name="Google Shape;206;p2"/>
            <p:cNvSpPr/>
            <p:nvPr/>
          </p:nvSpPr>
          <p:spPr>
            <a:xfrm>
              <a:off x="1239480" y="3718800"/>
              <a:ext cx="25200" cy="23760"/>
            </a:xfrm>
            <a:custGeom>
              <a:avLst/>
              <a:gdLst>
                <a:gd name="textAreaLeft" fmla="*/ 0 w 25200"/>
                <a:gd name="textAreaRight" fmla="*/ 26640 w 25200"/>
                <a:gd name="textAreaTop" fmla="*/ 0 h 23760"/>
                <a:gd name="textAreaBottom" fmla="*/ 25200 h 23760"/>
              </a:gdLst>
              <a:ahLst/>
              <a:cxnLst/>
              <a:rect l="textAreaLeft" t="textAreaTop" r="textAreaRight" b="textAreaBottom"/>
              <a:pathLst>
                <a:path w="298" h="281">
                  <a:moveTo>
                    <a:pt x="183" y="1"/>
                  </a:moveTo>
                  <a:cubicBezTo>
                    <a:pt x="115" y="1"/>
                    <a:pt x="24" y="46"/>
                    <a:pt x="1" y="115"/>
                  </a:cubicBezTo>
                  <a:cubicBezTo>
                    <a:pt x="1" y="183"/>
                    <a:pt x="47" y="274"/>
                    <a:pt x="115" y="274"/>
                  </a:cubicBezTo>
                  <a:cubicBezTo>
                    <a:pt x="127" y="278"/>
                    <a:pt x="140" y="280"/>
                    <a:pt x="153" y="280"/>
                  </a:cubicBezTo>
                  <a:cubicBezTo>
                    <a:pt x="213" y="280"/>
                    <a:pt x="275" y="239"/>
                    <a:pt x="275" y="183"/>
                  </a:cubicBezTo>
                  <a:cubicBezTo>
                    <a:pt x="298" y="115"/>
                    <a:pt x="252" y="23"/>
                    <a:pt x="183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600" rIns="90000" bIns="126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98" name="Google Shape;207;p2"/>
            <p:cNvSpPr/>
            <p:nvPr/>
          </p:nvSpPr>
          <p:spPr>
            <a:xfrm>
              <a:off x="1274040" y="3677760"/>
              <a:ext cx="27360" cy="2520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25200"/>
                <a:gd name="textAreaBottom" fmla="*/ 26640 h 25200"/>
              </a:gdLst>
              <a:ahLst/>
              <a:cxnLst/>
              <a:rect l="textAreaLeft" t="textAreaTop" r="textAreaRight" b="textAreaBottom"/>
              <a:pathLst>
                <a:path w="321" h="297">
                  <a:moveTo>
                    <a:pt x="184" y="0"/>
                  </a:moveTo>
                  <a:cubicBezTo>
                    <a:pt x="115" y="0"/>
                    <a:pt x="24" y="46"/>
                    <a:pt x="24" y="114"/>
                  </a:cubicBezTo>
                  <a:cubicBezTo>
                    <a:pt x="1" y="183"/>
                    <a:pt x="47" y="274"/>
                    <a:pt x="115" y="297"/>
                  </a:cubicBezTo>
                  <a:cubicBezTo>
                    <a:pt x="184" y="297"/>
                    <a:pt x="275" y="251"/>
                    <a:pt x="298" y="183"/>
                  </a:cubicBezTo>
                  <a:cubicBezTo>
                    <a:pt x="320" y="114"/>
                    <a:pt x="275" y="23"/>
                    <a:pt x="184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3320" rIns="90000" bIns="133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99" name="Google Shape;208;p2"/>
            <p:cNvSpPr/>
            <p:nvPr/>
          </p:nvSpPr>
          <p:spPr>
            <a:xfrm>
              <a:off x="1987200" y="4265280"/>
              <a:ext cx="19080" cy="18360"/>
            </a:xfrm>
            <a:custGeom>
              <a:avLst/>
              <a:gdLst>
                <a:gd name="textAreaLeft" fmla="*/ 0 w 19080"/>
                <a:gd name="textAreaRight" fmla="*/ 20520 w 19080"/>
                <a:gd name="textAreaTop" fmla="*/ 0 h 18360"/>
                <a:gd name="textAreaBottom" fmla="*/ 19800 h 18360"/>
              </a:gdLst>
              <a:ahLst/>
              <a:cxnLst/>
              <a:rect l="textAreaLeft" t="textAreaTop" r="textAreaRight" b="textAreaBottom"/>
              <a:pathLst>
                <a:path w="229" h="219">
                  <a:moveTo>
                    <a:pt x="110" y="1"/>
                  </a:moveTo>
                  <a:cubicBezTo>
                    <a:pt x="69" y="1"/>
                    <a:pt x="23" y="38"/>
                    <a:pt x="23" y="75"/>
                  </a:cubicBezTo>
                  <a:cubicBezTo>
                    <a:pt x="0" y="144"/>
                    <a:pt x="46" y="189"/>
                    <a:pt x="91" y="212"/>
                  </a:cubicBezTo>
                  <a:cubicBezTo>
                    <a:pt x="100" y="217"/>
                    <a:pt x="109" y="218"/>
                    <a:pt x="118" y="218"/>
                  </a:cubicBezTo>
                  <a:cubicBezTo>
                    <a:pt x="160" y="218"/>
                    <a:pt x="206" y="181"/>
                    <a:pt x="206" y="144"/>
                  </a:cubicBezTo>
                  <a:cubicBezTo>
                    <a:pt x="228" y="75"/>
                    <a:pt x="206" y="30"/>
                    <a:pt x="137" y="7"/>
                  </a:cubicBezTo>
                  <a:cubicBezTo>
                    <a:pt x="129" y="3"/>
                    <a:pt x="120" y="1"/>
                    <a:pt x="110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720" rIns="90000" bIns="97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0" name="Google Shape;209;p2"/>
            <p:cNvSpPr/>
            <p:nvPr/>
          </p:nvSpPr>
          <p:spPr>
            <a:xfrm>
              <a:off x="2753280" y="2286360"/>
              <a:ext cx="29520" cy="26280"/>
            </a:xfrm>
            <a:custGeom>
              <a:avLst/>
              <a:gdLst>
                <a:gd name="textAreaLeft" fmla="*/ 0 w 29520"/>
                <a:gd name="textAreaRight" fmla="*/ 30960 w 29520"/>
                <a:gd name="textAreaTop" fmla="*/ 0 h 26280"/>
                <a:gd name="textAreaBottom" fmla="*/ 27720 h 26280"/>
              </a:gdLst>
              <a:ahLst/>
              <a:cxnLst/>
              <a:rect l="textAreaLeft" t="textAreaTop" r="textAreaRight" b="textAreaBottom"/>
              <a:pathLst>
                <a:path w="344" h="308">
                  <a:moveTo>
                    <a:pt x="178" y="0"/>
                  </a:moveTo>
                  <a:cubicBezTo>
                    <a:pt x="114" y="0"/>
                    <a:pt x="43" y="60"/>
                    <a:pt x="24" y="119"/>
                  </a:cubicBezTo>
                  <a:cubicBezTo>
                    <a:pt x="1" y="210"/>
                    <a:pt x="46" y="301"/>
                    <a:pt x="138" y="301"/>
                  </a:cubicBezTo>
                  <a:cubicBezTo>
                    <a:pt x="154" y="305"/>
                    <a:pt x="169" y="307"/>
                    <a:pt x="184" y="307"/>
                  </a:cubicBezTo>
                  <a:cubicBezTo>
                    <a:pt x="252" y="307"/>
                    <a:pt x="302" y="266"/>
                    <a:pt x="320" y="210"/>
                  </a:cubicBezTo>
                  <a:cubicBezTo>
                    <a:pt x="343" y="119"/>
                    <a:pt x="297" y="28"/>
                    <a:pt x="206" y="5"/>
                  </a:cubicBezTo>
                  <a:cubicBezTo>
                    <a:pt x="197" y="2"/>
                    <a:pt x="187" y="0"/>
                    <a:pt x="178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3680" rIns="90000" bIns="136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1" name="Google Shape;210;p2"/>
            <p:cNvSpPr/>
            <p:nvPr/>
          </p:nvSpPr>
          <p:spPr>
            <a:xfrm>
              <a:off x="2765520" y="2329560"/>
              <a:ext cx="23400" cy="20160"/>
            </a:xfrm>
            <a:custGeom>
              <a:avLst/>
              <a:gdLst>
                <a:gd name="textAreaLeft" fmla="*/ 0 w 23400"/>
                <a:gd name="textAreaRight" fmla="*/ 24840 w 23400"/>
                <a:gd name="textAreaTop" fmla="*/ 0 h 20160"/>
                <a:gd name="textAreaBottom" fmla="*/ 21600 h 20160"/>
              </a:gdLst>
              <a:ahLst/>
              <a:cxnLst/>
              <a:rect l="textAreaLeft" t="textAreaTop" r="textAreaRight" b="textAreaBottom"/>
              <a:pathLst>
                <a:path w="275" h="241">
                  <a:moveTo>
                    <a:pt x="147" y="0"/>
                  </a:moveTo>
                  <a:cubicBezTo>
                    <a:pt x="92" y="0"/>
                    <a:pt x="42" y="41"/>
                    <a:pt x="24" y="97"/>
                  </a:cubicBezTo>
                  <a:cubicBezTo>
                    <a:pt x="1" y="166"/>
                    <a:pt x="46" y="234"/>
                    <a:pt x="115" y="234"/>
                  </a:cubicBezTo>
                  <a:cubicBezTo>
                    <a:pt x="127" y="238"/>
                    <a:pt x="139" y="240"/>
                    <a:pt x="151" y="240"/>
                  </a:cubicBezTo>
                  <a:cubicBezTo>
                    <a:pt x="205" y="240"/>
                    <a:pt x="252" y="199"/>
                    <a:pt x="252" y="143"/>
                  </a:cubicBezTo>
                  <a:cubicBezTo>
                    <a:pt x="275" y="97"/>
                    <a:pt x="229" y="29"/>
                    <a:pt x="183" y="6"/>
                  </a:cubicBezTo>
                  <a:cubicBezTo>
                    <a:pt x="171" y="2"/>
                    <a:pt x="159" y="0"/>
                    <a:pt x="147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0" rIns="90000" bIns="108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2" name="Google Shape;211;p2"/>
            <p:cNvSpPr/>
            <p:nvPr/>
          </p:nvSpPr>
          <p:spPr>
            <a:xfrm>
              <a:off x="2566800" y="2410560"/>
              <a:ext cx="39600" cy="35280"/>
            </a:xfrm>
            <a:custGeom>
              <a:avLst/>
              <a:gdLst>
                <a:gd name="textAreaLeft" fmla="*/ 0 w 39600"/>
                <a:gd name="textAreaRight" fmla="*/ 41040 w 39600"/>
                <a:gd name="textAreaTop" fmla="*/ 0 h 35280"/>
                <a:gd name="textAreaBottom" fmla="*/ 36720 h 35280"/>
              </a:gdLst>
              <a:ahLst/>
              <a:cxnLst/>
              <a:rect l="textAreaLeft" t="textAreaTop" r="textAreaRight" b="textAreaBottom"/>
              <a:pathLst>
                <a:path w="458" h="408">
                  <a:moveTo>
                    <a:pt x="214" y="1"/>
                  </a:moveTo>
                  <a:cubicBezTo>
                    <a:pt x="138" y="1"/>
                    <a:pt x="59" y="62"/>
                    <a:pt x="23" y="152"/>
                  </a:cubicBezTo>
                  <a:cubicBezTo>
                    <a:pt x="1" y="266"/>
                    <a:pt x="69" y="380"/>
                    <a:pt x="183" y="403"/>
                  </a:cubicBezTo>
                  <a:cubicBezTo>
                    <a:pt x="198" y="406"/>
                    <a:pt x="213" y="407"/>
                    <a:pt x="228" y="407"/>
                  </a:cubicBezTo>
                  <a:cubicBezTo>
                    <a:pt x="326" y="407"/>
                    <a:pt x="415" y="345"/>
                    <a:pt x="434" y="266"/>
                  </a:cubicBezTo>
                  <a:cubicBezTo>
                    <a:pt x="457" y="152"/>
                    <a:pt x="389" y="38"/>
                    <a:pt x="275" y="15"/>
                  </a:cubicBezTo>
                  <a:cubicBezTo>
                    <a:pt x="255" y="5"/>
                    <a:pt x="235" y="1"/>
                    <a:pt x="214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8360" rIns="90000" bIns="183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3" name="Google Shape;212;p2"/>
            <p:cNvSpPr/>
            <p:nvPr/>
          </p:nvSpPr>
          <p:spPr>
            <a:xfrm>
              <a:off x="2671200" y="2340360"/>
              <a:ext cx="19080" cy="19080"/>
            </a:xfrm>
            <a:custGeom>
              <a:avLst/>
              <a:gdLst>
                <a:gd name="textAreaLeft" fmla="*/ 0 w 19080"/>
                <a:gd name="textAreaRight" fmla="*/ 20520 w 19080"/>
                <a:gd name="textAreaTop" fmla="*/ 0 h 19080"/>
                <a:gd name="textAreaBottom" fmla="*/ 20520 h 19080"/>
              </a:gdLst>
              <a:ahLst/>
              <a:cxnLst/>
              <a:rect l="textAreaLeft" t="textAreaTop" r="textAreaRight" b="textAreaBottom"/>
              <a:pathLst>
                <a:path w="229" h="229">
                  <a:moveTo>
                    <a:pt x="138" y="0"/>
                  </a:moveTo>
                  <a:cubicBezTo>
                    <a:pt x="69" y="0"/>
                    <a:pt x="24" y="23"/>
                    <a:pt x="1" y="91"/>
                  </a:cubicBezTo>
                  <a:cubicBezTo>
                    <a:pt x="1" y="137"/>
                    <a:pt x="24" y="206"/>
                    <a:pt x="92" y="228"/>
                  </a:cubicBezTo>
                  <a:cubicBezTo>
                    <a:pt x="138" y="228"/>
                    <a:pt x="206" y="206"/>
                    <a:pt x="206" y="137"/>
                  </a:cubicBezTo>
                  <a:cubicBezTo>
                    <a:pt x="229" y="91"/>
                    <a:pt x="206" y="23"/>
                    <a:pt x="138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080" rIns="9000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4" name="Google Shape;213;p2"/>
            <p:cNvSpPr/>
            <p:nvPr/>
          </p:nvSpPr>
          <p:spPr>
            <a:xfrm>
              <a:off x="4973760" y="2900880"/>
              <a:ext cx="25200" cy="22320"/>
            </a:xfrm>
            <a:custGeom>
              <a:avLst/>
              <a:gdLst>
                <a:gd name="textAreaLeft" fmla="*/ 0 w 25200"/>
                <a:gd name="textAreaRight" fmla="*/ 26640 w 25200"/>
                <a:gd name="textAreaTop" fmla="*/ 0 h 22320"/>
                <a:gd name="textAreaBottom" fmla="*/ 23760 h 22320"/>
              </a:gdLst>
              <a:ahLst/>
              <a:cxnLst/>
              <a:rect l="textAreaLeft" t="textAreaTop" r="textAreaRight" b="textAreaBottom"/>
              <a:pathLst>
                <a:path w="298" h="264">
                  <a:moveTo>
                    <a:pt x="145" y="0"/>
                  </a:moveTo>
                  <a:cubicBezTo>
                    <a:pt x="85" y="0"/>
                    <a:pt x="23" y="41"/>
                    <a:pt x="23" y="98"/>
                  </a:cubicBezTo>
                  <a:cubicBezTo>
                    <a:pt x="0" y="166"/>
                    <a:pt x="46" y="257"/>
                    <a:pt x="115" y="257"/>
                  </a:cubicBezTo>
                  <a:cubicBezTo>
                    <a:pt x="127" y="261"/>
                    <a:pt x="140" y="263"/>
                    <a:pt x="152" y="263"/>
                  </a:cubicBezTo>
                  <a:cubicBezTo>
                    <a:pt x="212" y="263"/>
                    <a:pt x="274" y="222"/>
                    <a:pt x="274" y="166"/>
                  </a:cubicBezTo>
                  <a:cubicBezTo>
                    <a:pt x="297" y="98"/>
                    <a:pt x="251" y="6"/>
                    <a:pt x="183" y="6"/>
                  </a:cubicBezTo>
                  <a:cubicBezTo>
                    <a:pt x="171" y="2"/>
                    <a:pt x="158" y="0"/>
                    <a:pt x="145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880" rIns="90000" bIns="118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5" name="Google Shape;214;p2"/>
            <p:cNvSpPr/>
            <p:nvPr/>
          </p:nvSpPr>
          <p:spPr>
            <a:xfrm>
              <a:off x="5053680" y="2786040"/>
              <a:ext cx="21240" cy="19800"/>
            </a:xfrm>
            <a:custGeom>
              <a:avLst/>
              <a:gdLst>
                <a:gd name="textAreaLeft" fmla="*/ 0 w 21240"/>
                <a:gd name="textAreaRight" fmla="*/ 22680 w 21240"/>
                <a:gd name="textAreaTop" fmla="*/ 0 h 19800"/>
                <a:gd name="textAreaBottom" fmla="*/ 21240 h 19800"/>
              </a:gdLst>
              <a:ahLst/>
              <a:cxnLst/>
              <a:rect l="textAreaLeft" t="textAreaTop" r="textAreaRight" b="textAreaBottom"/>
              <a:pathLst>
                <a:path w="252" h="236">
                  <a:moveTo>
                    <a:pt x="123" y="1"/>
                  </a:moveTo>
                  <a:cubicBezTo>
                    <a:pt x="69" y="1"/>
                    <a:pt x="23" y="38"/>
                    <a:pt x="23" y="76"/>
                  </a:cubicBezTo>
                  <a:cubicBezTo>
                    <a:pt x="1" y="144"/>
                    <a:pt x="46" y="212"/>
                    <a:pt x="92" y="235"/>
                  </a:cubicBezTo>
                  <a:cubicBezTo>
                    <a:pt x="160" y="235"/>
                    <a:pt x="229" y="212"/>
                    <a:pt x="252" y="144"/>
                  </a:cubicBezTo>
                  <a:cubicBezTo>
                    <a:pt x="252" y="76"/>
                    <a:pt x="229" y="7"/>
                    <a:pt x="160" y="7"/>
                  </a:cubicBezTo>
                  <a:cubicBezTo>
                    <a:pt x="148" y="3"/>
                    <a:pt x="135" y="1"/>
                    <a:pt x="123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440" rIns="90000" bIns="10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6" name="Google Shape;215;p2"/>
            <p:cNvSpPr/>
            <p:nvPr/>
          </p:nvSpPr>
          <p:spPr>
            <a:xfrm>
              <a:off x="743760" y="5331240"/>
              <a:ext cx="27360" cy="2376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23760"/>
                <a:gd name="textAreaBottom" fmla="*/ 25200 h 23760"/>
              </a:gdLst>
              <a:ahLst/>
              <a:cxnLst/>
              <a:rect l="textAreaLeft" t="textAreaTop" r="textAreaRight" b="textAreaBottom"/>
              <a:pathLst>
                <a:path w="320" h="279">
                  <a:moveTo>
                    <a:pt x="149" y="0"/>
                  </a:moveTo>
                  <a:cubicBezTo>
                    <a:pt x="101" y="0"/>
                    <a:pt x="56" y="38"/>
                    <a:pt x="23" y="87"/>
                  </a:cubicBezTo>
                  <a:cubicBezTo>
                    <a:pt x="0" y="156"/>
                    <a:pt x="23" y="224"/>
                    <a:pt x="91" y="270"/>
                  </a:cubicBezTo>
                  <a:cubicBezTo>
                    <a:pt x="109" y="276"/>
                    <a:pt x="127" y="278"/>
                    <a:pt x="146" y="278"/>
                  </a:cubicBezTo>
                  <a:cubicBezTo>
                    <a:pt x="201" y="278"/>
                    <a:pt x="257" y="253"/>
                    <a:pt x="274" y="201"/>
                  </a:cubicBezTo>
                  <a:cubicBezTo>
                    <a:pt x="320" y="133"/>
                    <a:pt x="274" y="42"/>
                    <a:pt x="206" y="19"/>
                  </a:cubicBezTo>
                  <a:cubicBezTo>
                    <a:pt x="186" y="6"/>
                    <a:pt x="167" y="0"/>
                    <a:pt x="149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600" rIns="90000" bIns="126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7" name="Google Shape;216;p2"/>
            <p:cNvSpPr/>
            <p:nvPr/>
          </p:nvSpPr>
          <p:spPr>
            <a:xfrm>
              <a:off x="1524240" y="5225400"/>
              <a:ext cx="41760" cy="36000"/>
            </a:xfrm>
            <a:custGeom>
              <a:avLst/>
              <a:gdLst>
                <a:gd name="textAreaLeft" fmla="*/ 0 w 41760"/>
                <a:gd name="textAreaRight" fmla="*/ 43200 w 41760"/>
                <a:gd name="textAreaTop" fmla="*/ 0 h 36000"/>
                <a:gd name="textAreaBottom" fmla="*/ 37440 h 36000"/>
              </a:gdLst>
              <a:ahLst/>
              <a:cxnLst/>
              <a:rect l="textAreaLeft" t="textAreaTop" r="textAreaRight" b="textAreaBottom"/>
              <a:pathLst>
                <a:path w="480" h="416">
                  <a:moveTo>
                    <a:pt x="228" y="1"/>
                  </a:moveTo>
                  <a:cubicBezTo>
                    <a:pt x="160" y="1"/>
                    <a:pt x="93" y="47"/>
                    <a:pt x="46" y="124"/>
                  </a:cubicBezTo>
                  <a:cubicBezTo>
                    <a:pt x="1" y="215"/>
                    <a:pt x="46" y="352"/>
                    <a:pt x="160" y="398"/>
                  </a:cubicBezTo>
                  <a:cubicBezTo>
                    <a:pt x="185" y="410"/>
                    <a:pt x="211" y="416"/>
                    <a:pt x="237" y="416"/>
                  </a:cubicBezTo>
                  <a:cubicBezTo>
                    <a:pt x="310" y="416"/>
                    <a:pt x="384" y="374"/>
                    <a:pt x="434" y="307"/>
                  </a:cubicBezTo>
                  <a:cubicBezTo>
                    <a:pt x="480" y="193"/>
                    <a:pt x="434" y="78"/>
                    <a:pt x="320" y="33"/>
                  </a:cubicBezTo>
                  <a:cubicBezTo>
                    <a:pt x="291" y="11"/>
                    <a:pt x="259" y="1"/>
                    <a:pt x="228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8720" rIns="90000" bIns="187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8" name="Google Shape;217;p2"/>
            <p:cNvSpPr/>
            <p:nvPr/>
          </p:nvSpPr>
          <p:spPr>
            <a:xfrm>
              <a:off x="1860120" y="5775840"/>
              <a:ext cx="33480" cy="2988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29880"/>
                <a:gd name="textAreaBottom" fmla="*/ 31320 h 29880"/>
              </a:gdLst>
              <a:ahLst/>
              <a:cxnLst/>
              <a:rect l="textAreaLeft" t="textAreaTop" r="textAreaRight" b="textAreaBottom"/>
              <a:pathLst>
                <a:path w="389" h="347">
                  <a:moveTo>
                    <a:pt x="195" y="1"/>
                  </a:moveTo>
                  <a:cubicBezTo>
                    <a:pt x="125" y="1"/>
                    <a:pt x="57" y="38"/>
                    <a:pt x="24" y="87"/>
                  </a:cubicBezTo>
                  <a:cubicBezTo>
                    <a:pt x="1" y="179"/>
                    <a:pt x="24" y="293"/>
                    <a:pt x="115" y="338"/>
                  </a:cubicBezTo>
                  <a:cubicBezTo>
                    <a:pt x="137" y="344"/>
                    <a:pt x="158" y="347"/>
                    <a:pt x="179" y="347"/>
                  </a:cubicBezTo>
                  <a:cubicBezTo>
                    <a:pt x="247" y="347"/>
                    <a:pt x="308" y="317"/>
                    <a:pt x="343" y="247"/>
                  </a:cubicBezTo>
                  <a:cubicBezTo>
                    <a:pt x="389" y="156"/>
                    <a:pt x="343" y="65"/>
                    <a:pt x="275" y="19"/>
                  </a:cubicBezTo>
                  <a:cubicBezTo>
                    <a:pt x="249" y="6"/>
                    <a:pt x="222" y="1"/>
                    <a:pt x="195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480" rIns="90000" bIns="154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9" name="Google Shape;218;p2"/>
            <p:cNvSpPr/>
            <p:nvPr/>
          </p:nvSpPr>
          <p:spPr>
            <a:xfrm>
              <a:off x="1882440" y="5724720"/>
              <a:ext cx="37440" cy="32400"/>
            </a:xfrm>
            <a:custGeom>
              <a:avLst/>
              <a:gdLst>
                <a:gd name="textAreaLeft" fmla="*/ 0 w 37440"/>
                <a:gd name="textAreaRight" fmla="*/ 38880 w 37440"/>
                <a:gd name="textAreaTop" fmla="*/ 0 h 32400"/>
                <a:gd name="textAreaBottom" fmla="*/ 33840 h 32400"/>
              </a:gdLst>
              <a:ahLst/>
              <a:cxnLst/>
              <a:rect l="textAreaLeft" t="textAreaTop" r="textAreaRight" b="textAreaBottom"/>
              <a:pathLst>
                <a:path w="434" h="379">
                  <a:moveTo>
                    <a:pt x="220" y="0"/>
                  </a:moveTo>
                  <a:cubicBezTo>
                    <a:pt x="149" y="0"/>
                    <a:pt x="79" y="43"/>
                    <a:pt x="46" y="110"/>
                  </a:cubicBezTo>
                  <a:cubicBezTo>
                    <a:pt x="0" y="201"/>
                    <a:pt x="23" y="315"/>
                    <a:pt x="137" y="361"/>
                  </a:cubicBezTo>
                  <a:cubicBezTo>
                    <a:pt x="161" y="373"/>
                    <a:pt x="188" y="379"/>
                    <a:pt x="214" y="379"/>
                  </a:cubicBezTo>
                  <a:cubicBezTo>
                    <a:pt x="285" y="379"/>
                    <a:pt x="355" y="336"/>
                    <a:pt x="388" y="269"/>
                  </a:cubicBezTo>
                  <a:cubicBezTo>
                    <a:pt x="434" y="178"/>
                    <a:pt x="388" y="64"/>
                    <a:pt x="297" y="18"/>
                  </a:cubicBezTo>
                  <a:cubicBezTo>
                    <a:pt x="272" y="6"/>
                    <a:pt x="246" y="0"/>
                    <a:pt x="220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6920" rIns="90000" bIns="169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0" name="Google Shape;219;p2"/>
            <p:cNvSpPr/>
            <p:nvPr/>
          </p:nvSpPr>
          <p:spPr>
            <a:xfrm>
              <a:off x="1933920" y="5761440"/>
              <a:ext cx="31320" cy="27000"/>
            </a:xfrm>
            <a:custGeom>
              <a:avLst/>
              <a:gdLst>
                <a:gd name="textAreaLeft" fmla="*/ 0 w 31320"/>
                <a:gd name="textAreaRight" fmla="*/ 32760 w 31320"/>
                <a:gd name="textAreaTop" fmla="*/ 0 h 27000"/>
                <a:gd name="textAreaBottom" fmla="*/ 28440 h 27000"/>
              </a:gdLst>
              <a:ahLst/>
              <a:cxnLst/>
              <a:rect l="textAreaLeft" t="textAreaTop" r="textAreaRight" b="textAreaBottom"/>
              <a:pathLst>
                <a:path w="366" h="316">
                  <a:moveTo>
                    <a:pt x="176" y="1"/>
                  </a:moveTo>
                  <a:cubicBezTo>
                    <a:pt x="113" y="1"/>
                    <a:pt x="56" y="38"/>
                    <a:pt x="23" y="88"/>
                  </a:cubicBezTo>
                  <a:cubicBezTo>
                    <a:pt x="1" y="179"/>
                    <a:pt x="23" y="270"/>
                    <a:pt x="115" y="293"/>
                  </a:cubicBezTo>
                  <a:cubicBezTo>
                    <a:pt x="138" y="308"/>
                    <a:pt x="163" y="316"/>
                    <a:pt x="188" y="316"/>
                  </a:cubicBezTo>
                  <a:cubicBezTo>
                    <a:pt x="239" y="316"/>
                    <a:pt x="290" y="285"/>
                    <a:pt x="320" y="225"/>
                  </a:cubicBezTo>
                  <a:cubicBezTo>
                    <a:pt x="366" y="156"/>
                    <a:pt x="320" y="65"/>
                    <a:pt x="252" y="19"/>
                  </a:cubicBezTo>
                  <a:cubicBezTo>
                    <a:pt x="226" y="6"/>
                    <a:pt x="201" y="1"/>
                    <a:pt x="176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4040" rIns="90000" bIns="140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1" name="Google Shape;220;p2"/>
            <p:cNvSpPr/>
            <p:nvPr/>
          </p:nvSpPr>
          <p:spPr>
            <a:xfrm>
              <a:off x="3791880" y="5618160"/>
              <a:ext cx="33480" cy="2988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29880"/>
                <a:gd name="textAreaBottom" fmla="*/ 31320 h 29880"/>
              </a:gdLst>
              <a:ahLst/>
              <a:cxnLst/>
              <a:rect l="textAreaLeft" t="textAreaTop" r="textAreaRight" b="textAreaBottom"/>
              <a:pathLst>
                <a:path w="389" h="347">
                  <a:moveTo>
                    <a:pt x="199" y="0"/>
                  </a:moveTo>
                  <a:cubicBezTo>
                    <a:pt x="135" y="0"/>
                    <a:pt x="79" y="38"/>
                    <a:pt x="46" y="87"/>
                  </a:cubicBezTo>
                  <a:cubicBezTo>
                    <a:pt x="0" y="178"/>
                    <a:pt x="46" y="292"/>
                    <a:pt x="114" y="338"/>
                  </a:cubicBezTo>
                  <a:cubicBezTo>
                    <a:pt x="136" y="343"/>
                    <a:pt x="159" y="346"/>
                    <a:pt x="181" y="346"/>
                  </a:cubicBezTo>
                  <a:cubicBezTo>
                    <a:pt x="254" y="346"/>
                    <a:pt x="325" y="316"/>
                    <a:pt x="343" y="247"/>
                  </a:cubicBezTo>
                  <a:cubicBezTo>
                    <a:pt x="388" y="155"/>
                    <a:pt x="365" y="64"/>
                    <a:pt x="274" y="18"/>
                  </a:cubicBezTo>
                  <a:cubicBezTo>
                    <a:pt x="249" y="6"/>
                    <a:pt x="223" y="0"/>
                    <a:pt x="199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480" rIns="90000" bIns="154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2" name="Google Shape;221;p2"/>
            <p:cNvSpPr/>
            <p:nvPr/>
          </p:nvSpPr>
          <p:spPr>
            <a:xfrm>
              <a:off x="1210680" y="4758480"/>
              <a:ext cx="25200" cy="20520"/>
            </a:xfrm>
            <a:custGeom>
              <a:avLst/>
              <a:gdLst>
                <a:gd name="textAreaLeft" fmla="*/ 0 w 25200"/>
                <a:gd name="textAreaRight" fmla="*/ 26640 w 25200"/>
                <a:gd name="textAreaTop" fmla="*/ 0 h 20520"/>
                <a:gd name="textAreaBottom" fmla="*/ 21960 h 20520"/>
              </a:gdLst>
              <a:ahLst/>
              <a:cxnLst/>
              <a:rect l="textAreaLeft" t="textAreaTop" r="textAreaRight" b="textAreaBottom"/>
              <a:pathLst>
                <a:path w="298" h="246">
                  <a:moveTo>
                    <a:pt x="155" y="0"/>
                  </a:moveTo>
                  <a:cubicBezTo>
                    <a:pt x="106" y="0"/>
                    <a:pt x="63" y="26"/>
                    <a:pt x="46" y="77"/>
                  </a:cubicBezTo>
                  <a:cubicBezTo>
                    <a:pt x="0" y="123"/>
                    <a:pt x="23" y="191"/>
                    <a:pt x="92" y="237"/>
                  </a:cubicBezTo>
                  <a:cubicBezTo>
                    <a:pt x="109" y="243"/>
                    <a:pt x="126" y="246"/>
                    <a:pt x="142" y="246"/>
                  </a:cubicBezTo>
                  <a:cubicBezTo>
                    <a:pt x="191" y="246"/>
                    <a:pt x="234" y="220"/>
                    <a:pt x="251" y="169"/>
                  </a:cubicBezTo>
                  <a:cubicBezTo>
                    <a:pt x="297" y="123"/>
                    <a:pt x="251" y="32"/>
                    <a:pt x="206" y="9"/>
                  </a:cubicBezTo>
                  <a:cubicBezTo>
                    <a:pt x="189" y="3"/>
                    <a:pt x="172" y="0"/>
                    <a:pt x="155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0" rIns="90000" bIns="108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3" name="Google Shape;222;p2"/>
            <p:cNvSpPr/>
            <p:nvPr/>
          </p:nvSpPr>
          <p:spPr>
            <a:xfrm>
              <a:off x="315360" y="5169600"/>
              <a:ext cx="27360" cy="2376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23760"/>
                <a:gd name="textAreaBottom" fmla="*/ 25200 h 23760"/>
              </a:gdLst>
              <a:ahLst/>
              <a:cxnLst/>
              <a:rect l="textAreaLeft" t="textAreaTop" r="textAreaRight" b="textAreaBottom"/>
              <a:pathLst>
                <a:path w="321" h="279">
                  <a:moveTo>
                    <a:pt x="168" y="0"/>
                  </a:moveTo>
                  <a:cubicBezTo>
                    <a:pt x="115" y="0"/>
                    <a:pt x="63" y="38"/>
                    <a:pt x="46" y="87"/>
                  </a:cubicBezTo>
                  <a:cubicBezTo>
                    <a:pt x="1" y="156"/>
                    <a:pt x="23" y="224"/>
                    <a:pt x="92" y="270"/>
                  </a:cubicBezTo>
                  <a:cubicBezTo>
                    <a:pt x="109" y="275"/>
                    <a:pt x="128" y="278"/>
                    <a:pt x="146" y="278"/>
                  </a:cubicBezTo>
                  <a:cubicBezTo>
                    <a:pt x="202" y="278"/>
                    <a:pt x="257" y="253"/>
                    <a:pt x="275" y="201"/>
                  </a:cubicBezTo>
                  <a:cubicBezTo>
                    <a:pt x="320" y="133"/>
                    <a:pt x="297" y="41"/>
                    <a:pt x="229" y="19"/>
                  </a:cubicBezTo>
                  <a:cubicBezTo>
                    <a:pt x="210" y="6"/>
                    <a:pt x="189" y="0"/>
                    <a:pt x="168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600" rIns="90000" bIns="126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4" name="Google Shape;223;p2"/>
            <p:cNvSpPr/>
            <p:nvPr/>
          </p:nvSpPr>
          <p:spPr>
            <a:xfrm>
              <a:off x="712800" y="4563000"/>
              <a:ext cx="39600" cy="34560"/>
            </a:xfrm>
            <a:custGeom>
              <a:avLst/>
              <a:gdLst>
                <a:gd name="textAreaLeft" fmla="*/ 0 w 39600"/>
                <a:gd name="textAreaRight" fmla="*/ 41040 w 39600"/>
                <a:gd name="textAreaTop" fmla="*/ 0 h 34560"/>
                <a:gd name="textAreaBottom" fmla="*/ 36000 h 34560"/>
              </a:gdLst>
              <a:ahLst/>
              <a:cxnLst/>
              <a:rect l="textAreaLeft" t="textAreaTop" r="textAreaRight" b="textAreaBottom"/>
              <a:pathLst>
                <a:path w="458" h="402">
                  <a:moveTo>
                    <a:pt x="240" y="0"/>
                  </a:moveTo>
                  <a:cubicBezTo>
                    <a:pt x="162" y="0"/>
                    <a:pt x="80" y="43"/>
                    <a:pt x="46" y="110"/>
                  </a:cubicBezTo>
                  <a:cubicBezTo>
                    <a:pt x="1" y="201"/>
                    <a:pt x="46" y="338"/>
                    <a:pt x="138" y="384"/>
                  </a:cubicBezTo>
                  <a:cubicBezTo>
                    <a:pt x="168" y="396"/>
                    <a:pt x="199" y="401"/>
                    <a:pt x="228" y="401"/>
                  </a:cubicBezTo>
                  <a:cubicBezTo>
                    <a:pt x="308" y="401"/>
                    <a:pt x="378" y="359"/>
                    <a:pt x="412" y="292"/>
                  </a:cubicBezTo>
                  <a:cubicBezTo>
                    <a:pt x="457" y="178"/>
                    <a:pt x="412" y="64"/>
                    <a:pt x="320" y="18"/>
                  </a:cubicBezTo>
                  <a:cubicBezTo>
                    <a:pt x="296" y="6"/>
                    <a:pt x="268" y="0"/>
                    <a:pt x="240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8000" rIns="90000" bIns="180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5" name="Google Shape;224;p2"/>
            <p:cNvSpPr/>
            <p:nvPr/>
          </p:nvSpPr>
          <p:spPr>
            <a:xfrm>
              <a:off x="477360" y="5415480"/>
              <a:ext cx="35640" cy="30600"/>
            </a:xfrm>
            <a:custGeom>
              <a:avLst/>
              <a:gdLst>
                <a:gd name="textAreaLeft" fmla="*/ 0 w 35640"/>
                <a:gd name="textAreaRight" fmla="*/ 37080 w 35640"/>
                <a:gd name="textAreaTop" fmla="*/ 0 h 30600"/>
                <a:gd name="textAreaBottom" fmla="*/ 32040 h 30600"/>
              </a:gdLst>
              <a:ahLst/>
              <a:cxnLst/>
              <a:rect l="textAreaLeft" t="textAreaTop" r="textAreaRight" b="textAreaBottom"/>
              <a:pathLst>
                <a:path w="412" h="357">
                  <a:moveTo>
                    <a:pt x="221" y="1"/>
                  </a:moveTo>
                  <a:cubicBezTo>
                    <a:pt x="150" y="1"/>
                    <a:pt x="80" y="43"/>
                    <a:pt x="47" y="110"/>
                  </a:cubicBezTo>
                  <a:cubicBezTo>
                    <a:pt x="1" y="178"/>
                    <a:pt x="47" y="293"/>
                    <a:pt x="138" y="338"/>
                  </a:cubicBezTo>
                  <a:cubicBezTo>
                    <a:pt x="162" y="350"/>
                    <a:pt x="188" y="356"/>
                    <a:pt x="214" y="356"/>
                  </a:cubicBezTo>
                  <a:cubicBezTo>
                    <a:pt x="284" y="356"/>
                    <a:pt x="349" y="314"/>
                    <a:pt x="366" y="247"/>
                  </a:cubicBezTo>
                  <a:cubicBezTo>
                    <a:pt x="412" y="178"/>
                    <a:pt x="389" y="64"/>
                    <a:pt x="298" y="19"/>
                  </a:cubicBezTo>
                  <a:cubicBezTo>
                    <a:pt x="273" y="6"/>
                    <a:pt x="247" y="1"/>
                    <a:pt x="221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840" rIns="90000" bIns="158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6" name="Google Shape;225;p2"/>
            <p:cNvSpPr/>
            <p:nvPr/>
          </p:nvSpPr>
          <p:spPr>
            <a:xfrm>
              <a:off x="491760" y="5245200"/>
              <a:ext cx="39600" cy="34560"/>
            </a:xfrm>
            <a:custGeom>
              <a:avLst/>
              <a:gdLst>
                <a:gd name="textAreaLeft" fmla="*/ 0 w 39600"/>
                <a:gd name="textAreaRight" fmla="*/ 41040 w 39600"/>
                <a:gd name="textAreaTop" fmla="*/ 0 h 34560"/>
                <a:gd name="textAreaBottom" fmla="*/ 36000 h 34560"/>
              </a:gdLst>
              <a:ahLst/>
              <a:cxnLst/>
              <a:rect l="textAreaLeft" t="textAreaTop" r="textAreaRight" b="textAreaBottom"/>
              <a:pathLst>
                <a:path w="458" h="402">
                  <a:moveTo>
                    <a:pt x="230" y="0"/>
                  </a:moveTo>
                  <a:cubicBezTo>
                    <a:pt x="150" y="0"/>
                    <a:pt x="80" y="43"/>
                    <a:pt x="46" y="109"/>
                  </a:cubicBezTo>
                  <a:cubicBezTo>
                    <a:pt x="1" y="201"/>
                    <a:pt x="46" y="338"/>
                    <a:pt x="138" y="383"/>
                  </a:cubicBezTo>
                  <a:cubicBezTo>
                    <a:pt x="162" y="396"/>
                    <a:pt x="190" y="401"/>
                    <a:pt x="218" y="401"/>
                  </a:cubicBezTo>
                  <a:cubicBezTo>
                    <a:pt x="296" y="401"/>
                    <a:pt x="378" y="359"/>
                    <a:pt x="411" y="292"/>
                  </a:cubicBezTo>
                  <a:cubicBezTo>
                    <a:pt x="457" y="178"/>
                    <a:pt x="411" y="64"/>
                    <a:pt x="320" y="18"/>
                  </a:cubicBezTo>
                  <a:cubicBezTo>
                    <a:pt x="290" y="6"/>
                    <a:pt x="259" y="0"/>
                    <a:pt x="230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8000" rIns="90000" bIns="180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7" name="Google Shape;226;p2"/>
            <p:cNvSpPr/>
            <p:nvPr/>
          </p:nvSpPr>
          <p:spPr>
            <a:xfrm>
              <a:off x="813240" y="5040000"/>
              <a:ext cx="33480" cy="2952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29520"/>
                <a:gd name="textAreaBottom" fmla="*/ 30960 h 29520"/>
              </a:gdLst>
              <a:ahLst/>
              <a:cxnLst/>
              <a:rect l="textAreaLeft" t="textAreaTop" r="textAreaRight" b="textAreaBottom"/>
              <a:pathLst>
                <a:path w="389" h="344">
                  <a:moveTo>
                    <a:pt x="172" y="1"/>
                  </a:moveTo>
                  <a:cubicBezTo>
                    <a:pt x="114" y="1"/>
                    <a:pt x="53" y="31"/>
                    <a:pt x="23" y="92"/>
                  </a:cubicBezTo>
                  <a:cubicBezTo>
                    <a:pt x="0" y="183"/>
                    <a:pt x="23" y="298"/>
                    <a:pt x="114" y="320"/>
                  </a:cubicBezTo>
                  <a:cubicBezTo>
                    <a:pt x="145" y="336"/>
                    <a:pt x="175" y="343"/>
                    <a:pt x="204" y="343"/>
                  </a:cubicBezTo>
                  <a:cubicBezTo>
                    <a:pt x="261" y="343"/>
                    <a:pt x="312" y="313"/>
                    <a:pt x="343" y="252"/>
                  </a:cubicBezTo>
                  <a:cubicBezTo>
                    <a:pt x="388" y="161"/>
                    <a:pt x="343" y="69"/>
                    <a:pt x="251" y="24"/>
                  </a:cubicBezTo>
                  <a:cubicBezTo>
                    <a:pt x="228" y="8"/>
                    <a:pt x="201" y="1"/>
                    <a:pt x="172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480" rIns="90000" bIns="154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8" name="Google Shape;227;p2"/>
            <p:cNvSpPr/>
            <p:nvPr/>
          </p:nvSpPr>
          <p:spPr>
            <a:xfrm>
              <a:off x="628920" y="4622400"/>
              <a:ext cx="33480" cy="2916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29160"/>
                <a:gd name="textAreaBottom" fmla="*/ 30600 h 29160"/>
              </a:gdLst>
              <a:ahLst/>
              <a:cxnLst/>
              <a:rect l="textAreaLeft" t="textAreaTop" r="textAreaRight" b="textAreaBottom"/>
              <a:pathLst>
                <a:path w="389" h="339">
                  <a:moveTo>
                    <a:pt x="186" y="1"/>
                  </a:moveTo>
                  <a:cubicBezTo>
                    <a:pt x="125" y="1"/>
                    <a:pt x="57" y="38"/>
                    <a:pt x="24" y="88"/>
                  </a:cubicBezTo>
                  <a:cubicBezTo>
                    <a:pt x="1" y="179"/>
                    <a:pt x="24" y="293"/>
                    <a:pt x="115" y="316"/>
                  </a:cubicBezTo>
                  <a:cubicBezTo>
                    <a:pt x="138" y="331"/>
                    <a:pt x="166" y="339"/>
                    <a:pt x="195" y="339"/>
                  </a:cubicBezTo>
                  <a:cubicBezTo>
                    <a:pt x="252" y="339"/>
                    <a:pt x="313" y="308"/>
                    <a:pt x="343" y="248"/>
                  </a:cubicBezTo>
                  <a:cubicBezTo>
                    <a:pt x="389" y="156"/>
                    <a:pt x="343" y="65"/>
                    <a:pt x="252" y="19"/>
                  </a:cubicBezTo>
                  <a:cubicBezTo>
                    <a:pt x="233" y="7"/>
                    <a:pt x="210" y="1"/>
                    <a:pt x="186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120" rIns="90000" bIns="151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9" name="Google Shape;228;p2"/>
            <p:cNvSpPr/>
            <p:nvPr/>
          </p:nvSpPr>
          <p:spPr>
            <a:xfrm>
              <a:off x="1335600" y="4594680"/>
              <a:ext cx="25200" cy="21960"/>
            </a:xfrm>
            <a:custGeom>
              <a:avLst/>
              <a:gdLst>
                <a:gd name="textAreaLeft" fmla="*/ 0 w 25200"/>
                <a:gd name="textAreaRight" fmla="*/ 26640 w 25200"/>
                <a:gd name="textAreaTop" fmla="*/ 0 h 21960"/>
                <a:gd name="textAreaBottom" fmla="*/ 23400 h 21960"/>
              </a:gdLst>
              <a:ahLst/>
              <a:cxnLst/>
              <a:rect l="textAreaLeft" t="textAreaTop" r="textAreaRight" b="textAreaBottom"/>
              <a:pathLst>
                <a:path w="298" h="261">
                  <a:moveTo>
                    <a:pt x="155" y="0"/>
                  </a:moveTo>
                  <a:cubicBezTo>
                    <a:pt x="105" y="0"/>
                    <a:pt x="58" y="26"/>
                    <a:pt x="23" y="77"/>
                  </a:cubicBezTo>
                  <a:cubicBezTo>
                    <a:pt x="1" y="146"/>
                    <a:pt x="23" y="214"/>
                    <a:pt x="92" y="237"/>
                  </a:cubicBezTo>
                  <a:cubicBezTo>
                    <a:pt x="116" y="253"/>
                    <a:pt x="140" y="261"/>
                    <a:pt x="163" y="261"/>
                  </a:cubicBezTo>
                  <a:cubicBezTo>
                    <a:pt x="203" y="261"/>
                    <a:pt x="237" y="236"/>
                    <a:pt x="252" y="191"/>
                  </a:cubicBezTo>
                  <a:cubicBezTo>
                    <a:pt x="297" y="123"/>
                    <a:pt x="275" y="54"/>
                    <a:pt x="206" y="9"/>
                  </a:cubicBezTo>
                  <a:cubicBezTo>
                    <a:pt x="189" y="3"/>
                    <a:pt x="172" y="0"/>
                    <a:pt x="155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520" rIns="90000" bIns="115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20" name="Google Shape;229;p2"/>
            <p:cNvSpPr/>
            <p:nvPr/>
          </p:nvSpPr>
          <p:spPr>
            <a:xfrm>
              <a:off x="454680" y="4833360"/>
              <a:ext cx="37440" cy="32760"/>
            </a:xfrm>
            <a:custGeom>
              <a:avLst/>
              <a:gdLst>
                <a:gd name="textAreaLeft" fmla="*/ 0 w 37440"/>
                <a:gd name="textAreaRight" fmla="*/ 38880 w 37440"/>
                <a:gd name="textAreaTop" fmla="*/ 0 h 32760"/>
                <a:gd name="textAreaBottom" fmla="*/ 34200 h 32760"/>
              </a:gdLst>
              <a:ahLst/>
              <a:cxnLst/>
              <a:rect l="textAreaLeft" t="textAreaTop" r="textAreaRight" b="textAreaBottom"/>
              <a:pathLst>
                <a:path w="435" h="383">
                  <a:moveTo>
                    <a:pt x="207" y="0"/>
                  </a:moveTo>
                  <a:cubicBezTo>
                    <a:pt x="141" y="0"/>
                    <a:pt x="78" y="36"/>
                    <a:pt x="46" y="114"/>
                  </a:cubicBezTo>
                  <a:cubicBezTo>
                    <a:pt x="1" y="205"/>
                    <a:pt x="46" y="319"/>
                    <a:pt x="138" y="365"/>
                  </a:cubicBezTo>
                  <a:cubicBezTo>
                    <a:pt x="162" y="377"/>
                    <a:pt x="188" y="383"/>
                    <a:pt x="214" y="383"/>
                  </a:cubicBezTo>
                  <a:cubicBezTo>
                    <a:pt x="285" y="383"/>
                    <a:pt x="355" y="340"/>
                    <a:pt x="389" y="273"/>
                  </a:cubicBezTo>
                  <a:cubicBezTo>
                    <a:pt x="434" y="182"/>
                    <a:pt x="412" y="68"/>
                    <a:pt x="298" y="22"/>
                  </a:cubicBezTo>
                  <a:cubicBezTo>
                    <a:pt x="269" y="8"/>
                    <a:pt x="237" y="0"/>
                    <a:pt x="207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6920" rIns="90000" bIns="169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21" name="Google Shape;230;p2"/>
            <p:cNvSpPr/>
            <p:nvPr/>
          </p:nvSpPr>
          <p:spPr>
            <a:xfrm>
              <a:off x="1190160" y="4726440"/>
              <a:ext cx="27360" cy="2412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24120"/>
                <a:gd name="textAreaBottom" fmla="*/ 25560 h 24120"/>
              </a:gdLst>
              <a:ahLst/>
              <a:cxnLst/>
              <a:rect l="textAreaLeft" t="textAreaTop" r="textAreaRight" b="textAreaBottom"/>
              <a:pathLst>
                <a:path w="320" h="285">
                  <a:moveTo>
                    <a:pt x="150" y="1"/>
                  </a:moveTo>
                  <a:cubicBezTo>
                    <a:pt x="101" y="1"/>
                    <a:pt x="52" y="26"/>
                    <a:pt x="23" y="70"/>
                  </a:cubicBezTo>
                  <a:cubicBezTo>
                    <a:pt x="0" y="161"/>
                    <a:pt x="23" y="230"/>
                    <a:pt x="91" y="275"/>
                  </a:cubicBezTo>
                  <a:cubicBezTo>
                    <a:pt x="108" y="281"/>
                    <a:pt x="127" y="284"/>
                    <a:pt x="146" y="284"/>
                  </a:cubicBezTo>
                  <a:cubicBezTo>
                    <a:pt x="203" y="284"/>
                    <a:pt x="263" y="258"/>
                    <a:pt x="297" y="207"/>
                  </a:cubicBezTo>
                  <a:cubicBezTo>
                    <a:pt x="320" y="139"/>
                    <a:pt x="297" y="47"/>
                    <a:pt x="228" y="24"/>
                  </a:cubicBezTo>
                  <a:cubicBezTo>
                    <a:pt x="204" y="8"/>
                    <a:pt x="177" y="1"/>
                    <a:pt x="150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600" rIns="90000" bIns="126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22" name="Google Shape;231;p2"/>
            <p:cNvSpPr/>
            <p:nvPr/>
          </p:nvSpPr>
          <p:spPr>
            <a:xfrm>
              <a:off x="5092560" y="5531760"/>
              <a:ext cx="37440" cy="31320"/>
            </a:xfrm>
            <a:custGeom>
              <a:avLst/>
              <a:gdLst>
                <a:gd name="textAreaLeft" fmla="*/ 0 w 37440"/>
                <a:gd name="textAreaRight" fmla="*/ 38880 w 37440"/>
                <a:gd name="textAreaTop" fmla="*/ 0 h 31320"/>
                <a:gd name="textAreaBottom" fmla="*/ 32760 h 31320"/>
              </a:gdLst>
              <a:ahLst/>
              <a:cxnLst/>
              <a:rect l="textAreaLeft" t="textAreaTop" r="textAreaRight" b="textAreaBottom"/>
              <a:pathLst>
                <a:path w="434" h="367">
                  <a:moveTo>
                    <a:pt x="201" y="1"/>
                  </a:moveTo>
                  <a:cubicBezTo>
                    <a:pt x="137" y="1"/>
                    <a:pt x="76" y="31"/>
                    <a:pt x="46" y="92"/>
                  </a:cubicBezTo>
                  <a:cubicBezTo>
                    <a:pt x="0" y="184"/>
                    <a:pt x="23" y="298"/>
                    <a:pt x="137" y="343"/>
                  </a:cubicBezTo>
                  <a:cubicBezTo>
                    <a:pt x="168" y="358"/>
                    <a:pt x="201" y="366"/>
                    <a:pt x="233" y="366"/>
                  </a:cubicBezTo>
                  <a:cubicBezTo>
                    <a:pt x="297" y="366"/>
                    <a:pt x="358" y="336"/>
                    <a:pt x="388" y="275"/>
                  </a:cubicBezTo>
                  <a:cubicBezTo>
                    <a:pt x="434" y="161"/>
                    <a:pt x="388" y="69"/>
                    <a:pt x="297" y="24"/>
                  </a:cubicBezTo>
                  <a:cubicBezTo>
                    <a:pt x="267" y="9"/>
                    <a:pt x="234" y="1"/>
                    <a:pt x="201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6200" rIns="90000" bIns="162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23" name="Google Shape;232;p2"/>
            <p:cNvSpPr/>
            <p:nvPr/>
          </p:nvSpPr>
          <p:spPr>
            <a:xfrm>
              <a:off x="270360" y="5343480"/>
              <a:ext cx="41760" cy="34920"/>
            </a:xfrm>
            <a:custGeom>
              <a:avLst/>
              <a:gdLst>
                <a:gd name="textAreaLeft" fmla="*/ 0 w 41760"/>
                <a:gd name="textAreaRight" fmla="*/ 43200 w 41760"/>
                <a:gd name="textAreaTop" fmla="*/ 0 h 34920"/>
                <a:gd name="textAreaBottom" fmla="*/ 36360 h 34920"/>
              </a:gdLst>
              <a:ahLst/>
              <a:cxnLst/>
              <a:rect l="textAreaLeft" t="textAreaTop" r="textAreaRight" b="textAreaBottom"/>
              <a:pathLst>
                <a:path w="480" h="407">
                  <a:moveTo>
                    <a:pt x="252" y="1"/>
                  </a:moveTo>
                  <a:cubicBezTo>
                    <a:pt x="171" y="1"/>
                    <a:pt x="96" y="43"/>
                    <a:pt x="46" y="110"/>
                  </a:cubicBezTo>
                  <a:cubicBezTo>
                    <a:pt x="0" y="224"/>
                    <a:pt x="46" y="338"/>
                    <a:pt x="160" y="384"/>
                  </a:cubicBezTo>
                  <a:cubicBezTo>
                    <a:pt x="189" y="398"/>
                    <a:pt x="223" y="406"/>
                    <a:pt x="256" y="406"/>
                  </a:cubicBezTo>
                  <a:cubicBezTo>
                    <a:pt x="329" y="406"/>
                    <a:pt x="403" y="371"/>
                    <a:pt x="434" y="293"/>
                  </a:cubicBezTo>
                  <a:cubicBezTo>
                    <a:pt x="480" y="201"/>
                    <a:pt x="434" y="64"/>
                    <a:pt x="343" y="19"/>
                  </a:cubicBezTo>
                  <a:cubicBezTo>
                    <a:pt x="312" y="7"/>
                    <a:pt x="282" y="1"/>
                    <a:pt x="252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8000" rIns="90000" bIns="180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24" name="Google Shape;233;p2"/>
            <p:cNvSpPr/>
            <p:nvPr/>
          </p:nvSpPr>
          <p:spPr>
            <a:xfrm>
              <a:off x="391320" y="5420880"/>
              <a:ext cx="27360" cy="1908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19080"/>
                <a:gd name="textAreaBottom" fmla="*/ 20520 h 19080"/>
              </a:gdLst>
              <a:ahLst/>
              <a:cxnLst/>
              <a:rect l="textAreaLeft" t="textAreaTop" r="textAreaRight" b="textAreaBottom"/>
              <a:pathLst>
                <a:path w="320" h="229">
                  <a:moveTo>
                    <a:pt x="127" y="0"/>
                  </a:moveTo>
                  <a:cubicBezTo>
                    <a:pt x="71" y="0"/>
                    <a:pt x="15" y="31"/>
                    <a:pt x="0" y="92"/>
                  </a:cubicBezTo>
                  <a:lnTo>
                    <a:pt x="297" y="229"/>
                  </a:lnTo>
                  <a:cubicBezTo>
                    <a:pt x="320" y="160"/>
                    <a:pt x="297" y="46"/>
                    <a:pt x="206" y="23"/>
                  </a:cubicBezTo>
                  <a:cubicBezTo>
                    <a:pt x="183" y="8"/>
                    <a:pt x="155" y="0"/>
                    <a:pt x="127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080" rIns="9000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25" name="Google Shape;234;p2"/>
            <p:cNvSpPr/>
            <p:nvPr/>
          </p:nvSpPr>
          <p:spPr>
            <a:xfrm>
              <a:off x="231480" y="3436560"/>
              <a:ext cx="35640" cy="31680"/>
            </a:xfrm>
            <a:custGeom>
              <a:avLst/>
              <a:gdLst>
                <a:gd name="textAreaLeft" fmla="*/ 0 w 35640"/>
                <a:gd name="textAreaRight" fmla="*/ 37080 w 35640"/>
                <a:gd name="textAreaTop" fmla="*/ 0 h 31680"/>
                <a:gd name="textAreaBottom" fmla="*/ 33120 h 31680"/>
              </a:gdLst>
              <a:ahLst/>
              <a:cxnLst/>
              <a:rect l="textAreaLeft" t="textAreaTop" r="textAreaRight" b="textAreaBottom"/>
              <a:pathLst>
                <a:path w="412" h="370">
                  <a:moveTo>
                    <a:pt x="221" y="1"/>
                  </a:moveTo>
                  <a:cubicBezTo>
                    <a:pt x="150" y="1"/>
                    <a:pt x="80" y="43"/>
                    <a:pt x="46" y="110"/>
                  </a:cubicBezTo>
                  <a:cubicBezTo>
                    <a:pt x="1" y="201"/>
                    <a:pt x="46" y="315"/>
                    <a:pt x="138" y="361"/>
                  </a:cubicBezTo>
                  <a:cubicBezTo>
                    <a:pt x="159" y="366"/>
                    <a:pt x="181" y="369"/>
                    <a:pt x="202" y="369"/>
                  </a:cubicBezTo>
                  <a:cubicBezTo>
                    <a:pt x="270" y="369"/>
                    <a:pt x="331" y="339"/>
                    <a:pt x="366" y="270"/>
                  </a:cubicBezTo>
                  <a:cubicBezTo>
                    <a:pt x="412" y="178"/>
                    <a:pt x="389" y="64"/>
                    <a:pt x="298" y="18"/>
                  </a:cubicBezTo>
                  <a:cubicBezTo>
                    <a:pt x="273" y="6"/>
                    <a:pt x="247" y="1"/>
                    <a:pt x="221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6560" rIns="90000" bIns="165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26" name="Google Shape;235;p2"/>
            <p:cNvSpPr/>
            <p:nvPr/>
          </p:nvSpPr>
          <p:spPr>
            <a:xfrm>
              <a:off x="300960" y="3389400"/>
              <a:ext cx="37440" cy="31680"/>
            </a:xfrm>
            <a:custGeom>
              <a:avLst/>
              <a:gdLst>
                <a:gd name="textAreaLeft" fmla="*/ 0 w 37440"/>
                <a:gd name="textAreaRight" fmla="*/ 38880 w 37440"/>
                <a:gd name="textAreaTop" fmla="*/ 0 h 31680"/>
                <a:gd name="textAreaBottom" fmla="*/ 33120 h 31680"/>
              </a:gdLst>
              <a:ahLst/>
              <a:cxnLst/>
              <a:rect l="textAreaLeft" t="textAreaTop" r="textAreaRight" b="textAreaBottom"/>
              <a:pathLst>
                <a:path w="435" h="370">
                  <a:moveTo>
                    <a:pt x="221" y="1"/>
                  </a:moveTo>
                  <a:cubicBezTo>
                    <a:pt x="150" y="1"/>
                    <a:pt x="80" y="43"/>
                    <a:pt x="47" y="110"/>
                  </a:cubicBezTo>
                  <a:cubicBezTo>
                    <a:pt x="1" y="201"/>
                    <a:pt x="47" y="315"/>
                    <a:pt x="138" y="361"/>
                  </a:cubicBezTo>
                  <a:cubicBezTo>
                    <a:pt x="159" y="366"/>
                    <a:pt x="182" y="369"/>
                    <a:pt x="205" y="369"/>
                  </a:cubicBezTo>
                  <a:cubicBezTo>
                    <a:pt x="279" y="369"/>
                    <a:pt x="354" y="339"/>
                    <a:pt x="389" y="270"/>
                  </a:cubicBezTo>
                  <a:cubicBezTo>
                    <a:pt x="435" y="178"/>
                    <a:pt x="389" y="64"/>
                    <a:pt x="298" y="19"/>
                  </a:cubicBezTo>
                  <a:cubicBezTo>
                    <a:pt x="273" y="6"/>
                    <a:pt x="247" y="1"/>
                    <a:pt x="221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6560" rIns="90000" bIns="165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27" name="Google Shape;236;p2"/>
            <p:cNvSpPr/>
            <p:nvPr/>
          </p:nvSpPr>
          <p:spPr>
            <a:xfrm>
              <a:off x="-178200" y="3845160"/>
              <a:ext cx="29520" cy="25920"/>
            </a:xfrm>
            <a:custGeom>
              <a:avLst/>
              <a:gdLst>
                <a:gd name="textAreaLeft" fmla="*/ 0 w 29520"/>
                <a:gd name="textAreaRight" fmla="*/ 30960 w 29520"/>
                <a:gd name="textAreaTop" fmla="*/ 0 h 25920"/>
                <a:gd name="textAreaBottom" fmla="*/ 27360 h 25920"/>
              </a:gdLst>
              <a:ahLst/>
              <a:cxnLst/>
              <a:rect l="textAreaLeft" t="textAreaTop" r="textAreaRight" b="textAreaBottom"/>
              <a:pathLst>
                <a:path w="344" h="306">
                  <a:moveTo>
                    <a:pt x="174" y="0"/>
                  </a:moveTo>
                  <a:cubicBezTo>
                    <a:pt x="118" y="0"/>
                    <a:pt x="58" y="26"/>
                    <a:pt x="24" y="77"/>
                  </a:cubicBezTo>
                  <a:cubicBezTo>
                    <a:pt x="1" y="168"/>
                    <a:pt x="24" y="260"/>
                    <a:pt x="92" y="283"/>
                  </a:cubicBezTo>
                  <a:cubicBezTo>
                    <a:pt x="122" y="298"/>
                    <a:pt x="153" y="305"/>
                    <a:pt x="181" y="305"/>
                  </a:cubicBezTo>
                  <a:cubicBezTo>
                    <a:pt x="237" y="305"/>
                    <a:pt x="282" y="275"/>
                    <a:pt x="297" y="214"/>
                  </a:cubicBezTo>
                  <a:cubicBezTo>
                    <a:pt x="343" y="146"/>
                    <a:pt x="297" y="54"/>
                    <a:pt x="229" y="9"/>
                  </a:cubicBezTo>
                  <a:cubicBezTo>
                    <a:pt x="212" y="3"/>
                    <a:pt x="193" y="0"/>
                    <a:pt x="174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3680" rIns="90000" bIns="136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28" name="Google Shape;237;p2"/>
            <p:cNvSpPr/>
            <p:nvPr/>
          </p:nvSpPr>
          <p:spPr>
            <a:xfrm>
              <a:off x="379080" y="3189600"/>
              <a:ext cx="31320" cy="26640"/>
            </a:xfrm>
            <a:custGeom>
              <a:avLst/>
              <a:gdLst>
                <a:gd name="textAreaLeft" fmla="*/ 0 w 31320"/>
                <a:gd name="textAreaRight" fmla="*/ 32760 w 31320"/>
                <a:gd name="textAreaTop" fmla="*/ 0 h 26640"/>
                <a:gd name="textAreaBottom" fmla="*/ 28080 h 26640"/>
              </a:gdLst>
              <a:ahLst/>
              <a:cxnLst/>
              <a:rect l="textAreaLeft" t="textAreaTop" r="textAreaRight" b="textAreaBottom"/>
              <a:pathLst>
                <a:path w="366" h="314">
                  <a:moveTo>
                    <a:pt x="197" y="0"/>
                  </a:moveTo>
                  <a:cubicBezTo>
                    <a:pt x="140" y="0"/>
                    <a:pt x="80" y="26"/>
                    <a:pt x="46" y="77"/>
                  </a:cubicBezTo>
                  <a:cubicBezTo>
                    <a:pt x="0" y="168"/>
                    <a:pt x="46" y="260"/>
                    <a:pt x="114" y="305"/>
                  </a:cubicBezTo>
                  <a:cubicBezTo>
                    <a:pt x="131" y="311"/>
                    <a:pt x="149" y="314"/>
                    <a:pt x="169" y="314"/>
                  </a:cubicBezTo>
                  <a:cubicBezTo>
                    <a:pt x="232" y="314"/>
                    <a:pt x="302" y="284"/>
                    <a:pt x="320" y="214"/>
                  </a:cubicBezTo>
                  <a:cubicBezTo>
                    <a:pt x="365" y="146"/>
                    <a:pt x="320" y="54"/>
                    <a:pt x="251" y="9"/>
                  </a:cubicBezTo>
                  <a:cubicBezTo>
                    <a:pt x="234" y="3"/>
                    <a:pt x="216" y="0"/>
                    <a:pt x="197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4040" rIns="90000" bIns="140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29" name="Google Shape;238;p2"/>
            <p:cNvSpPr/>
            <p:nvPr/>
          </p:nvSpPr>
          <p:spPr>
            <a:xfrm>
              <a:off x="-163800" y="4747680"/>
              <a:ext cx="39600" cy="34920"/>
            </a:xfrm>
            <a:custGeom>
              <a:avLst/>
              <a:gdLst>
                <a:gd name="textAreaLeft" fmla="*/ 0 w 39600"/>
                <a:gd name="textAreaRight" fmla="*/ 41040 w 39600"/>
                <a:gd name="textAreaTop" fmla="*/ 0 h 34920"/>
                <a:gd name="textAreaBottom" fmla="*/ 36360 h 34920"/>
              </a:gdLst>
              <a:ahLst/>
              <a:cxnLst/>
              <a:rect l="textAreaLeft" t="textAreaTop" r="textAreaRight" b="textAreaBottom"/>
              <a:pathLst>
                <a:path w="458" h="406">
                  <a:moveTo>
                    <a:pt x="239" y="1"/>
                  </a:moveTo>
                  <a:cubicBezTo>
                    <a:pt x="162" y="1"/>
                    <a:pt x="80" y="43"/>
                    <a:pt x="46" y="110"/>
                  </a:cubicBezTo>
                  <a:cubicBezTo>
                    <a:pt x="1" y="224"/>
                    <a:pt x="46" y="338"/>
                    <a:pt x="137" y="384"/>
                  </a:cubicBezTo>
                  <a:cubicBezTo>
                    <a:pt x="174" y="398"/>
                    <a:pt x="210" y="406"/>
                    <a:pt x="244" y="406"/>
                  </a:cubicBezTo>
                  <a:cubicBezTo>
                    <a:pt x="317" y="406"/>
                    <a:pt x="380" y="371"/>
                    <a:pt x="411" y="293"/>
                  </a:cubicBezTo>
                  <a:cubicBezTo>
                    <a:pt x="457" y="201"/>
                    <a:pt x="411" y="64"/>
                    <a:pt x="320" y="19"/>
                  </a:cubicBezTo>
                  <a:cubicBezTo>
                    <a:pt x="296" y="6"/>
                    <a:pt x="268" y="1"/>
                    <a:pt x="239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8000" rIns="90000" bIns="180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30" name="Google Shape;239;p2"/>
            <p:cNvSpPr/>
            <p:nvPr/>
          </p:nvSpPr>
          <p:spPr>
            <a:xfrm>
              <a:off x="602280" y="4092120"/>
              <a:ext cx="35640" cy="30600"/>
            </a:xfrm>
            <a:custGeom>
              <a:avLst/>
              <a:gdLst>
                <a:gd name="textAreaLeft" fmla="*/ 0 w 35640"/>
                <a:gd name="textAreaRight" fmla="*/ 37080 w 35640"/>
                <a:gd name="textAreaTop" fmla="*/ 0 h 30600"/>
                <a:gd name="textAreaBottom" fmla="*/ 32040 h 30600"/>
              </a:gdLst>
              <a:ahLst/>
              <a:cxnLst/>
              <a:rect l="textAreaLeft" t="textAreaTop" r="textAreaRight" b="textAreaBottom"/>
              <a:pathLst>
                <a:path w="412" h="357">
                  <a:moveTo>
                    <a:pt x="202" y="1"/>
                  </a:moveTo>
                  <a:cubicBezTo>
                    <a:pt x="137" y="1"/>
                    <a:pt x="79" y="43"/>
                    <a:pt x="46" y="110"/>
                  </a:cubicBezTo>
                  <a:cubicBezTo>
                    <a:pt x="0" y="178"/>
                    <a:pt x="46" y="292"/>
                    <a:pt x="114" y="338"/>
                  </a:cubicBezTo>
                  <a:cubicBezTo>
                    <a:pt x="139" y="350"/>
                    <a:pt x="165" y="356"/>
                    <a:pt x="191" y="356"/>
                  </a:cubicBezTo>
                  <a:cubicBezTo>
                    <a:pt x="262" y="356"/>
                    <a:pt x="332" y="314"/>
                    <a:pt x="365" y="247"/>
                  </a:cubicBezTo>
                  <a:cubicBezTo>
                    <a:pt x="411" y="156"/>
                    <a:pt x="365" y="64"/>
                    <a:pt x="274" y="19"/>
                  </a:cubicBezTo>
                  <a:cubicBezTo>
                    <a:pt x="250" y="6"/>
                    <a:pt x="225" y="1"/>
                    <a:pt x="202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840" rIns="90000" bIns="158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31" name="Google Shape;240;p2"/>
            <p:cNvSpPr/>
            <p:nvPr/>
          </p:nvSpPr>
          <p:spPr>
            <a:xfrm>
              <a:off x="1120680" y="3792960"/>
              <a:ext cx="37440" cy="32760"/>
            </a:xfrm>
            <a:custGeom>
              <a:avLst/>
              <a:gdLst>
                <a:gd name="textAreaLeft" fmla="*/ 0 w 37440"/>
                <a:gd name="textAreaRight" fmla="*/ 38880 w 37440"/>
                <a:gd name="textAreaTop" fmla="*/ 0 h 32760"/>
                <a:gd name="textAreaBottom" fmla="*/ 34200 h 32760"/>
              </a:gdLst>
              <a:ahLst/>
              <a:cxnLst/>
              <a:rect l="textAreaLeft" t="textAreaTop" r="textAreaRight" b="textAreaBottom"/>
              <a:pathLst>
                <a:path w="434" h="383">
                  <a:moveTo>
                    <a:pt x="220" y="0"/>
                  </a:moveTo>
                  <a:cubicBezTo>
                    <a:pt x="149" y="0"/>
                    <a:pt x="79" y="43"/>
                    <a:pt x="46" y="109"/>
                  </a:cubicBezTo>
                  <a:cubicBezTo>
                    <a:pt x="0" y="201"/>
                    <a:pt x="46" y="315"/>
                    <a:pt x="137" y="360"/>
                  </a:cubicBezTo>
                  <a:cubicBezTo>
                    <a:pt x="166" y="375"/>
                    <a:pt x="197" y="383"/>
                    <a:pt x="228" y="383"/>
                  </a:cubicBezTo>
                  <a:cubicBezTo>
                    <a:pt x="294" y="383"/>
                    <a:pt x="357" y="347"/>
                    <a:pt x="388" y="269"/>
                  </a:cubicBezTo>
                  <a:cubicBezTo>
                    <a:pt x="434" y="178"/>
                    <a:pt x="388" y="64"/>
                    <a:pt x="297" y="18"/>
                  </a:cubicBezTo>
                  <a:cubicBezTo>
                    <a:pt x="272" y="6"/>
                    <a:pt x="246" y="0"/>
                    <a:pt x="220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6920" rIns="90000" bIns="169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32" name="Google Shape;241;p2"/>
            <p:cNvSpPr/>
            <p:nvPr/>
          </p:nvSpPr>
          <p:spPr>
            <a:xfrm>
              <a:off x="1557000" y="3564360"/>
              <a:ext cx="31320" cy="27720"/>
            </a:xfrm>
            <a:custGeom>
              <a:avLst/>
              <a:gdLst>
                <a:gd name="textAreaLeft" fmla="*/ 0 w 31320"/>
                <a:gd name="textAreaRight" fmla="*/ 32760 w 31320"/>
                <a:gd name="textAreaTop" fmla="*/ 0 h 27720"/>
                <a:gd name="textAreaBottom" fmla="*/ 29160 h 27720"/>
              </a:gdLst>
              <a:ahLst/>
              <a:cxnLst/>
              <a:rect l="textAreaLeft" t="textAreaTop" r="textAreaRight" b="textAreaBottom"/>
              <a:pathLst>
                <a:path w="366" h="324">
                  <a:moveTo>
                    <a:pt x="198" y="0"/>
                  </a:moveTo>
                  <a:cubicBezTo>
                    <a:pt x="135" y="0"/>
                    <a:pt x="64" y="30"/>
                    <a:pt x="46" y="100"/>
                  </a:cubicBezTo>
                  <a:cubicBezTo>
                    <a:pt x="1" y="168"/>
                    <a:pt x="24" y="283"/>
                    <a:pt x="115" y="305"/>
                  </a:cubicBezTo>
                  <a:cubicBezTo>
                    <a:pt x="140" y="318"/>
                    <a:pt x="166" y="324"/>
                    <a:pt x="190" y="324"/>
                  </a:cubicBezTo>
                  <a:cubicBezTo>
                    <a:pt x="254" y="324"/>
                    <a:pt x="310" y="286"/>
                    <a:pt x="343" y="237"/>
                  </a:cubicBezTo>
                  <a:cubicBezTo>
                    <a:pt x="366" y="146"/>
                    <a:pt x="343" y="54"/>
                    <a:pt x="252" y="9"/>
                  </a:cubicBezTo>
                  <a:cubicBezTo>
                    <a:pt x="236" y="3"/>
                    <a:pt x="217" y="0"/>
                    <a:pt x="198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4400" rIns="90000" bIns="144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33" name="Google Shape;242;p2"/>
            <p:cNvSpPr/>
            <p:nvPr/>
          </p:nvSpPr>
          <p:spPr>
            <a:xfrm>
              <a:off x="1454400" y="3610440"/>
              <a:ext cx="39600" cy="34920"/>
            </a:xfrm>
            <a:custGeom>
              <a:avLst/>
              <a:gdLst>
                <a:gd name="textAreaLeft" fmla="*/ 0 w 39600"/>
                <a:gd name="textAreaRight" fmla="*/ 41040 w 39600"/>
                <a:gd name="textAreaTop" fmla="*/ 0 h 34920"/>
                <a:gd name="textAreaBottom" fmla="*/ 36360 h 34920"/>
              </a:gdLst>
              <a:ahLst/>
              <a:cxnLst/>
              <a:rect l="textAreaLeft" t="textAreaTop" r="textAreaRight" b="textAreaBottom"/>
              <a:pathLst>
                <a:path w="458" h="406">
                  <a:moveTo>
                    <a:pt x="230" y="1"/>
                  </a:moveTo>
                  <a:cubicBezTo>
                    <a:pt x="150" y="1"/>
                    <a:pt x="80" y="43"/>
                    <a:pt x="46" y="110"/>
                  </a:cubicBezTo>
                  <a:cubicBezTo>
                    <a:pt x="1" y="224"/>
                    <a:pt x="46" y="338"/>
                    <a:pt x="137" y="384"/>
                  </a:cubicBezTo>
                  <a:cubicBezTo>
                    <a:pt x="166" y="398"/>
                    <a:pt x="200" y="406"/>
                    <a:pt x="234" y="406"/>
                  </a:cubicBezTo>
                  <a:cubicBezTo>
                    <a:pt x="306" y="406"/>
                    <a:pt x="380" y="371"/>
                    <a:pt x="411" y="293"/>
                  </a:cubicBezTo>
                  <a:cubicBezTo>
                    <a:pt x="457" y="201"/>
                    <a:pt x="411" y="64"/>
                    <a:pt x="320" y="19"/>
                  </a:cubicBezTo>
                  <a:cubicBezTo>
                    <a:pt x="289" y="6"/>
                    <a:pt x="259" y="1"/>
                    <a:pt x="230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8000" rIns="90000" bIns="180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34" name="Google Shape;243;p2"/>
            <p:cNvSpPr/>
            <p:nvPr/>
          </p:nvSpPr>
          <p:spPr>
            <a:xfrm>
              <a:off x="1603800" y="3608280"/>
              <a:ext cx="23400" cy="19800"/>
            </a:xfrm>
            <a:custGeom>
              <a:avLst/>
              <a:gdLst>
                <a:gd name="textAreaLeft" fmla="*/ 0 w 23400"/>
                <a:gd name="textAreaRight" fmla="*/ 24840 w 23400"/>
                <a:gd name="textAreaTop" fmla="*/ 0 h 19800"/>
                <a:gd name="textAreaBottom" fmla="*/ 21240 h 19800"/>
              </a:gdLst>
              <a:ahLst/>
              <a:cxnLst/>
              <a:rect l="textAreaLeft" t="textAreaTop" r="textAreaRight" b="textAreaBottom"/>
              <a:pathLst>
                <a:path w="275" h="238">
                  <a:moveTo>
                    <a:pt x="129" y="0"/>
                  </a:moveTo>
                  <a:cubicBezTo>
                    <a:pt x="95" y="0"/>
                    <a:pt x="61" y="25"/>
                    <a:pt x="46" y="69"/>
                  </a:cubicBezTo>
                  <a:cubicBezTo>
                    <a:pt x="1" y="115"/>
                    <a:pt x="24" y="184"/>
                    <a:pt x="92" y="229"/>
                  </a:cubicBezTo>
                  <a:cubicBezTo>
                    <a:pt x="103" y="235"/>
                    <a:pt x="116" y="238"/>
                    <a:pt x="130" y="238"/>
                  </a:cubicBezTo>
                  <a:cubicBezTo>
                    <a:pt x="171" y="238"/>
                    <a:pt x="218" y="212"/>
                    <a:pt x="252" y="161"/>
                  </a:cubicBezTo>
                  <a:cubicBezTo>
                    <a:pt x="275" y="115"/>
                    <a:pt x="252" y="47"/>
                    <a:pt x="183" y="24"/>
                  </a:cubicBezTo>
                  <a:cubicBezTo>
                    <a:pt x="167" y="8"/>
                    <a:pt x="148" y="0"/>
                    <a:pt x="129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440" rIns="90000" bIns="10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35" name="Google Shape;244;p2"/>
            <p:cNvSpPr/>
            <p:nvPr/>
          </p:nvSpPr>
          <p:spPr>
            <a:xfrm>
              <a:off x="1501560" y="3650400"/>
              <a:ext cx="27360" cy="2376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23760"/>
                <a:gd name="textAreaBottom" fmla="*/ 25200 h 23760"/>
              </a:gdLst>
              <a:ahLst/>
              <a:cxnLst/>
              <a:rect l="textAreaLeft" t="textAreaTop" r="textAreaRight" b="textAreaBottom"/>
              <a:pathLst>
                <a:path w="321" h="279">
                  <a:moveTo>
                    <a:pt x="175" y="1"/>
                  </a:moveTo>
                  <a:cubicBezTo>
                    <a:pt x="119" y="1"/>
                    <a:pt x="63" y="26"/>
                    <a:pt x="46" y="78"/>
                  </a:cubicBezTo>
                  <a:cubicBezTo>
                    <a:pt x="1" y="146"/>
                    <a:pt x="46" y="238"/>
                    <a:pt x="115" y="260"/>
                  </a:cubicBezTo>
                  <a:cubicBezTo>
                    <a:pt x="134" y="273"/>
                    <a:pt x="153" y="279"/>
                    <a:pt x="172" y="279"/>
                  </a:cubicBezTo>
                  <a:cubicBezTo>
                    <a:pt x="220" y="279"/>
                    <a:pt x="264" y="241"/>
                    <a:pt x="297" y="192"/>
                  </a:cubicBezTo>
                  <a:cubicBezTo>
                    <a:pt x="320" y="123"/>
                    <a:pt x="297" y="55"/>
                    <a:pt x="229" y="9"/>
                  </a:cubicBezTo>
                  <a:cubicBezTo>
                    <a:pt x="212" y="4"/>
                    <a:pt x="193" y="1"/>
                    <a:pt x="175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600" rIns="90000" bIns="126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36" name="Google Shape;245;p2"/>
            <p:cNvSpPr/>
            <p:nvPr/>
          </p:nvSpPr>
          <p:spPr>
            <a:xfrm>
              <a:off x="-86040" y="4831200"/>
              <a:ext cx="35640" cy="30960"/>
            </a:xfrm>
            <a:custGeom>
              <a:avLst/>
              <a:gdLst>
                <a:gd name="textAreaLeft" fmla="*/ 0 w 35640"/>
                <a:gd name="textAreaRight" fmla="*/ 37080 w 35640"/>
                <a:gd name="textAreaTop" fmla="*/ 0 h 30960"/>
                <a:gd name="textAreaBottom" fmla="*/ 32400 h 30960"/>
              </a:gdLst>
              <a:ahLst/>
              <a:cxnLst/>
              <a:rect l="textAreaLeft" t="textAreaTop" r="textAreaRight" b="textAreaBottom"/>
              <a:pathLst>
                <a:path w="412" h="361">
                  <a:moveTo>
                    <a:pt x="180" y="1"/>
                  </a:moveTo>
                  <a:cubicBezTo>
                    <a:pt x="118" y="1"/>
                    <a:pt x="62" y="31"/>
                    <a:pt x="47" y="92"/>
                  </a:cubicBezTo>
                  <a:cubicBezTo>
                    <a:pt x="1" y="183"/>
                    <a:pt x="24" y="297"/>
                    <a:pt x="115" y="343"/>
                  </a:cubicBezTo>
                  <a:cubicBezTo>
                    <a:pt x="139" y="355"/>
                    <a:pt x="166" y="361"/>
                    <a:pt x="192" y="361"/>
                  </a:cubicBezTo>
                  <a:cubicBezTo>
                    <a:pt x="263" y="361"/>
                    <a:pt x="333" y="319"/>
                    <a:pt x="366" y="252"/>
                  </a:cubicBezTo>
                  <a:cubicBezTo>
                    <a:pt x="412" y="160"/>
                    <a:pt x="366" y="69"/>
                    <a:pt x="275" y="23"/>
                  </a:cubicBezTo>
                  <a:cubicBezTo>
                    <a:pt x="244" y="8"/>
                    <a:pt x="211" y="1"/>
                    <a:pt x="180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6200" rIns="90000" bIns="162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37" name="Google Shape;246;p2"/>
            <p:cNvSpPr/>
            <p:nvPr/>
          </p:nvSpPr>
          <p:spPr>
            <a:xfrm>
              <a:off x="1560960" y="4116240"/>
              <a:ext cx="39600" cy="34200"/>
            </a:xfrm>
            <a:custGeom>
              <a:avLst/>
              <a:gdLst>
                <a:gd name="textAreaLeft" fmla="*/ 0 w 39600"/>
                <a:gd name="textAreaRight" fmla="*/ 41040 w 39600"/>
                <a:gd name="textAreaTop" fmla="*/ 0 h 34200"/>
                <a:gd name="textAreaBottom" fmla="*/ 35640 h 34200"/>
              </a:gdLst>
              <a:ahLst/>
              <a:cxnLst/>
              <a:rect l="textAreaLeft" t="textAreaTop" r="textAreaRight" b="textAreaBottom"/>
              <a:pathLst>
                <a:path w="457" h="398">
                  <a:moveTo>
                    <a:pt x="214" y="0"/>
                  </a:moveTo>
                  <a:cubicBezTo>
                    <a:pt x="140" y="0"/>
                    <a:pt x="77" y="36"/>
                    <a:pt x="46" y="114"/>
                  </a:cubicBezTo>
                  <a:cubicBezTo>
                    <a:pt x="0" y="205"/>
                    <a:pt x="46" y="319"/>
                    <a:pt x="137" y="365"/>
                  </a:cubicBezTo>
                  <a:cubicBezTo>
                    <a:pt x="167" y="387"/>
                    <a:pt x="201" y="397"/>
                    <a:pt x="235" y="397"/>
                  </a:cubicBezTo>
                  <a:cubicBezTo>
                    <a:pt x="307" y="397"/>
                    <a:pt x="380" y="351"/>
                    <a:pt x="411" y="274"/>
                  </a:cubicBezTo>
                  <a:cubicBezTo>
                    <a:pt x="457" y="182"/>
                    <a:pt x="411" y="68"/>
                    <a:pt x="320" y="22"/>
                  </a:cubicBezTo>
                  <a:cubicBezTo>
                    <a:pt x="284" y="8"/>
                    <a:pt x="248" y="0"/>
                    <a:pt x="214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7640" rIns="90000" bIns="176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38" name="Google Shape;247;p2"/>
            <p:cNvSpPr/>
            <p:nvPr/>
          </p:nvSpPr>
          <p:spPr>
            <a:xfrm>
              <a:off x="1108440" y="3936960"/>
              <a:ext cx="19080" cy="16560"/>
            </a:xfrm>
            <a:custGeom>
              <a:avLst/>
              <a:gdLst>
                <a:gd name="textAreaLeft" fmla="*/ 0 w 19080"/>
                <a:gd name="textAreaRight" fmla="*/ 20520 w 19080"/>
                <a:gd name="textAreaTop" fmla="*/ 0 h 16560"/>
                <a:gd name="textAreaBottom" fmla="*/ 18000 h 16560"/>
              </a:gdLst>
              <a:ahLst/>
              <a:cxnLst/>
              <a:rect l="textAreaLeft" t="textAreaTop" r="textAreaRight" b="textAreaBottom"/>
              <a:pathLst>
                <a:path w="229" h="202">
                  <a:moveTo>
                    <a:pt x="120" y="1"/>
                  </a:moveTo>
                  <a:cubicBezTo>
                    <a:pt x="81" y="1"/>
                    <a:pt x="40" y="22"/>
                    <a:pt x="23" y="55"/>
                  </a:cubicBezTo>
                  <a:cubicBezTo>
                    <a:pt x="0" y="101"/>
                    <a:pt x="23" y="170"/>
                    <a:pt x="69" y="192"/>
                  </a:cubicBezTo>
                  <a:cubicBezTo>
                    <a:pt x="81" y="199"/>
                    <a:pt x="95" y="201"/>
                    <a:pt x="109" y="201"/>
                  </a:cubicBezTo>
                  <a:cubicBezTo>
                    <a:pt x="148" y="201"/>
                    <a:pt x="189" y="180"/>
                    <a:pt x="205" y="147"/>
                  </a:cubicBezTo>
                  <a:cubicBezTo>
                    <a:pt x="228" y="101"/>
                    <a:pt x="205" y="33"/>
                    <a:pt x="160" y="10"/>
                  </a:cubicBezTo>
                  <a:cubicBezTo>
                    <a:pt x="148" y="4"/>
                    <a:pt x="134" y="1"/>
                    <a:pt x="120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000" rIns="90000" bIns="90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39" name="Google Shape;248;p2"/>
            <p:cNvSpPr/>
            <p:nvPr/>
          </p:nvSpPr>
          <p:spPr>
            <a:xfrm>
              <a:off x="-36720" y="4240440"/>
              <a:ext cx="29520" cy="26640"/>
            </a:xfrm>
            <a:custGeom>
              <a:avLst/>
              <a:gdLst>
                <a:gd name="textAreaLeft" fmla="*/ 0 w 29520"/>
                <a:gd name="textAreaRight" fmla="*/ 30960 w 29520"/>
                <a:gd name="textAreaTop" fmla="*/ 0 h 26640"/>
                <a:gd name="textAreaBottom" fmla="*/ 28080 h 26640"/>
              </a:gdLst>
              <a:ahLst/>
              <a:cxnLst/>
              <a:rect l="textAreaLeft" t="textAreaTop" r="textAreaRight" b="textAreaBottom"/>
              <a:pathLst>
                <a:path w="344" h="314">
                  <a:moveTo>
                    <a:pt x="188" y="1"/>
                  </a:moveTo>
                  <a:cubicBezTo>
                    <a:pt x="120" y="1"/>
                    <a:pt x="58" y="31"/>
                    <a:pt x="24" y="100"/>
                  </a:cubicBezTo>
                  <a:cubicBezTo>
                    <a:pt x="1" y="169"/>
                    <a:pt x="24" y="260"/>
                    <a:pt x="115" y="306"/>
                  </a:cubicBezTo>
                  <a:cubicBezTo>
                    <a:pt x="131" y="311"/>
                    <a:pt x="148" y="314"/>
                    <a:pt x="166" y="314"/>
                  </a:cubicBezTo>
                  <a:cubicBezTo>
                    <a:pt x="224" y="314"/>
                    <a:pt x="285" y="284"/>
                    <a:pt x="320" y="214"/>
                  </a:cubicBezTo>
                  <a:cubicBezTo>
                    <a:pt x="343" y="146"/>
                    <a:pt x="320" y="55"/>
                    <a:pt x="252" y="9"/>
                  </a:cubicBezTo>
                  <a:cubicBezTo>
                    <a:pt x="230" y="4"/>
                    <a:pt x="209" y="1"/>
                    <a:pt x="188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4040" rIns="90000" bIns="140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40" name="Google Shape;249;p2"/>
            <p:cNvSpPr/>
            <p:nvPr/>
          </p:nvSpPr>
          <p:spPr>
            <a:xfrm>
              <a:off x="2384640" y="3230280"/>
              <a:ext cx="29520" cy="25560"/>
            </a:xfrm>
            <a:custGeom>
              <a:avLst/>
              <a:gdLst>
                <a:gd name="textAreaLeft" fmla="*/ 0 w 29520"/>
                <a:gd name="textAreaRight" fmla="*/ 30960 w 29520"/>
                <a:gd name="textAreaTop" fmla="*/ 0 h 25560"/>
                <a:gd name="textAreaBottom" fmla="*/ 27000 h 25560"/>
              </a:gdLst>
              <a:ahLst/>
              <a:cxnLst/>
              <a:rect l="textAreaLeft" t="textAreaTop" r="textAreaRight" b="textAreaBottom"/>
              <a:pathLst>
                <a:path w="343" h="302">
                  <a:moveTo>
                    <a:pt x="174" y="1"/>
                  </a:moveTo>
                  <a:cubicBezTo>
                    <a:pt x="119" y="1"/>
                    <a:pt x="63" y="26"/>
                    <a:pt x="46" y="78"/>
                  </a:cubicBezTo>
                  <a:cubicBezTo>
                    <a:pt x="0" y="146"/>
                    <a:pt x="46" y="237"/>
                    <a:pt x="114" y="283"/>
                  </a:cubicBezTo>
                  <a:cubicBezTo>
                    <a:pt x="133" y="296"/>
                    <a:pt x="154" y="301"/>
                    <a:pt x="176" y="301"/>
                  </a:cubicBezTo>
                  <a:cubicBezTo>
                    <a:pt x="230" y="301"/>
                    <a:pt x="287" y="264"/>
                    <a:pt x="320" y="215"/>
                  </a:cubicBezTo>
                  <a:cubicBezTo>
                    <a:pt x="343" y="146"/>
                    <a:pt x="320" y="55"/>
                    <a:pt x="228" y="9"/>
                  </a:cubicBezTo>
                  <a:cubicBezTo>
                    <a:pt x="211" y="3"/>
                    <a:pt x="193" y="1"/>
                    <a:pt x="174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3320" rIns="90000" bIns="133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41" name="Google Shape;250;p2"/>
            <p:cNvSpPr/>
            <p:nvPr/>
          </p:nvSpPr>
          <p:spPr>
            <a:xfrm>
              <a:off x="1323360" y="3706920"/>
              <a:ext cx="35640" cy="30600"/>
            </a:xfrm>
            <a:custGeom>
              <a:avLst/>
              <a:gdLst>
                <a:gd name="textAreaLeft" fmla="*/ 0 w 35640"/>
                <a:gd name="textAreaRight" fmla="*/ 37080 w 35640"/>
                <a:gd name="textAreaTop" fmla="*/ 0 h 30600"/>
                <a:gd name="textAreaBottom" fmla="*/ 32040 h 30600"/>
              </a:gdLst>
              <a:ahLst/>
              <a:cxnLst/>
              <a:rect l="textAreaLeft" t="textAreaTop" r="textAreaRight" b="textAreaBottom"/>
              <a:pathLst>
                <a:path w="412" h="356">
                  <a:moveTo>
                    <a:pt x="202" y="1"/>
                  </a:moveTo>
                  <a:cubicBezTo>
                    <a:pt x="138" y="1"/>
                    <a:pt x="80" y="43"/>
                    <a:pt x="46" y="110"/>
                  </a:cubicBezTo>
                  <a:cubicBezTo>
                    <a:pt x="1" y="178"/>
                    <a:pt x="46" y="292"/>
                    <a:pt x="115" y="338"/>
                  </a:cubicBezTo>
                  <a:cubicBezTo>
                    <a:pt x="139" y="350"/>
                    <a:pt x="165" y="356"/>
                    <a:pt x="191" y="356"/>
                  </a:cubicBezTo>
                  <a:cubicBezTo>
                    <a:pt x="262" y="356"/>
                    <a:pt x="332" y="314"/>
                    <a:pt x="366" y="247"/>
                  </a:cubicBezTo>
                  <a:cubicBezTo>
                    <a:pt x="412" y="178"/>
                    <a:pt x="366" y="64"/>
                    <a:pt x="275" y="18"/>
                  </a:cubicBezTo>
                  <a:cubicBezTo>
                    <a:pt x="250" y="6"/>
                    <a:pt x="226" y="1"/>
                    <a:pt x="202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840" rIns="90000" bIns="158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42" name="Google Shape;251;p2"/>
            <p:cNvSpPr/>
            <p:nvPr/>
          </p:nvSpPr>
          <p:spPr>
            <a:xfrm>
              <a:off x="1413360" y="3667680"/>
              <a:ext cx="29520" cy="25200"/>
            </a:xfrm>
            <a:custGeom>
              <a:avLst/>
              <a:gdLst>
                <a:gd name="textAreaLeft" fmla="*/ 0 w 29520"/>
                <a:gd name="textAreaRight" fmla="*/ 30960 w 29520"/>
                <a:gd name="textAreaTop" fmla="*/ 0 h 25200"/>
                <a:gd name="textAreaBottom" fmla="*/ 26640 h 25200"/>
              </a:gdLst>
              <a:ahLst/>
              <a:cxnLst/>
              <a:rect l="textAreaLeft" t="textAreaTop" r="textAreaRight" b="textAreaBottom"/>
              <a:pathLst>
                <a:path w="343" h="298">
                  <a:moveTo>
                    <a:pt x="178" y="1"/>
                  </a:moveTo>
                  <a:cubicBezTo>
                    <a:pt x="127" y="1"/>
                    <a:pt x="76" y="31"/>
                    <a:pt x="46" y="92"/>
                  </a:cubicBezTo>
                  <a:cubicBezTo>
                    <a:pt x="0" y="161"/>
                    <a:pt x="46" y="252"/>
                    <a:pt x="114" y="275"/>
                  </a:cubicBezTo>
                  <a:cubicBezTo>
                    <a:pt x="137" y="290"/>
                    <a:pt x="162" y="298"/>
                    <a:pt x="188" y="298"/>
                  </a:cubicBezTo>
                  <a:cubicBezTo>
                    <a:pt x="238" y="298"/>
                    <a:pt x="289" y="267"/>
                    <a:pt x="320" y="206"/>
                  </a:cubicBezTo>
                  <a:cubicBezTo>
                    <a:pt x="342" y="138"/>
                    <a:pt x="320" y="47"/>
                    <a:pt x="251" y="24"/>
                  </a:cubicBezTo>
                  <a:cubicBezTo>
                    <a:pt x="228" y="9"/>
                    <a:pt x="203" y="1"/>
                    <a:pt x="178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3320" rIns="90000" bIns="133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43" name="Google Shape;252;p2"/>
            <p:cNvSpPr/>
            <p:nvPr/>
          </p:nvSpPr>
          <p:spPr>
            <a:xfrm>
              <a:off x="2072880" y="3391200"/>
              <a:ext cx="33480" cy="2880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28800"/>
                <a:gd name="textAreaBottom" fmla="*/ 30240 h 28800"/>
              </a:gdLst>
              <a:ahLst/>
              <a:cxnLst/>
              <a:rect l="textAreaLeft" t="textAreaTop" r="textAreaRight" b="textAreaBottom"/>
              <a:pathLst>
                <a:path w="389" h="335">
                  <a:moveTo>
                    <a:pt x="199" y="1"/>
                  </a:moveTo>
                  <a:cubicBezTo>
                    <a:pt x="136" y="1"/>
                    <a:pt x="79" y="38"/>
                    <a:pt x="46" y="88"/>
                  </a:cubicBezTo>
                  <a:cubicBezTo>
                    <a:pt x="1" y="179"/>
                    <a:pt x="46" y="270"/>
                    <a:pt x="115" y="316"/>
                  </a:cubicBezTo>
                  <a:cubicBezTo>
                    <a:pt x="140" y="329"/>
                    <a:pt x="166" y="334"/>
                    <a:pt x="190" y="334"/>
                  </a:cubicBezTo>
                  <a:cubicBezTo>
                    <a:pt x="254" y="334"/>
                    <a:pt x="310" y="297"/>
                    <a:pt x="343" y="248"/>
                  </a:cubicBezTo>
                  <a:cubicBezTo>
                    <a:pt x="389" y="156"/>
                    <a:pt x="343" y="65"/>
                    <a:pt x="275" y="19"/>
                  </a:cubicBezTo>
                  <a:cubicBezTo>
                    <a:pt x="249" y="7"/>
                    <a:pt x="224" y="1"/>
                    <a:pt x="199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120" rIns="90000" bIns="151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44" name="Google Shape;253;p2"/>
            <p:cNvSpPr/>
            <p:nvPr/>
          </p:nvSpPr>
          <p:spPr>
            <a:xfrm>
              <a:off x="766080" y="3603960"/>
              <a:ext cx="35640" cy="30960"/>
            </a:xfrm>
            <a:custGeom>
              <a:avLst/>
              <a:gdLst>
                <a:gd name="textAreaLeft" fmla="*/ 0 w 35640"/>
                <a:gd name="textAreaRight" fmla="*/ 37080 w 35640"/>
                <a:gd name="textAreaTop" fmla="*/ 0 h 30960"/>
                <a:gd name="textAreaBottom" fmla="*/ 32400 h 30960"/>
              </a:gdLst>
              <a:ahLst/>
              <a:cxnLst/>
              <a:rect l="textAreaLeft" t="textAreaTop" r="textAreaRight" b="textAreaBottom"/>
              <a:pathLst>
                <a:path w="412" h="362">
                  <a:moveTo>
                    <a:pt x="179" y="0"/>
                  </a:moveTo>
                  <a:cubicBezTo>
                    <a:pt x="117" y="0"/>
                    <a:pt x="61" y="31"/>
                    <a:pt x="46" y="92"/>
                  </a:cubicBezTo>
                  <a:cubicBezTo>
                    <a:pt x="0" y="183"/>
                    <a:pt x="23" y="297"/>
                    <a:pt x="114" y="343"/>
                  </a:cubicBezTo>
                  <a:cubicBezTo>
                    <a:pt x="140" y="355"/>
                    <a:pt x="167" y="361"/>
                    <a:pt x="194" y="361"/>
                  </a:cubicBezTo>
                  <a:cubicBezTo>
                    <a:pt x="264" y="361"/>
                    <a:pt x="333" y="324"/>
                    <a:pt x="365" y="274"/>
                  </a:cubicBezTo>
                  <a:cubicBezTo>
                    <a:pt x="411" y="183"/>
                    <a:pt x="365" y="69"/>
                    <a:pt x="274" y="23"/>
                  </a:cubicBezTo>
                  <a:cubicBezTo>
                    <a:pt x="244" y="8"/>
                    <a:pt x="211" y="0"/>
                    <a:pt x="179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6200" rIns="90000" bIns="162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45" name="Google Shape;254;p2"/>
            <p:cNvSpPr/>
            <p:nvPr/>
          </p:nvSpPr>
          <p:spPr>
            <a:xfrm>
              <a:off x="3080880" y="5701680"/>
              <a:ext cx="31320" cy="27000"/>
            </a:xfrm>
            <a:custGeom>
              <a:avLst/>
              <a:gdLst>
                <a:gd name="textAreaLeft" fmla="*/ 0 w 31320"/>
                <a:gd name="textAreaRight" fmla="*/ 32760 w 31320"/>
                <a:gd name="textAreaTop" fmla="*/ 0 h 27000"/>
                <a:gd name="textAreaBottom" fmla="*/ 28440 h 27000"/>
              </a:gdLst>
              <a:ahLst/>
              <a:cxnLst/>
              <a:rect l="textAreaLeft" t="textAreaTop" r="textAreaRight" b="textAreaBottom"/>
              <a:pathLst>
                <a:path w="367" h="316">
                  <a:moveTo>
                    <a:pt x="178" y="0"/>
                  </a:moveTo>
                  <a:cubicBezTo>
                    <a:pt x="128" y="0"/>
                    <a:pt x="77" y="31"/>
                    <a:pt x="46" y="92"/>
                  </a:cubicBezTo>
                  <a:cubicBezTo>
                    <a:pt x="1" y="160"/>
                    <a:pt x="46" y="251"/>
                    <a:pt x="115" y="297"/>
                  </a:cubicBezTo>
                  <a:cubicBezTo>
                    <a:pt x="140" y="310"/>
                    <a:pt x="166" y="316"/>
                    <a:pt x="190" y="316"/>
                  </a:cubicBezTo>
                  <a:cubicBezTo>
                    <a:pt x="252" y="316"/>
                    <a:pt x="304" y="278"/>
                    <a:pt x="320" y="229"/>
                  </a:cubicBezTo>
                  <a:cubicBezTo>
                    <a:pt x="366" y="137"/>
                    <a:pt x="343" y="46"/>
                    <a:pt x="252" y="23"/>
                  </a:cubicBezTo>
                  <a:cubicBezTo>
                    <a:pt x="229" y="8"/>
                    <a:pt x="204" y="0"/>
                    <a:pt x="178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4040" rIns="90000" bIns="140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46" name="Google Shape;255;p2"/>
            <p:cNvSpPr/>
            <p:nvPr/>
          </p:nvSpPr>
          <p:spPr>
            <a:xfrm>
              <a:off x="2910960" y="5255640"/>
              <a:ext cx="35640" cy="30600"/>
            </a:xfrm>
            <a:custGeom>
              <a:avLst/>
              <a:gdLst>
                <a:gd name="textAreaLeft" fmla="*/ 0 w 35640"/>
                <a:gd name="textAreaRight" fmla="*/ 37080 w 35640"/>
                <a:gd name="textAreaTop" fmla="*/ 0 h 30600"/>
                <a:gd name="textAreaBottom" fmla="*/ 32040 h 30600"/>
              </a:gdLst>
              <a:ahLst/>
              <a:cxnLst/>
              <a:rect l="textAreaLeft" t="textAreaTop" r="textAreaRight" b="textAreaBottom"/>
              <a:pathLst>
                <a:path w="412" h="357">
                  <a:moveTo>
                    <a:pt x="217" y="1"/>
                  </a:moveTo>
                  <a:cubicBezTo>
                    <a:pt x="147" y="1"/>
                    <a:pt x="79" y="38"/>
                    <a:pt x="46" y="88"/>
                  </a:cubicBezTo>
                  <a:cubicBezTo>
                    <a:pt x="0" y="179"/>
                    <a:pt x="46" y="293"/>
                    <a:pt x="137" y="339"/>
                  </a:cubicBezTo>
                  <a:cubicBezTo>
                    <a:pt x="162" y="351"/>
                    <a:pt x="188" y="357"/>
                    <a:pt x="213" y="357"/>
                  </a:cubicBezTo>
                  <a:cubicBezTo>
                    <a:pt x="283" y="357"/>
                    <a:pt x="349" y="314"/>
                    <a:pt x="366" y="248"/>
                  </a:cubicBezTo>
                  <a:cubicBezTo>
                    <a:pt x="411" y="156"/>
                    <a:pt x="388" y="65"/>
                    <a:pt x="297" y="19"/>
                  </a:cubicBezTo>
                  <a:cubicBezTo>
                    <a:pt x="272" y="7"/>
                    <a:pt x="244" y="1"/>
                    <a:pt x="217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840" rIns="90000" bIns="158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47" name="Google Shape;256;p2"/>
            <p:cNvSpPr/>
            <p:nvPr/>
          </p:nvSpPr>
          <p:spPr>
            <a:xfrm>
              <a:off x="536760" y="4410360"/>
              <a:ext cx="23400" cy="18720"/>
            </a:xfrm>
            <a:custGeom>
              <a:avLst/>
              <a:gdLst>
                <a:gd name="textAreaLeft" fmla="*/ 0 w 23400"/>
                <a:gd name="textAreaRight" fmla="*/ 24840 w 23400"/>
                <a:gd name="textAreaTop" fmla="*/ 0 h 18720"/>
                <a:gd name="textAreaBottom" fmla="*/ 20160 h 18720"/>
              </a:gdLst>
              <a:ahLst/>
              <a:cxnLst/>
              <a:rect l="textAreaLeft" t="textAreaTop" r="textAreaRight" b="textAreaBottom"/>
              <a:pathLst>
                <a:path w="275" h="224">
                  <a:moveTo>
                    <a:pt x="129" y="1"/>
                  </a:moveTo>
                  <a:cubicBezTo>
                    <a:pt x="81" y="1"/>
                    <a:pt x="40" y="22"/>
                    <a:pt x="24" y="55"/>
                  </a:cubicBezTo>
                  <a:cubicBezTo>
                    <a:pt x="1" y="124"/>
                    <a:pt x="24" y="192"/>
                    <a:pt x="69" y="215"/>
                  </a:cubicBezTo>
                  <a:cubicBezTo>
                    <a:pt x="88" y="221"/>
                    <a:pt x="106" y="224"/>
                    <a:pt x="123" y="224"/>
                  </a:cubicBezTo>
                  <a:cubicBezTo>
                    <a:pt x="171" y="224"/>
                    <a:pt x="212" y="203"/>
                    <a:pt x="229" y="169"/>
                  </a:cubicBezTo>
                  <a:cubicBezTo>
                    <a:pt x="275" y="101"/>
                    <a:pt x="252" y="32"/>
                    <a:pt x="183" y="9"/>
                  </a:cubicBezTo>
                  <a:cubicBezTo>
                    <a:pt x="165" y="3"/>
                    <a:pt x="147" y="1"/>
                    <a:pt x="129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080" rIns="9000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48" name="Google Shape;257;p2"/>
            <p:cNvSpPr/>
            <p:nvPr/>
          </p:nvSpPr>
          <p:spPr>
            <a:xfrm>
              <a:off x="858240" y="4159080"/>
              <a:ext cx="33480" cy="2952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29520"/>
                <a:gd name="textAreaBottom" fmla="*/ 30960 h 29520"/>
              </a:gdLst>
              <a:ahLst/>
              <a:cxnLst/>
              <a:rect l="textAreaLeft" t="textAreaTop" r="textAreaRight" b="textAreaBottom"/>
              <a:pathLst>
                <a:path w="389" h="344">
                  <a:moveTo>
                    <a:pt x="179" y="1"/>
                  </a:moveTo>
                  <a:cubicBezTo>
                    <a:pt x="114" y="1"/>
                    <a:pt x="54" y="31"/>
                    <a:pt x="23" y="92"/>
                  </a:cubicBezTo>
                  <a:cubicBezTo>
                    <a:pt x="0" y="184"/>
                    <a:pt x="23" y="298"/>
                    <a:pt x="114" y="321"/>
                  </a:cubicBezTo>
                  <a:cubicBezTo>
                    <a:pt x="145" y="336"/>
                    <a:pt x="175" y="343"/>
                    <a:pt x="204" y="343"/>
                  </a:cubicBezTo>
                  <a:cubicBezTo>
                    <a:pt x="262" y="343"/>
                    <a:pt x="312" y="313"/>
                    <a:pt x="343" y="252"/>
                  </a:cubicBezTo>
                  <a:cubicBezTo>
                    <a:pt x="388" y="161"/>
                    <a:pt x="343" y="69"/>
                    <a:pt x="274" y="24"/>
                  </a:cubicBezTo>
                  <a:cubicBezTo>
                    <a:pt x="244" y="9"/>
                    <a:pt x="211" y="1"/>
                    <a:pt x="179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480" rIns="90000" bIns="154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49" name="Google Shape;258;p2"/>
            <p:cNvSpPr/>
            <p:nvPr/>
          </p:nvSpPr>
          <p:spPr>
            <a:xfrm>
              <a:off x="1022400" y="4552920"/>
              <a:ext cx="27360" cy="2448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24480"/>
                <a:gd name="textAreaBottom" fmla="*/ 25920 h 24480"/>
              </a:gdLst>
              <a:ahLst/>
              <a:cxnLst/>
              <a:rect l="textAreaLeft" t="textAreaTop" r="textAreaRight" b="textAreaBottom"/>
              <a:pathLst>
                <a:path w="320" h="289">
                  <a:moveTo>
                    <a:pt x="167" y="1"/>
                  </a:moveTo>
                  <a:cubicBezTo>
                    <a:pt x="113" y="1"/>
                    <a:pt x="56" y="38"/>
                    <a:pt x="23" y="88"/>
                  </a:cubicBezTo>
                  <a:cubicBezTo>
                    <a:pt x="0" y="156"/>
                    <a:pt x="23" y="248"/>
                    <a:pt x="92" y="270"/>
                  </a:cubicBezTo>
                  <a:cubicBezTo>
                    <a:pt x="111" y="283"/>
                    <a:pt x="132" y="289"/>
                    <a:pt x="153" y="289"/>
                  </a:cubicBezTo>
                  <a:cubicBezTo>
                    <a:pt x="208" y="289"/>
                    <a:pt x="264" y="251"/>
                    <a:pt x="297" y="202"/>
                  </a:cubicBezTo>
                  <a:cubicBezTo>
                    <a:pt x="320" y="133"/>
                    <a:pt x="297" y="65"/>
                    <a:pt x="229" y="19"/>
                  </a:cubicBezTo>
                  <a:cubicBezTo>
                    <a:pt x="210" y="7"/>
                    <a:pt x="189" y="1"/>
                    <a:pt x="167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50" name="Google Shape;259;p2"/>
            <p:cNvSpPr/>
            <p:nvPr/>
          </p:nvSpPr>
          <p:spPr>
            <a:xfrm>
              <a:off x="3791880" y="7052760"/>
              <a:ext cx="23400" cy="18000"/>
            </a:xfrm>
            <a:custGeom>
              <a:avLst/>
              <a:gdLst>
                <a:gd name="textAreaLeft" fmla="*/ 0 w 23400"/>
                <a:gd name="textAreaRight" fmla="*/ 24840 w 23400"/>
                <a:gd name="textAreaTop" fmla="*/ 0 h 18000"/>
                <a:gd name="textAreaBottom" fmla="*/ 19440 h 18000"/>
              </a:gdLst>
              <a:ahLst/>
              <a:cxnLst/>
              <a:rect l="textAreaLeft" t="textAreaTop" r="textAreaRight" b="textAreaBottom"/>
              <a:pathLst>
                <a:path w="275" h="215">
                  <a:moveTo>
                    <a:pt x="129" y="1"/>
                  </a:moveTo>
                  <a:cubicBezTo>
                    <a:pt x="73" y="1"/>
                    <a:pt x="17" y="26"/>
                    <a:pt x="0" y="78"/>
                  </a:cubicBezTo>
                  <a:lnTo>
                    <a:pt x="251" y="214"/>
                  </a:lnTo>
                  <a:cubicBezTo>
                    <a:pt x="274" y="146"/>
                    <a:pt x="251" y="55"/>
                    <a:pt x="183" y="9"/>
                  </a:cubicBezTo>
                  <a:cubicBezTo>
                    <a:pt x="166" y="3"/>
                    <a:pt x="147" y="1"/>
                    <a:pt x="129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720" rIns="90000" bIns="97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51" name="Google Shape;260;p2"/>
            <p:cNvSpPr/>
            <p:nvPr/>
          </p:nvSpPr>
          <p:spPr>
            <a:xfrm>
              <a:off x="-456840" y="4155120"/>
              <a:ext cx="27360" cy="2412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24120"/>
                <a:gd name="textAreaBottom" fmla="*/ 25560 h 24120"/>
              </a:gdLst>
              <a:ahLst/>
              <a:cxnLst/>
              <a:rect l="textAreaLeft" t="textAreaTop" r="textAreaRight" b="textAreaBottom"/>
              <a:pathLst>
                <a:path w="321" h="284">
                  <a:moveTo>
                    <a:pt x="150" y="0"/>
                  </a:moveTo>
                  <a:cubicBezTo>
                    <a:pt x="101" y="0"/>
                    <a:pt x="53" y="26"/>
                    <a:pt x="23" y="70"/>
                  </a:cubicBezTo>
                  <a:cubicBezTo>
                    <a:pt x="1" y="138"/>
                    <a:pt x="23" y="230"/>
                    <a:pt x="92" y="275"/>
                  </a:cubicBezTo>
                  <a:cubicBezTo>
                    <a:pt x="109" y="281"/>
                    <a:pt x="127" y="284"/>
                    <a:pt x="146" y="284"/>
                  </a:cubicBezTo>
                  <a:cubicBezTo>
                    <a:pt x="202" y="284"/>
                    <a:pt x="257" y="258"/>
                    <a:pt x="274" y="207"/>
                  </a:cubicBezTo>
                  <a:cubicBezTo>
                    <a:pt x="320" y="138"/>
                    <a:pt x="297" y="47"/>
                    <a:pt x="229" y="24"/>
                  </a:cubicBezTo>
                  <a:cubicBezTo>
                    <a:pt x="205" y="8"/>
                    <a:pt x="177" y="0"/>
                    <a:pt x="150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600" rIns="90000" bIns="126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52" name="Google Shape;261;p2"/>
            <p:cNvSpPr/>
            <p:nvPr/>
          </p:nvSpPr>
          <p:spPr>
            <a:xfrm>
              <a:off x="-505800" y="4244400"/>
              <a:ext cx="21240" cy="18720"/>
            </a:xfrm>
            <a:custGeom>
              <a:avLst/>
              <a:gdLst>
                <a:gd name="textAreaLeft" fmla="*/ 0 w 21240"/>
                <a:gd name="textAreaRight" fmla="*/ 22680 w 21240"/>
                <a:gd name="textAreaTop" fmla="*/ 0 h 18720"/>
                <a:gd name="textAreaBottom" fmla="*/ 20160 h 18720"/>
              </a:gdLst>
              <a:ahLst/>
              <a:cxnLst/>
              <a:rect l="textAreaLeft" t="textAreaTop" r="textAreaRight" b="textAreaBottom"/>
              <a:pathLst>
                <a:path w="252" h="224">
                  <a:moveTo>
                    <a:pt x="129" y="1"/>
                  </a:moveTo>
                  <a:cubicBezTo>
                    <a:pt x="81" y="1"/>
                    <a:pt x="40" y="22"/>
                    <a:pt x="24" y="55"/>
                  </a:cubicBezTo>
                  <a:cubicBezTo>
                    <a:pt x="1" y="124"/>
                    <a:pt x="24" y="192"/>
                    <a:pt x="69" y="215"/>
                  </a:cubicBezTo>
                  <a:cubicBezTo>
                    <a:pt x="86" y="221"/>
                    <a:pt x="103" y="224"/>
                    <a:pt x="120" y="224"/>
                  </a:cubicBezTo>
                  <a:cubicBezTo>
                    <a:pt x="169" y="224"/>
                    <a:pt x="212" y="198"/>
                    <a:pt x="229" y="147"/>
                  </a:cubicBezTo>
                  <a:cubicBezTo>
                    <a:pt x="252" y="101"/>
                    <a:pt x="229" y="32"/>
                    <a:pt x="183" y="10"/>
                  </a:cubicBezTo>
                  <a:cubicBezTo>
                    <a:pt x="165" y="4"/>
                    <a:pt x="147" y="1"/>
                    <a:pt x="129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080" rIns="9000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53" name="Google Shape;262;p2"/>
            <p:cNvSpPr/>
            <p:nvPr/>
          </p:nvSpPr>
          <p:spPr>
            <a:xfrm>
              <a:off x="1101960" y="5792040"/>
              <a:ext cx="33480" cy="2304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23040"/>
                <a:gd name="textAreaBottom" fmla="*/ 24480 h 23040"/>
              </a:gdLst>
              <a:ahLst/>
              <a:cxnLst/>
              <a:rect l="textAreaLeft" t="textAreaTop" r="textAreaRight" b="textAreaBottom"/>
              <a:pathLst>
                <a:path w="389" h="274">
                  <a:moveTo>
                    <a:pt x="161" y="0"/>
                  </a:moveTo>
                  <a:cubicBezTo>
                    <a:pt x="95" y="0"/>
                    <a:pt x="32" y="36"/>
                    <a:pt x="1" y="114"/>
                  </a:cubicBezTo>
                  <a:lnTo>
                    <a:pt x="343" y="274"/>
                  </a:lnTo>
                  <a:cubicBezTo>
                    <a:pt x="389" y="182"/>
                    <a:pt x="366" y="68"/>
                    <a:pt x="252" y="23"/>
                  </a:cubicBezTo>
                  <a:cubicBezTo>
                    <a:pt x="223" y="8"/>
                    <a:pt x="192" y="0"/>
                    <a:pt x="161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240" rIns="90000" bIns="122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54" name="Google Shape;263;p2"/>
            <p:cNvSpPr/>
            <p:nvPr/>
          </p:nvSpPr>
          <p:spPr>
            <a:xfrm>
              <a:off x="3746880" y="4912200"/>
              <a:ext cx="29520" cy="25560"/>
            </a:xfrm>
            <a:custGeom>
              <a:avLst/>
              <a:gdLst>
                <a:gd name="textAreaLeft" fmla="*/ 0 w 29520"/>
                <a:gd name="textAreaRight" fmla="*/ 30960 w 29520"/>
                <a:gd name="textAreaTop" fmla="*/ 0 h 25560"/>
                <a:gd name="textAreaBottom" fmla="*/ 27000 h 25560"/>
              </a:gdLst>
              <a:ahLst/>
              <a:cxnLst/>
              <a:rect l="textAreaLeft" t="textAreaTop" r="textAreaRight" b="textAreaBottom"/>
              <a:pathLst>
                <a:path w="343" h="301">
                  <a:moveTo>
                    <a:pt x="174" y="0"/>
                  </a:moveTo>
                  <a:cubicBezTo>
                    <a:pt x="117" y="0"/>
                    <a:pt x="57" y="26"/>
                    <a:pt x="23" y="77"/>
                  </a:cubicBezTo>
                  <a:cubicBezTo>
                    <a:pt x="0" y="168"/>
                    <a:pt x="23" y="260"/>
                    <a:pt x="114" y="283"/>
                  </a:cubicBezTo>
                  <a:cubicBezTo>
                    <a:pt x="133" y="295"/>
                    <a:pt x="154" y="301"/>
                    <a:pt x="175" y="301"/>
                  </a:cubicBezTo>
                  <a:cubicBezTo>
                    <a:pt x="228" y="301"/>
                    <a:pt x="280" y="263"/>
                    <a:pt x="297" y="214"/>
                  </a:cubicBezTo>
                  <a:cubicBezTo>
                    <a:pt x="342" y="146"/>
                    <a:pt x="297" y="54"/>
                    <a:pt x="228" y="9"/>
                  </a:cubicBezTo>
                  <a:cubicBezTo>
                    <a:pt x="211" y="3"/>
                    <a:pt x="193" y="0"/>
                    <a:pt x="174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3320" rIns="90000" bIns="133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55" name="Google Shape;264;p2"/>
            <p:cNvSpPr/>
            <p:nvPr/>
          </p:nvSpPr>
          <p:spPr>
            <a:xfrm>
              <a:off x="4223880" y="4881600"/>
              <a:ext cx="29520" cy="25560"/>
            </a:xfrm>
            <a:custGeom>
              <a:avLst/>
              <a:gdLst>
                <a:gd name="textAreaLeft" fmla="*/ 0 w 29520"/>
                <a:gd name="textAreaRight" fmla="*/ 30960 w 29520"/>
                <a:gd name="textAreaTop" fmla="*/ 0 h 25560"/>
                <a:gd name="textAreaBottom" fmla="*/ 27000 h 25560"/>
              </a:gdLst>
              <a:ahLst/>
              <a:cxnLst/>
              <a:rect l="textAreaLeft" t="textAreaTop" r="textAreaRight" b="textAreaBottom"/>
              <a:pathLst>
                <a:path w="343" h="302">
                  <a:moveTo>
                    <a:pt x="174" y="1"/>
                  </a:moveTo>
                  <a:cubicBezTo>
                    <a:pt x="117" y="1"/>
                    <a:pt x="57" y="26"/>
                    <a:pt x="23" y="78"/>
                  </a:cubicBezTo>
                  <a:cubicBezTo>
                    <a:pt x="0" y="169"/>
                    <a:pt x="23" y="238"/>
                    <a:pt x="92" y="283"/>
                  </a:cubicBezTo>
                  <a:cubicBezTo>
                    <a:pt x="117" y="296"/>
                    <a:pt x="143" y="302"/>
                    <a:pt x="167" y="302"/>
                  </a:cubicBezTo>
                  <a:cubicBezTo>
                    <a:pt x="229" y="302"/>
                    <a:pt x="281" y="264"/>
                    <a:pt x="297" y="215"/>
                  </a:cubicBezTo>
                  <a:cubicBezTo>
                    <a:pt x="343" y="146"/>
                    <a:pt x="320" y="55"/>
                    <a:pt x="229" y="9"/>
                  </a:cubicBezTo>
                  <a:cubicBezTo>
                    <a:pt x="211" y="4"/>
                    <a:pt x="193" y="1"/>
                    <a:pt x="174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3320" rIns="90000" bIns="133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56" name="Google Shape;265;p2"/>
            <p:cNvSpPr/>
            <p:nvPr/>
          </p:nvSpPr>
          <p:spPr>
            <a:xfrm>
              <a:off x="2773800" y="5042520"/>
              <a:ext cx="37440" cy="32400"/>
            </a:xfrm>
            <a:custGeom>
              <a:avLst/>
              <a:gdLst>
                <a:gd name="textAreaLeft" fmla="*/ 0 w 37440"/>
                <a:gd name="textAreaRight" fmla="*/ 38880 w 37440"/>
                <a:gd name="textAreaTop" fmla="*/ 0 h 32400"/>
                <a:gd name="textAreaBottom" fmla="*/ 33840 h 32400"/>
              </a:gdLst>
              <a:ahLst/>
              <a:cxnLst/>
              <a:rect l="textAreaLeft" t="textAreaTop" r="textAreaRight" b="textAreaBottom"/>
              <a:pathLst>
                <a:path w="434" h="379">
                  <a:moveTo>
                    <a:pt x="220" y="1"/>
                  </a:moveTo>
                  <a:cubicBezTo>
                    <a:pt x="149" y="1"/>
                    <a:pt x="79" y="43"/>
                    <a:pt x="46" y="110"/>
                  </a:cubicBezTo>
                  <a:cubicBezTo>
                    <a:pt x="0" y="201"/>
                    <a:pt x="46" y="315"/>
                    <a:pt x="137" y="361"/>
                  </a:cubicBezTo>
                  <a:cubicBezTo>
                    <a:pt x="161" y="373"/>
                    <a:pt x="188" y="379"/>
                    <a:pt x="214" y="379"/>
                  </a:cubicBezTo>
                  <a:cubicBezTo>
                    <a:pt x="285" y="379"/>
                    <a:pt x="355" y="336"/>
                    <a:pt x="388" y="270"/>
                  </a:cubicBezTo>
                  <a:cubicBezTo>
                    <a:pt x="434" y="178"/>
                    <a:pt x="388" y="64"/>
                    <a:pt x="297" y="18"/>
                  </a:cubicBezTo>
                  <a:cubicBezTo>
                    <a:pt x="272" y="6"/>
                    <a:pt x="246" y="1"/>
                    <a:pt x="220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6920" rIns="90000" bIns="169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57" name="Google Shape;266;p2"/>
            <p:cNvSpPr/>
            <p:nvPr/>
          </p:nvSpPr>
          <p:spPr>
            <a:xfrm>
              <a:off x="3312360" y="4986000"/>
              <a:ext cx="33480" cy="2880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28800"/>
                <a:gd name="textAreaBottom" fmla="*/ 30240 h 28800"/>
              </a:gdLst>
              <a:ahLst/>
              <a:cxnLst/>
              <a:rect l="textAreaLeft" t="textAreaTop" r="textAreaRight" b="textAreaBottom"/>
              <a:pathLst>
                <a:path w="389" h="337">
                  <a:moveTo>
                    <a:pt x="197" y="0"/>
                  </a:moveTo>
                  <a:cubicBezTo>
                    <a:pt x="134" y="0"/>
                    <a:pt x="63" y="30"/>
                    <a:pt x="46" y="100"/>
                  </a:cubicBezTo>
                  <a:cubicBezTo>
                    <a:pt x="0" y="168"/>
                    <a:pt x="23" y="282"/>
                    <a:pt x="114" y="328"/>
                  </a:cubicBezTo>
                  <a:cubicBezTo>
                    <a:pt x="136" y="333"/>
                    <a:pt x="157" y="336"/>
                    <a:pt x="178" y="336"/>
                  </a:cubicBezTo>
                  <a:cubicBezTo>
                    <a:pt x="246" y="336"/>
                    <a:pt x="308" y="306"/>
                    <a:pt x="342" y="237"/>
                  </a:cubicBezTo>
                  <a:cubicBezTo>
                    <a:pt x="388" y="168"/>
                    <a:pt x="342" y="54"/>
                    <a:pt x="251" y="8"/>
                  </a:cubicBezTo>
                  <a:cubicBezTo>
                    <a:pt x="235" y="3"/>
                    <a:pt x="216" y="0"/>
                    <a:pt x="197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120" rIns="90000" bIns="151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58" name="Google Shape;267;p2"/>
            <p:cNvSpPr/>
            <p:nvPr/>
          </p:nvSpPr>
          <p:spPr>
            <a:xfrm>
              <a:off x="1011960" y="5694120"/>
              <a:ext cx="33480" cy="2952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29520"/>
                <a:gd name="textAreaBottom" fmla="*/ 30960 h 29520"/>
              </a:gdLst>
              <a:ahLst/>
              <a:cxnLst/>
              <a:rect l="textAreaLeft" t="textAreaTop" r="textAreaRight" b="textAreaBottom"/>
              <a:pathLst>
                <a:path w="389" h="346">
                  <a:moveTo>
                    <a:pt x="189" y="0"/>
                  </a:moveTo>
                  <a:cubicBezTo>
                    <a:pt x="128" y="0"/>
                    <a:pt x="63" y="42"/>
                    <a:pt x="46" y="109"/>
                  </a:cubicBezTo>
                  <a:cubicBezTo>
                    <a:pt x="0" y="178"/>
                    <a:pt x="23" y="292"/>
                    <a:pt x="114" y="337"/>
                  </a:cubicBezTo>
                  <a:cubicBezTo>
                    <a:pt x="136" y="343"/>
                    <a:pt x="157" y="346"/>
                    <a:pt x="178" y="346"/>
                  </a:cubicBezTo>
                  <a:cubicBezTo>
                    <a:pt x="246" y="346"/>
                    <a:pt x="308" y="316"/>
                    <a:pt x="343" y="246"/>
                  </a:cubicBezTo>
                  <a:cubicBezTo>
                    <a:pt x="388" y="178"/>
                    <a:pt x="343" y="64"/>
                    <a:pt x="251" y="18"/>
                  </a:cubicBezTo>
                  <a:cubicBezTo>
                    <a:pt x="233" y="6"/>
                    <a:pt x="211" y="0"/>
                    <a:pt x="189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480" rIns="90000" bIns="154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59" name="Google Shape;268;p2"/>
            <p:cNvSpPr/>
            <p:nvPr/>
          </p:nvSpPr>
          <p:spPr>
            <a:xfrm>
              <a:off x="2710080" y="5492520"/>
              <a:ext cx="21240" cy="19440"/>
            </a:xfrm>
            <a:custGeom>
              <a:avLst/>
              <a:gdLst>
                <a:gd name="textAreaLeft" fmla="*/ 0 w 21240"/>
                <a:gd name="textAreaRight" fmla="*/ 22680 w 21240"/>
                <a:gd name="textAreaTop" fmla="*/ 0 h 19440"/>
                <a:gd name="textAreaBottom" fmla="*/ 20880 h 19440"/>
              </a:gdLst>
              <a:ahLst/>
              <a:cxnLst/>
              <a:rect l="textAreaLeft" t="textAreaTop" r="textAreaRight" b="textAreaBottom"/>
              <a:pathLst>
                <a:path w="252" h="231">
                  <a:moveTo>
                    <a:pt x="106" y="0"/>
                  </a:moveTo>
                  <a:cubicBezTo>
                    <a:pt x="72" y="0"/>
                    <a:pt x="38" y="25"/>
                    <a:pt x="23" y="70"/>
                  </a:cubicBezTo>
                  <a:cubicBezTo>
                    <a:pt x="0" y="115"/>
                    <a:pt x="23" y="184"/>
                    <a:pt x="69" y="207"/>
                  </a:cubicBezTo>
                  <a:cubicBezTo>
                    <a:pt x="93" y="223"/>
                    <a:pt x="115" y="230"/>
                    <a:pt x="134" y="230"/>
                  </a:cubicBezTo>
                  <a:cubicBezTo>
                    <a:pt x="170" y="230"/>
                    <a:pt x="199" y="205"/>
                    <a:pt x="229" y="161"/>
                  </a:cubicBezTo>
                  <a:cubicBezTo>
                    <a:pt x="252" y="115"/>
                    <a:pt x="229" y="47"/>
                    <a:pt x="160" y="24"/>
                  </a:cubicBezTo>
                  <a:cubicBezTo>
                    <a:pt x="144" y="8"/>
                    <a:pt x="125" y="0"/>
                    <a:pt x="106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440" rIns="90000" bIns="10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60" name="Google Shape;269;p2"/>
            <p:cNvSpPr/>
            <p:nvPr/>
          </p:nvSpPr>
          <p:spPr>
            <a:xfrm>
              <a:off x="2697840" y="5441760"/>
              <a:ext cx="25200" cy="20880"/>
            </a:xfrm>
            <a:custGeom>
              <a:avLst/>
              <a:gdLst>
                <a:gd name="textAreaLeft" fmla="*/ 0 w 25200"/>
                <a:gd name="textAreaRight" fmla="*/ 26640 w 25200"/>
                <a:gd name="textAreaTop" fmla="*/ 0 h 20880"/>
                <a:gd name="textAreaBottom" fmla="*/ 22320 h 20880"/>
              </a:gdLst>
              <a:ahLst/>
              <a:cxnLst/>
              <a:rect l="textAreaLeft" t="textAreaTop" r="textAreaRight" b="textAreaBottom"/>
              <a:pathLst>
                <a:path w="298" h="249">
                  <a:moveTo>
                    <a:pt x="147" y="1"/>
                  </a:moveTo>
                  <a:cubicBezTo>
                    <a:pt x="101" y="1"/>
                    <a:pt x="62" y="33"/>
                    <a:pt x="46" y="65"/>
                  </a:cubicBezTo>
                  <a:cubicBezTo>
                    <a:pt x="0" y="134"/>
                    <a:pt x="46" y="202"/>
                    <a:pt x="92" y="225"/>
                  </a:cubicBezTo>
                  <a:cubicBezTo>
                    <a:pt x="116" y="241"/>
                    <a:pt x="140" y="249"/>
                    <a:pt x="164" y="249"/>
                  </a:cubicBezTo>
                  <a:cubicBezTo>
                    <a:pt x="206" y="249"/>
                    <a:pt x="245" y="223"/>
                    <a:pt x="274" y="179"/>
                  </a:cubicBezTo>
                  <a:cubicBezTo>
                    <a:pt x="297" y="111"/>
                    <a:pt x="274" y="42"/>
                    <a:pt x="206" y="19"/>
                  </a:cubicBezTo>
                  <a:cubicBezTo>
                    <a:pt x="186" y="6"/>
                    <a:pt x="166" y="1"/>
                    <a:pt x="147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160" rIns="90000" bIns="111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61" name="Google Shape;270;p2"/>
            <p:cNvSpPr/>
            <p:nvPr/>
          </p:nvSpPr>
          <p:spPr>
            <a:xfrm>
              <a:off x="659520" y="3627000"/>
              <a:ext cx="37440" cy="32760"/>
            </a:xfrm>
            <a:custGeom>
              <a:avLst/>
              <a:gdLst>
                <a:gd name="textAreaLeft" fmla="*/ 0 w 37440"/>
                <a:gd name="textAreaRight" fmla="*/ 38880 w 37440"/>
                <a:gd name="textAreaTop" fmla="*/ 0 h 32760"/>
                <a:gd name="textAreaBottom" fmla="*/ 34200 h 32760"/>
              </a:gdLst>
              <a:ahLst/>
              <a:cxnLst/>
              <a:rect l="textAreaLeft" t="textAreaTop" r="textAreaRight" b="textAreaBottom"/>
              <a:pathLst>
                <a:path w="434" h="383">
                  <a:moveTo>
                    <a:pt x="220" y="0"/>
                  </a:moveTo>
                  <a:cubicBezTo>
                    <a:pt x="149" y="0"/>
                    <a:pt x="79" y="43"/>
                    <a:pt x="46" y="110"/>
                  </a:cubicBezTo>
                  <a:cubicBezTo>
                    <a:pt x="0" y="201"/>
                    <a:pt x="46" y="315"/>
                    <a:pt x="137" y="361"/>
                  </a:cubicBezTo>
                  <a:cubicBezTo>
                    <a:pt x="166" y="375"/>
                    <a:pt x="197" y="383"/>
                    <a:pt x="228" y="383"/>
                  </a:cubicBezTo>
                  <a:cubicBezTo>
                    <a:pt x="294" y="383"/>
                    <a:pt x="357" y="347"/>
                    <a:pt x="388" y="269"/>
                  </a:cubicBezTo>
                  <a:cubicBezTo>
                    <a:pt x="434" y="178"/>
                    <a:pt x="388" y="64"/>
                    <a:pt x="297" y="18"/>
                  </a:cubicBezTo>
                  <a:cubicBezTo>
                    <a:pt x="273" y="6"/>
                    <a:pt x="246" y="0"/>
                    <a:pt x="220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6920" rIns="90000" bIns="169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62" name="Google Shape;271;p2"/>
            <p:cNvSpPr/>
            <p:nvPr/>
          </p:nvSpPr>
          <p:spPr>
            <a:xfrm>
              <a:off x="61560" y="4455360"/>
              <a:ext cx="35640" cy="30240"/>
            </a:xfrm>
            <a:custGeom>
              <a:avLst/>
              <a:gdLst>
                <a:gd name="textAreaLeft" fmla="*/ 0 w 35640"/>
                <a:gd name="textAreaRight" fmla="*/ 37080 w 35640"/>
                <a:gd name="textAreaTop" fmla="*/ 0 h 30240"/>
                <a:gd name="textAreaBottom" fmla="*/ 31680 h 30240"/>
              </a:gdLst>
              <a:ahLst/>
              <a:cxnLst/>
              <a:rect l="textAreaLeft" t="textAreaTop" r="textAreaRight" b="textAreaBottom"/>
              <a:pathLst>
                <a:path w="412" h="352">
                  <a:moveTo>
                    <a:pt x="230" y="0"/>
                  </a:moveTo>
                  <a:cubicBezTo>
                    <a:pt x="156" y="0"/>
                    <a:pt x="81" y="30"/>
                    <a:pt x="46" y="100"/>
                  </a:cubicBezTo>
                  <a:cubicBezTo>
                    <a:pt x="0" y="191"/>
                    <a:pt x="46" y="305"/>
                    <a:pt x="137" y="328"/>
                  </a:cubicBezTo>
                  <a:cubicBezTo>
                    <a:pt x="168" y="343"/>
                    <a:pt x="198" y="351"/>
                    <a:pt x="227" y="351"/>
                  </a:cubicBezTo>
                  <a:cubicBezTo>
                    <a:pt x="284" y="351"/>
                    <a:pt x="335" y="321"/>
                    <a:pt x="366" y="260"/>
                  </a:cubicBezTo>
                  <a:cubicBezTo>
                    <a:pt x="411" y="168"/>
                    <a:pt x="388" y="54"/>
                    <a:pt x="297" y="9"/>
                  </a:cubicBezTo>
                  <a:cubicBezTo>
                    <a:pt x="275" y="3"/>
                    <a:pt x="253" y="0"/>
                    <a:pt x="230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840" rIns="90000" bIns="158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63" name="Google Shape;272;p2"/>
            <p:cNvSpPr/>
            <p:nvPr/>
          </p:nvSpPr>
          <p:spPr>
            <a:xfrm>
              <a:off x="1860120" y="5194080"/>
              <a:ext cx="39600" cy="33120"/>
            </a:xfrm>
            <a:custGeom>
              <a:avLst/>
              <a:gdLst>
                <a:gd name="textAreaLeft" fmla="*/ 0 w 39600"/>
                <a:gd name="textAreaRight" fmla="*/ 41040 w 39600"/>
                <a:gd name="textAreaTop" fmla="*/ 0 h 33120"/>
                <a:gd name="textAreaBottom" fmla="*/ 34560 h 33120"/>
              </a:gdLst>
              <a:ahLst/>
              <a:cxnLst/>
              <a:rect l="textAreaLeft" t="textAreaTop" r="textAreaRight" b="textAreaBottom"/>
              <a:pathLst>
                <a:path w="458" h="384">
                  <a:moveTo>
                    <a:pt x="240" y="1"/>
                  </a:moveTo>
                  <a:cubicBezTo>
                    <a:pt x="162" y="1"/>
                    <a:pt x="80" y="43"/>
                    <a:pt x="47" y="110"/>
                  </a:cubicBezTo>
                  <a:cubicBezTo>
                    <a:pt x="1" y="201"/>
                    <a:pt x="47" y="315"/>
                    <a:pt x="138" y="361"/>
                  </a:cubicBezTo>
                  <a:cubicBezTo>
                    <a:pt x="176" y="376"/>
                    <a:pt x="214" y="384"/>
                    <a:pt x="249" y="384"/>
                  </a:cubicBezTo>
                  <a:cubicBezTo>
                    <a:pt x="320" y="384"/>
                    <a:pt x="381" y="353"/>
                    <a:pt x="412" y="292"/>
                  </a:cubicBezTo>
                  <a:cubicBezTo>
                    <a:pt x="457" y="178"/>
                    <a:pt x="412" y="64"/>
                    <a:pt x="320" y="19"/>
                  </a:cubicBezTo>
                  <a:cubicBezTo>
                    <a:pt x="296" y="6"/>
                    <a:pt x="268" y="1"/>
                    <a:pt x="240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7280" rIns="90000" bIns="172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64" name="Google Shape;273;p2"/>
            <p:cNvSpPr/>
            <p:nvPr/>
          </p:nvSpPr>
          <p:spPr>
            <a:xfrm>
              <a:off x="1161360" y="4934880"/>
              <a:ext cx="23400" cy="20880"/>
            </a:xfrm>
            <a:custGeom>
              <a:avLst/>
              <a:gdLst>
                <a:gd name="textAreaLeft" fmla="*/ 0 w 23400"/>
                <a:gd name="textAreaRight" fmla="*/ 24840 w 23400"/>
                <a:gd name="textAreaTop" fmla="*/ 0 h 20880"/>
                <a:gd name="textAreaBottom" fmla="*/ 22320 h 20880"/>
              </a:gdLst>
              <a:ahLst/>
              <a:cxnLst/>
              <a:rect l="textAreaLeft" t="textAreaTop" r="textAreaRight" b="textAreaBottom"/>
              <a:pathLst>
                <a:path w="275" h="247">
                  <a:moveTo>
                    <a:pt x="151" y="1"/>
                  </a:moveTo>
                  <a:cubicBezTo>
                    <a:pt x="102" y="1"/>
                    <a:pt x="57" y="22"/>
                    <a:pt x="23" y="55"/>
                  </a:cubicBezTo>
                  <a:cubicBezTo>
                    <a:pt x="1" y="124"/>
                    <a:pt x="23" y="215"/>
                    <a:pt x="92" y="238"/>
                  </a:cubicBezTo>
                  <a:cubicBezTo>
                    <a:pt x="103" y="244"/>
                    <a:pt x="117" y="247"/>
                    <a:pt x="133" y="247"/>
                  </a:cubicBezTo>
                  <a:cubicBezTo>
                    <a:pt x="179" y="247"/>
                    <a:pt x="234" y="221"/>
                    <a:pt x="252" y="170"/>
                  </a:cubicBezTo>
                  <a:cubicBezTo>
                    <a:pt x="274" y="124"/>
                    <a:pt x="252" y="33"/>
                    <a:pt x="206" y="10"/>
                  </a:cubicBezTo>
                  <a:cubicBezTo>
                    <a:pt x="188" y="4"/>
                    <a:pt x="169" y="1"/>
                    <a:pt x="151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160" rIns="90000" bIns="111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65" name="Google Shape;274;p2"/>
            <p:cNvSpPr/>
            <p:nvPr/>
          </p:nvSpPr>
          <p:spPr>
            <a:xfrm>
              <a:off x="1094040" y="4985280"/>
              <a:ext cx="41760" cy="34560"/>
            </a:xfrm>
            <a:custGeom>
              <a:avLst/>
              <a:gdLst>
                <a:gd name="textAreaLeft" fmla="*/ 0 w 41760"/>
                <a:gd name="textAreaRight" fmla="*/ 43200 w 41760"/>
                <a:gd name="textAreaTop" fmla="*/ 0 h 34560"/>
                <a:gd name="textAreaBottom" fmla="*/ 36000 h 34560"/>
              </a:gdLst>
              <a:ahLst/>
              <a:cxnLst/>
              <a:rect l="textAreaLeft" t="textAreaTop" r="textAreaRight" b="textAreaBottom"/>
              <a:pathLst>
                <a:path w="480" h="402">
                  <a:moveTo>
                    <a:pt x="243" y="0"/>
                  </a:moveTo>
                  <a:cubicBezTo>
                    <a:pt x="172" y="0"/>
                    <a:pt x="102" y="43"/>
                    <a:pt x="69" y="110"/>
                  </a:cubicBezTo>
                  <a:cubicBezTo>
                    <a:pt x="0" y="201"/>
                    <a:pt x="46" y="338"/>
                    <a:pt x="160" y="384"/>
                  </a:cubicBezTo>
                  <a:cubicBezTo>
                    <a:pt x="185" y="396"/>
                    <a:pt x="211" y="401"/>
                    <a:pt x="237" y="401"/>
                  </a:cubicBezTo>
                  <a:cubicBezTo>
                    <a:pt x="308" y="401"/>
                    <a:pt x="378" y="359"/>
                    <a:pt x="411" y="292"/>
                  </a:cubicBezTo>
                  <a:cubicBezTo>
                    <a:pt x="480" y="178"/>
                    <a:pt x="434" y="64"/>
                    <a:pt x="320" y="18"/>
                  </a:cubicBezTo>
                  <a:cubicBezTo>
                    <a:pt x="295" y="6"/>
                    <a:pt x="269" y="0"/>
                    <a:pt x="243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8000" rIns="90000" bIns="180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66" name="Google Shape;275;p2"/>
            <p:cNvSpPr/>
            <p:nvPr/>
          </p:nvSpPr>
          <p:spPr>
            <a:xfrm>
              <a:off x="1647000" y="3754800"/>
              <a:ext cx="23040" cy="18720"/>
            </a:xfrm>
            <a:custGeom>
              <a:avLst/>
              <a:gdLst>
                <a:gd name="textAreaLeft" fmla="*/ 0 w 23040"/>
                <a:gd name="textAreaRight" fmla="*/ 24480 w 23040"/>
                <a:gd name="textAreaTop" fmla="*/ 0 h 18720"/>
                <a:gd name="textAreaBottom" fmla="*/ 20160 h 18720"/>
              </a:gdLst>
              <a:ahLst/>
              <a:cxnLst/>
              <a:rect l="textAreaLeft" t="textAreaTop" r="textAreaRight" b="textAreaBottom"/>
              <a:pathLst>
                <a:path w="274" h="224">
                  <a:moveTo>
                    <a:pt x="142" y="0"/>
                  </a:moveTo>
                  <a:cubicBezTo>
                    <a:pt x="102" y="0"/>
                    <a:pt x="56" y="22"/>
                    <a:pt x="23" y="55"/>
                  </a:cubicBezTo>
                  <a:cubicBezTo>
                    <a:pt x="0" y="124"/>
                    <a:pt x="23" y="192"/>
                    <a:pt x="91" y="215"/>
                  </a:cubicBezTo>
                  <a:cubicBezTo>
                    <a:pt x="104" y="221"/>
                    <a:pt x="118" y="224"/>
                    <a:pt x="132" y="224"/>
                  </a:cubicBezTo>
                  <a:cubicBezTo>
                    <a:pt x="172" y="224"/>
                    <a:pt x="218" y="203"/>
                    <a:pt x="251" y="169"/>
                  </a:cubicBezTo>
                  <a:cubicBezTo>
                    <a:pt x="274" y="101"/>
                    <a:pt x="251" y="32"/>
                    <a:pt x="183" y="9"/>
                  </a:cubicBezTo>
                  <a:cubicBezTo>
                    <a:pt x="170" y="3"/>
                    <a:pt x="157" y="0"/>
                    <a:pt x="142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080" rIns="9000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67" name="Google Shape;276;p2"/>
            <p:cNvSpPr/>
            <p:nvPr/>
          </p:nvSpPr>
          <p:spPr>
            <a:xfrm>
              <a:off x="430200" y="3790800"/>
              <a:ext cx="33480" cy="2916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29160"/>
                <a:gd name="textAreaBottom" fmla="*/ 30600 h 29160"/>
              </a:gdLst>
              <a:ahLst/>
              <a:cxnLst/>
              <a:rect l="textAreaLeft" t="textAreaTop" r="textAreaRight" b="textAreaBottom"/>
              <a:pathLst>
                <a:path w="389" h="339">
                  <a:moveTo>
                    <a:pt x="195" y="1"/>
                  </a:moveTo>
                  <a:cubicBezTo>
                    <a:pt x="127" y="1"/>
                    <a:pt x="63" y="38"/>
                    <a:pt x="47" y="88"/>
                  </a:cubicBezTo>
                  <a:cubicBezTo>
                    <a:pt x="1" y="179"/>
                    <a:pt x="24" y="293"/>
                    <a:pt x="115" y="316"/>
                  </a:cubicBezTo>
                  <a:cubicBezTo>
                    <a:pt x="145" y="331"/>
                    <a:pt x="176" y="339"/>
                    <a:pt x="205" y="339"/>
                  </a:cubicBezTo>
                  <a:cubicBezTo>
                    <a:pt x="262" y="339"/>
                    <a:pt x="313" y="308"/>
                    <a:pt x="343" y="248"/>
                  </a:cubicBezTo>
                  <a:cubicBezTo>
                    <a:pt x="389" y="156"/>
                    <a:pt x="343" y="65"/>
                    <a:pt x="275" y="19"/>
                  </a:cubicBezTo>
                  <a:cubicBezTo>
                    <a:pt x="249" y="7"/>
                    <a:pt x="222" y="1"/>
                    <a:pt x="195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120" rIns="90000" bIns="151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68" name="Google Shape;277;p2"/>
            <p:cNvSpPr/>
            <p:nvPr/>
          </p:nvSpPr>
          <p:spPr>
            <a:xfrm>
              <a:off x="153720" y="4327200"/>
              <a:ext cx="27360" cy="2412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24120"/>
                <a:gd name="textAreaBottom" fmla="*/ 25560 h 24120"/>
              </a:gdLst>
              <a:ahLst/>
              <a:cxnLst/>
              <a:rect l="textAreaLeft" t="textAreaTop" r="textAreaRight" b="textAreaBottom"/>
              <a:pathLst>
                <a:path w="320" h="284">
                  <a:moveTo>
                    <a:pt x="156" y="1"/>
                  </a:moveTo>
                  <a:cubicBezTo>
                    <a:pt x="107" y="1"/>
                    <a:pt x="61" y="31"/>
                    <a:pt x="46" y="92"/>
                  </a:cubicBezTo>
                  <a:cubicBezTo>
                    <a:pt x="0" y="160"/>
                    <a:pt x="23" y="229"/>
                    <a:pt x="115" y="275"/>
                  </a:cubicBezTo>
                  <a:cubicBezTo>
                    <a:pt x="132" y="280"/>
                    <a:pt x="149" y="283"/>
                    <a:pt x="166" y="283"/>
                  </a:cubicBezTo>
                  <a:cubicBezTo>
                    <a:pt x="216" y="283"/>
                    <a:pt x="263" y="257"/>
                    <a:pt x="297" y="206"/>
                  </a:cubicBezTo>
                  <a:cubicBezTo>
                    <a:pt x="320" y="138"/>
                    <a:pt x="297" y="46"/>
                    <a:pt x="229" y="23"/>
                  </a:cubicBezTo>
                  <a:cubicBezTo>
                    <a:pt x="206" y="8"/>
                    <a:pt x="181" y="1"/>
                    <a:pt x="156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600" rIns="90000" bIns="126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69" name="Google Shape;278;p2"/>
            <p:cNvSpPr/>
            <p:nvPr/>
          </p:nvSpPr>
          <p:spPr>
            <a:xfrm>
              <a:off x="1374480" y="5500800"/>
              <a:ext cx="29520" cy="24120"/>
            </a:xfrm>
            <a:custGeom>
              <a:avLst/>
              <a:gdLst>
                <a:gd name="textAreaLeft" fmla="*/ 0 w 29520"/>
                <a:gd name="textAreaRight" fmla="*/ 30960 w 29520"/>
                <a:gd name="textAreaTop" fmla="*/ 0 h 24120"/>
                <a:gd name="textAreaBottom" fmla="*/ 25560 h 24120"/>
              </a:gdLst>
              <a:ahLst/>
              <a:cxnLst/>
              <a:rect l="textAreaLeft" t="textAreaTop" r="textAreaRight" b="textAreaBottom"/>
              <a:pathLst>
                <a:path w="343" h="284">
                  <a:moveTo>
                    <a:pt x="151" y="1"/>
                  </a:moveTo>
                  <a:cubicBezTo>
                    <a:pt x="104" y="1"/>
                    <a:pt x="61" y="26"/>
                    <a:pt x="46" y="70"/>
                  </a:cubicBezTo>
                  <a:cubicBezTo>
                    <a:pt x="0" y="161"/>
                    <a:pt x="46" y="230"/>
                    <a:pt x="114" y="275"/>
                  </a:cubicBezTo>
                  <a:cubicBezTo>
                    <a:pt x="132" y="281"/>
                    <a:pt x="150" y="284"/>
                    <a:pt x="169" y="284"/>
                  </a:cubicBezTo>
                  <a:cubicBezTo>
                    <a:pt x="224" y="284"/>
                    <a:pt x="280" y="258"/>
                    <a:pt x="297" y="207"/>
                  </a:cubicBezTo>
                  <a:cubicBezTo>
                    <a:pt x="343" y="138"/>
                    <a:pt x="297" y="47"/>
                    <a:pt x="229" y="24"/>
                  </a:cubicBezTo>
                  <a:cubicBezTo>
                    <a:pt x="204" y="8"/>
                    <a:pt x="177" y="1"/>
                    <a:pt x="151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600" rIns="90000" bIns="126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70" name="Google Shape;279;p2"/>
            <p:cNvSpPr/>
            <p:nvPr/>
          </p:nvSpPr>
          <p:spPr>
            <a:xfrm>
              <a:off x="1616400" y="3707640"/>
              <a:ext cx="39600" cy="36000"/>
            </a:xfrm>
            <a:custGeom>
              <a:avLst/>
              <a:gdLst>
                <a:gd name="textAreaLeft" fmla="*/ 0 w 39600"/>
                <a:gd name="textAreaRight" fmla="*/ 41040 w 39600"/>
                <a:gd name="textAreaTop" fmla="*/ 0 h 36000"/>
                <a:gd name="textAreaBottom" fmla="*/ 37440 h 36000"/>
              </a:gdLst>
              <a:ahLst/>
              <a:cxnLst/>
              <a:rect l="textAreaLeft" t="textAreaTop" r="textAreaRight" b="textAreaBottom"/>
              <a:pathLst>
                <a:path w="458" h="416">
                  <a:moveTo>
                    <a:pt x="213" y="0"/>
                  </a:moveTo>
                  <a:cubicBezTo>
                    <a:pt x="140" y="0"/>
                    <a:pt x="77" y="46"/>
                    <a:pt x="46" y="124"/>
                  </a:cubicBezTo>
                  <a:cubicBezTo>
                    <a:pt x="1" y="215"/>
                    <a:pt x="24" y="352"/>
                    <a:pt x="138" y="397"/>
                  </a:cubicBezTo>
                  <a:cubicBezTo>
                    <a:pt x="162" y="410"/>
                    <a:pt x="190" y="415"/>
                    <a:pt x="218" y="415"/>
                  </a:cubicBezTo>
                  <a:cubicBezTo>
                    <a:pt x="296" y="415"/>
                    <a:pt x="378" y="373"/>
                    <a:pt x="412" y="306"/>
                  </a:cubicBezTo>
                  <a:cubicBezTo>
                    <a:pt x="457" y="192"/>
                    <a:pt x="412" y="78"/>
                    <a:pt x="320" y="32"/>
                  </a:cubicBezTo>
                  <a:cubicBezTo>
                    <a:pt x="284" y="10"/>
                    <a:pt x="247" y="0"/>
                    <a:pt x="213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8720" rIns="90000" bIns="187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71" name="Google Shape;280;p2"/>
            <p:cNvSpPr/>
            <p:nvPr/>
          </p:nvSpPr>
          <p:spPr>
            <a:xfrm>
              <a:off x="3125880" y="6665760"/>
              <a:ext cx="25200" cy="21600"/>
            </a:xfrm>
            <a:custGeom>
              <a:avLst/>
              <a:gdLst>
                <a:gd name="textAreaLeft" fmla="*/ 0 w 25200"/>
                <a:gd name="textAreaRight" fmla="*/ 26640 w 25200"/>
                <a:gd name="textAreaTop" fmla="*/ 0 h 21600"/>
                <a:gd name="textAreaBottom" fmla="*/ 23040 h 21600"/>
              </a:gdLst>
              <a:ahLst/>
              <a:cxnLst/>
              <a:rect l="textAreaLeft" t="textAreaTop" r="textAreaRight" b="textAreaBottom"/>
              <a:pathLst>
                <a:path w="298" h="257">
                  <a:moveTo>
                    <a:pt x="152" y="1"/>
                  </a:moveTo>
                  <a:cubicBezTo>
                    <a:pt x="97" y="1"/>
                    <a:pt x="41" y="26"/>
                    <a:pt x="24" y="78"/>
                  </a:cubicBezTo>
                  <a:cubicBezTo>
                    <a:pt x="1" y="123"/>
                    <a:pt x="24" y="215"/>
                    <a:pt x="92" y="237"/>
                  </a:cubicBezTo>
                  <a:cubicBezTo>
                    <a:pt x="112" y="251"/>
                    <a:pt x="132" y="256"/>
                    <a:pt x="151" y="256"/>
                  </a:cubicBezTo>
                  <a:cubicBezTo>
                    <a:pt x="197" y="256"/>
                    <a:pt x="236" y="224"/>
                    <a:pt x="252" y="192"/>
                  </a:cubicBezTo>
                  <a:cubicBezTo>
                    <a:pt x="298" y="123"/>
                    <a:pt x="275" y="32"/>
                    <a:pt x="206" y="9"/>
                  </a:cubicBezTo>
                  <a:cubicBezTo>
                    <a:pt x="189" y="3"/>
                    <a:pt x="171" y="1"/>
                    <a:pt x="152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520" rIns="90000" bIns="115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72" name="Google Shape;281;p2"/>
            <p:cNvSpPr/>
            <p:nvPr/>
          </p:nvSpPr>
          <p:spPr>
            <a:xfrm>
              <a:off x="192600" y="3960360"/>
              <a:ext cx="25200" cy="23040"/>
            </a:xfrm>
            <a:custGeom>
              <a:avLst/>
              <a:gdLst>
                <a:gd name="textAreaLeft" fmla="*/ 0 w 25200"/>
                <a:gd name="textAreaRight" fmla="*/ 26640 w 25200"/>
                <a:gd name="textAreaTop" fmla="*/ 0 h 23040"/>
                <a:gd name="textAreaBottom" fmla="*/ 24480 h 23040"/>
              </a:gdLst>
              <a:ahLst/>
              <a:cxnLst/>
              <a:rect l="textAreaLeft" t="textAreaTop" r="textAreaRight" b="textAreaBottom"/>
              <a:pathLst>
                <a:path w="297" h="271">
                  <a:moveTo>
                    <a:pt x="128" y="0"/>
                  </a:moveTo>
                  <a:cubicBezTo>
                    <a:pt x="81" y="0"/>
                    <a:pt x="38" y="25"/>
                    <a:pt x="23" y="69"/>
                  </a:cubicBezTo>
                  <a:cubicBezTo>
                    <a:pt x="0" y="138"/>
                    <a:pt x="23" y="229"/>
                    <a:pt x="91" y="252"/>
                  </a:cubicBezTo>
                  <a:cubicBezTo>
                    <a:pt x="111" y="265"/>
                    <a:pt x="130" y="270"/>
                    <a:pt x="148" y="270"/>
                  </a:cubicBezTo>
                  <a:cubicBezTo>
                    <a:pt x="196" y="270"/>
                    <a:pt x="241" y="233"/>
                    <a:pt x="274" y="184"/>
                  </a:cubicBezTo>
                  <a:cubicBezTo>
                    <a:pt x="297" y="138"/>
                    <a:pt x="274" y="47"/>
                    <a:pt x="206" y="24"/>
                  </a:cubicBezTo>
                  <a:cubicBezTo>
                    <a:pt x="181" y="8"/>
                    <a:pt x="154" y="0"/>
                    <a:pt x="128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240" rIns="90000" bIns="122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73" name="Google Shape;282;p2"/>
            <p:cNvSpPr/>
            <p:nvPr/>
          </p:nvSpPr>
          <p:spPr>
            <a:xfrm>
              <a:off x="704880" y="4046400"/>
              <a:ext cx="31320" cy="28080"/>
            </a:xfrm>
            <a:custGeom>
              <a:avLst/>
              <a:gdLst>
                <a:gd name="textAreaLeft" fmla="*/ 0 w 31320"/>
                <a:gd name="textAreaRight" fmla="*/ 32760 w 31320"/>
                <a:gd name="textAreaTop" fmla="*/ 0 h 28080"/>
                <a:gd name="textAreaBottom" fmla="*/ 29520 h 28080"/>
              </a:gdLst>
              <a:ahLst/>
              <a:cxnLst/>
              <a:rect l="textAreaLeft" t="textAreaTop" r="textAreaRight" b="textAreaBottom"/>
              <a:pathLst>
                <a:path w="366" h="329">
                  <a:moveTo>
                    <a:pt x="172" y="1"/>
                  </a:moveTo>
                  <a:cubicBezTo>
                    <a:pt x="115" y="1"/>
                    <a:pt x="54" y="31"/>
                    <a:pt x="23" y="92"/>
                  </a:cubicBezTo>
                  <a:cubicBezTo>
                    <a:pt x="0" y="183"/>
                    <a:pt x="23" y="274"/>
                    <a:pt x="115" y="320"/>
                  </a:cubicBezTo>
                  <a:cubicBezTo>
                    <a:pt x="131" y="326"/>
                    <a:pt x="149" y="328"/>
                    <a:pt x="169" y="328"/>
                  </a:cubicBezTo>
                  <a:cubicBezTo>
                    <a:pt x="233" y="328"/>
                    <a:pt x="308" y="299"/>
                    <a:pt x="343" y="229"/>
                  </a:cubicBezTo>
                  <a:cubicBezTo>
                    <a:pt x="366" y="160"/>
                    <a:pt x="343" y="46"/>
                    <a:pt x="252" y="23"/>
                  </a:cubicBezTo>
                  <a:cubicBezTo>
                    <a:pt x="229" y="8"/>
                    <a:pt x="201" y="1"/>
                    <a:pt x="172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4760" rIns="90000" bIns="147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74" name="Google Shape;283;p2"/>
            <p:cNvSpPr/>
            <p:nvPr/>
          </p:nvSpPr>
          <p:spPr>
            <a:xfrm>
              <a:off x="459000" y="4107240"/>
              <a:ext cx="25200" cy="20880"/>
            </a:xfrm>
            <a:custGeom>
              <a:avLst/>
              <a:gdLst>
                <a:gd name="textAreaLeft" fmla="*/ 0 w 25200"/>
                <a:gd name="textAreaRight" fmla="*/ 26640 w 25200"/>
                <a:gd name="textAreaTop" fmla="*/ 0 h 20880"/>
                <a:gd name="textAreaBottom" fmla="*/ 22320 h 20880"/>
              </a:gdLst>
              <a:ahLst/>
              <a:cxnLst/>
              <a:rect l="textAreaLeft" t="textAreaTop" r="textAreaRight" b="textAreaBottom"/>
              <a:pathLst>
                <a:path w="298" h="247">
                  <a:moveTo>
                    <a:pt x="155" y="1"/>
                  </a:moveTo>
                  <a:cubicBezTo>
                    <a:pt x="106" y="1"/>
                    <a:pt x="63" y="26"/>
                    <a:pt x="46" y="78"/>
                  </a:cubicBezTo>
                  <a:cubicBezTo>
                    <a:pt x="0" y="123"/>
                    <a:pt x="46" y="192"/>
                    <a:pt x="92" y="238"/>
                  </a:cubicBezTo>
                  <a:cubicBezTo>
                    <a:pt x="109" y="243"/>
                    <a:pt x="126" y="246"/>
                    <a:pt x="143" y="246"/>
                  </a:cubicBezTo>
                  <a:cubicBezTo>
                    <a:pt x="193" y="246"/>
                    <a:pt x="240" y="220"/>
                    <a:pt x="274" y="169"/>
                  </a:cubicBezTo>
                  <a:cubicBezTo>
                    <a:pt x="297" y="123"/>
                    <a:pt x="274" y="32"/>
                    <a:pt x="206" y="9"/>
                  </a:cubicBezTo>
                  <a:cubicBezTo>
                    <a:pt x="189" y="4"/>
                    <a:pt x="172" y="1"/>
                    <a:pt x="155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160" rIns="90000" bIns="111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75" name="Google Shape;284;p2"/>
            <p:cNvSpPr/>
            <p:nvPr/>
          </p:nvSpPr>
          <p:spPr>
            <a:xfrm>
              <a:off x="5901840" y="5889240"/>
              <a:ext cx="23400" cy="18720"/>
            </a:xfrm>
            <a:custGeom>
              <a:avLst/>
              <a:gdLst>
                <a:gd name="textAreaLeft" fmla="*/ 0 w 23400"/>
                <a:gd name="textAreaRight" fmla="*/ 24840 w 23400"/>
                <a:gd name="textAreaTop" fmla="*/ 0 h 18720"/>
                <a:gd name="textAreaBottom" fmla="*/ 20160 h 18720"/>
              </a:gdLst>
              <a:ahLst/>
              <a:cxnLst/>
              <a:rect l="textAreaLeft" t="textAreaTop" r="textAreaRight" b="textAreaBottom"/>
              <a:pathLst>
                <a:path w="275" h="224">
                  <a:moveTo>
                    <a:pt x="129" y="0"/>
                  </a:moveTo>
                  <a:cubicBezTo>
                    <a:pt x="81" y="0"/>
                    <a:pt x="40" y="22"/>
                    <a:pt x="23" y="55"/>
                  </a:cubicBezTo>
                  <a:cubicBezTo>
                    <a:pt x="0" y="123"/>
                    <a:pt x="23" y="192"/>
                    <a:pt x="69" y="215"/>
                  </a:cubicBezTo>
                  <a:cubicBezTo>
                    <a:pt x="87" y="221"/>
                    <a:pt x="105" y="224"/>
                    <a:pt x="123" y="224"/>
                  </a:cubicBezTo>
                  <a:cubicBezTo>
                    <a:pt x="171" y="224"/>
                    <a:pt x="212" y="203"/>
                    <a:pt x="229" y="169"/>
                  </a:cubicBezTo>
                  <a:cubicBezTo>
                    <a:pt x="274" y="101"/>
                    <a:pt x="251" y="32"/>
                    <a:pt x="183" y="9"/>
                  </a:cubicBezTo>
                  <a:cubicBezTo>
                    <a:pt x="165" y="3"/>
                    <a:pt x="146" y="0"/>
                    <a:pt x="129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080" rIns="9000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76" name="Google Shape;285;p2"/>
            <p:cNvSpPr/>
            <p:nvPr/>
          </p:nvSpPr>
          <p:spPr>
            <a:xfrm>
              <a:off x="2763360" y="3526560"/>
              <a:ext cx="35640" cy="30600"/>
            </a:xfrm>
            <a:custGeom>
              <a:avLst/>
              <a:gdLst>
                <a:gd name="textAreaLeft" fmla="*/ 0 w 35640"/>
                <a:gd name="textAreaRight" fmla="*/ 37080 w 35640"/>
                <a:gd name="textAreaTop" fmla="*/ 0 h 30600"/>
                <a:gd name="textAreaBottom" fmla="*/ 32040 h 30600"/>
              </a:gdLst>
              <a:ahLst/>
              <a:cxnLst/>
              <a:rect l="textAreaLeft" t="textAreaTop" r="textAreaRight" b="textAreaBottom"/>
              <a:pathLst>
                <a:path w="412" h="357">
                  <a:moveTo>
                    <a:pt x="202" y="1"/>
                  </a:moveTo>
                  <a:cubicBezTo>
                    <a:pt x="138" y="1"/>
                    <a:pt x="80" y="43"/>
                    <a:pt x="47" y="110"/>
                  </a:cubicBezTo>
                  <a:cubicBezTo>
                    <a:pt x="1" y="179"/>
                    <a:pt x="47" y="293"/>
                    <a:pt x="138" y="338"/>
                  </a:cubicBezTo>
                  <a:cubicBezTo>
                    <a:pt x="156" y="351"/>
                    <a:pt x="178" y="356"/>
                    <a:pt x="201" y="356"/>
                  </a:cubicBezTo>
                  <a:cubicBezTo>
                    <a:pt x="263" y="356"/>
                    <a:pt x="333" y="314"/>
                    <a:pt x="366" y="247"/>
                  </a:cubicBezTo>
                  <a:cubicBezTo>
                    <a:pt x="412" y="179"/>
                    <a:pt x="366" y="64"/>
                    <a:pt x="275" y="19"/>
                  </a:cubicBezTo>
                  <a:cubicBezTo>
                    <a:pt x="250" y="7"/>
                    <a:pt x="226" y="1"/>
                    <a:pt x="202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840" rIns="90000" bIns="158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77" name="Google Shape;286;p2"/>
            <p:cNvSpPr/>
            <p:nvPr/>
          </p:nvSpPr>
          <p:spPr>
            <a:xfrm>
              <a:off x="471240" y="4520160"/>
              <a:ext cx="37440" cy="32400"/>
            </a:xfrm>
            <a:custGeom>
              <a:avLst/>
              <a:gdLst>
                <a:gd name="textAreaLeft" fmla="*/ 0 w 37440"/>
                <a:gd name="textAreaRight" fmla="*/ 38880 w 37440"/>
                <a:gd name="textAreaTop" fmla="*/ 0 h 32400"/>
                <a:gd name="textAreaBottom" fmla="*/ 33840 h 32400"/>
              </a:gdLst>
              <a:ahLst/>
              <a:cxnLst/>
              <a:rect l="textAreaLeft" t="textAreaTop" r="textAreaRight" b="textAreaBottom"/>
              <a:pathLst>
                <a:path w="435" h="379">
                  <a:moveTo>
                    <a:pt x="221" y="0"/>
                  </a:moveTo>
                  <a:cubicBezTo>
                    <a:pt x="150" y="0"/>
                    <a:pt x="79" y="43"/>
                    <a:pt x="46" y="109"/>
                  </a:cubicBezTo>
                  <a:cubicBezTo>
                    <a:pt x="0" y="201"/>
                    <a:pt x="46" y="315"/>
                    <a:pt x="137" y="360"/>
                  </a:cubicBezTo>
                  <a:cubicBezTo>
                    <a:pt x="162" y="373"/>
                    <a:pt x="188" y="378"/>
                    <a:pt x="214" y="378"/>
                  </a:cubicBezTo>
                  <a:cubicBezTo>
                    <a:pt x="285" y="378"/>
                    <a:pt x="355" y="336"/>
                    <a:pt x="388" y="269"/>
                  </a:cubicBezTo>
                  <a:cubicBezTo>
                    <a:pt x="434" y="178"/>
                    <a:pt x="388" y="64"/>
                    <a:pt x="297" y="18"/>
                  </a:cubicBezTo>
                  <a:cubicBezTo>
                    <a:pt x="273" y="6"/>
                    <a:pt x="247" y="0"/>
                    <a:pt x="221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6920" rIns="90000" bIns="169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78" name="Google Shape;287;p2"/>
            <p:cNvSpPr/>
            <p:nvPr/>
          </p:nvSpPr>
          <p:spPr>
            <a:xfrm>
              <a:off x="3990600" y="2945520"/>
              <a:ext cx="23400" cy="20160"/>
            </a:xfrm>
            <a:custGeom>
              <a:avLst/>
              <a:gdLst>
                <a:gd name="textAreaLeft" fmla="*/ 0 w 23400"/>
                <a:gd name="textAreaRight" fmla="*/ 24840 w 23400"/>
                <a:gd name="textAreaTop" fmla="*/ 0 h 20160"/>
                <a:gd name="textAreaBottom" fmla="*/ 21600 h 20160"/>
              </a:gdLst>
              <a:ahLst/>
              <a:cxnLst/>
              <a:rect l="textAreaLeft" t="textAreaTop" r="textAreaRight" b="textAreaBottom"/>
              <a:pathLst>
                <a:path w="275" h="239">
                  <a:moveTo>
                    <a:pt x="142" y="0"/>
                  </a:moveTo>
                  <a:cubicBezTo>
                    <a:pt x="102" y="0"/>
                    <a:pt x="56" y="22"/>
                    <a:pt x="23" y="55"/>
                  </a:cubicBezTo>
                  <a:cubicBezTo>
                    <a:pt x="0" y="124"/>
                    <a:pt x="23" y="192"/>
                    <a:pt x="92" y="215"/>
                  </a:cubicBezTo>
                  <a:cubicBezTo>
                    <a:pt x="108" y="231"/>
                    <a:pt x="127" y="239"/>
                    <a:pt x="147" y="239"/>
                  </a:cubicBezTo>
                  <a:cubicBezTo>
                    <a:pt x="183" y="239"/>
                    <a:pt x="222" y="213"/>
                    <a:pt x="251" y="169"/>
                  </a:cubicBezTo>
                  <a:cubicBezTo>
                    <a:pt x="274" y="101"/>
                    <a:pt x="251" y="32"/>
                    <a:pt x="183" y="9"/>
                  </a:cubicBezTo>
                  <a:cubicBezTo>
                    <a:pt x="171" y="3"/>
                    <a:pt x="157" y="0"/>
                    <a:pt x="142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0" rIns="90000" bIns="108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79" name="Google Shape;288;p2"/>
            <p:cNvSpPr/>
            <p:nvPr/>
          </p:nvSpPr>
          <p:spPr>
            <a:xfrm>
              <a:off x="1526040" y="5916960"/>
              <a:ext cx="37440" cy="31320"/>
            </a:xfrm>
            <a:custGeom>
              <a:avLst/>
              <a:gdLst>
                <a:gd name="textAreaLeft" fmla="*/ 0 w 37440"/>
                <a:gd name="textAreaRight" fmla="*/ 38880 w 37440"/>
                <a:gd name="textAreaTop" fmla="*/ 0 h 31320"/>
                <a:gd name="textAreaBottom" fmla="*/ 32760 h 31320"/>
              </a:gdLst>
              <a:ahLst/>
              <a:cxnLst/>
              <a:rect l="textAreaLeft" t="textAreaTop" r="textAreaRight" b="textAreaBottom"/>
              <a:pathLst>
                <a:path w="435" h="365">
                  <a:moveTo>
                    <a:pt x="202" y="0"/>
                  </a:moveTo>
                  <a:cubicBezTo>
                    <a:pt x="137" y="0"/>
                    <a:pt x="76" y="30"/>
                    <a:pt x="46" y="91"/>
                  </a:cubicBezTo>
                  <a:cubicBezTo>
                    <a:pt x="0" y="183"/>
                    <a:pt x="46" y="297"/>
                    <a:pt x="137" y="342"/>
                  </a:cubicBezTo>
                  <a:cubicBezTo>
                    <a:pt x="166" y="357"/>
                    <a:pt x="197" y="364"/>
                    <a:pt x="228" y="364"/>
                  </a:cubicBezTo>
                  <a:cubicBezTo>
                    <a:pt x="294" y="364"/>
                    <a:pt x="357" y="329"/>
                    <a:pt x="388" y="251"/>
                  </a:cubicBezTo>
                  <a:cubicBezTo>
                    <a:pt x="434" y="160"/>
                    <a:pt x="388" y="69"/>
                    <a:pt x="297" y="23"/>
                  </a:cubicBezTo>
                  <a:cubicBezTo>
                    <a:pt x="267" y="8"/>
                    <a:pt x="234" y="0"/>
                    <a:pt x="202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6200" rIns="90000" bIns="162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80" name="Google Shape;289;p2"/>
            <p:cNvSpPr/>
            <p:nvPr/>
          </p:nvSpPr>
          <p:spPr>
            <a:xfrm>
              <a:off x="813240" y="5628240"/>
              <a:ext cx="33480" cy="2268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22680"/>
                <a:gd name="textAreaBottom" fmla="*/ 24120 h 22680"/>
              </a:gdLst>
              <a:ahLst/>
              <a:cxnLst/>
              <a:rect l="textAreaLeft" t="textAreaTop" r="textAreaRight" b="textAreaBottom"/>
              <a:pathLst>
                <a:path w="389" h="270">
                  <a:moveTo>
                    <a:pt x="175" y="1"/>
                  </a:moveTo>
                  <a:cubicBezTo>
                    <a:pt x="104" y="1"/>
                    <a:pt x="34" y="43"/>
                    <a:pt x="0" y="110"/>
                  </a:cubicBezTo>
                  <a:lnTo>
                    <a:pt x="343" y="270"/>
                  </a:lnTo>
                  <a:cubicBezTo>
                    <a:pt x="388" y="178"/>
                    <a:pt x="343" y="64"/>
                    <a:pt x="251" y="19"/>
                  </a:cubicBezTo>
                  <a:cubicBezTo>
                    <a:pt x="227" y="6"/>
                    <a:pt x="201" y="1"/>
                    <a:pt x="175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880" rIns="90000" bIns="118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81" name="Google Shape;290;p2"/>
            <p:cNvSpPr/>
            <p:nvPr/>
          </p:nvSpPr>
          <p:spPr>
            <a:xfrm>
              <a:off x="1448280" y="5914800"/>
              <a:ext cx="21240" cy="15120"/>
            </a:xfrm>
            <a:custGeom>
              <a:avLst/>
              <a:gdLst>
                <a:gd name="textAreaLeft" fmla="*/ 0 w 21240"/>
                <a:gd name="textAreaRight" fmla="*/ 22680 w 21240"/>
                <a:gd name="textAreaTop" fmla="*/ 0 h 15120"/>
                <a:gd name="textAreaBottom" fmla="*/ 16560 h 15120"/>
              </a:gdLst>
              <a:ahLst/>
              <a:cxnLst/>
              <a:rect l="textAreaLeft" t="textAreaTop" r="textAreaRight" b="textAreaBottom"/>
              <a:pathLst>
                <a:path w="252" h="184">
                  <a:moveTo>
                    <a:pt x="99" y="0"/>
                  </a:moveTo>
                  <a:cubicBezTo>
                    <a:pt x="58" y="0"/>
                    <a:pt x="15" y="25"/>
                    <a:pt x="0" y="70"/>
                  </a:cubicBezTo>
                  <a:lnTo>
                    <a:pt x="228" y="184"/>
                  </a:lnTo>
                  <a:cubicBezTo>
                    <a:pt x="251" y="115"/>
                    <a:pt x="228" y="47"/>
                    <a:pt x="160" y="24"/>
                  </a:cubicBezTo>
                  <a:cubicBezTo>
                    <a:pt x="144" y="8"/>
                    <a:pt x="122" y="0"/>
                    <a:pt x="99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8280" rIns="90000" bIns="82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82" name="Google Shape;291;p2"/>
            <p:cNvSpPr/>
            <p:nvPr/>
          </p:nvSpPr>
          <p:spPr>
            <a:xfrm>
              <a:off x="954720" y="5629320"/>
              <a:ext cx="21240" cy="18720"/>
            </a:xfrm>
            <a:custGeom>
              <a:avLst/>
              <a:gdLst>
                <a:gd name="textAreaLeft" fmla="*/ 0 w 21240"/>
                <a:gd name="textAreaRight" fmla="*/ 22680 w 21240"/>
                <a:gd name="textAreaTop" fmla="*/ 0 h 18720"/>
                <a:gd name="textAreaBottom" fmla="*/ 20160 h 18720"/>
              </a:gdLst>
              <a:ahLst/>
              <a:cxnLst/>
              <a:rect l="textAreaLeft" t="textAreaTop" r="textAreaRight" b="textAreaBottom"/>
              <a:pathLst>
                <a:path w="252" h="224">
                  <a:moveTo>
                    <a:pt x="129" y="1"/>
                  </a:moveTo>
                  <a:cubicBezTo>
                    <a:pt x="81" y="1"/>
                    <a:pt x="40" y="22"/>
                    <a:pt x="23" y="55"/>
                  </a:cubicBezTo>
                  <a:cubicBezTo>
                    <a:pt x="0" y="101"/>
                    <a:pt x="23" y="169"/>
                    <a:pt x="69" y="215"/>
                  </a:cubicBezTo>
                  <a:cubicBezTo>
                    <a:pt x="86" y="221"/>
                    <a:pt x="103" y="224"/>
                    <a:pt x="119" y="224"/>
                  </a:cubicBezTo>
                  <a:cubicBezTo>
                    <a:pt x="168" y="224"/>
                    <a:pt x="211" y="198"/>
                    <a:pt x="228" y="146"/>
                  </a:cubicBezTo>
                  <a:cubicBezTo>
                    <a:pt x="251" y="101"/>
                    <a:pt x="228" y="32"/>
                    <a:pt x="183" y="10"/>
                  </a:cubicBezTo>
                  <a:cubicBezTo>
                    <a:pt x="164" y="3"/>
                    <a:pt x="146" y="1"/>
                    <a:pt x="129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080" rIns="9000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83" name="Google Shape;292;p2"/>
            <p:cNvSpPr/>
            <p:nvPr/>
          </p:nvSpPr>
          <p:spPr>
            <a:xfrm>
              <a:off x="510120" y="5311800"/>
              <a:ext cx="27360" cy="2376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23760"/>
                <a:gd name="textAreaBottom" fmla="*/ 25200 h 23760"/>
              </a:gdLst>
              <a:ahLst/>
              <a:cxnLst/>
              <a:rect l="textAreaLeft" t="textAreaTop" r="textAreaRight" b="textAreaBottom"/>
              <a:pathLst>
                <a:path w="320" h="279">
                  <a:moveTo>
                    <a:pt x="164" y="0"/>
                  </a:moveTo>
                  <a:cubicBezTo>
                    <a:pt x="118" y="0"/>
                    <a:pt x="63" y="26"/>
                    <a:pt x="46" y="77"/>
                  </a:cubicBezTo>
                  <a:cubicBezTo>
                    <a:pt x="0" y="146"/>
                    <a:pt x="23" y="237"/>
                    <a:pt x="91" y="260"/>
                  </a:cubicBezTo>
                  <a:cubicBezTo>
                    <a:pt x="110" y="272"/>
                    <a:pt x="131" y="278"/>
                    <a:pt x="152" y="278"/>
                  </a:cubicBezTo>
                  <a:cubicBezTo>
                    <a:pt x="205" y="278"/>
                    <a:pt x="258" y="241"/>
                    <a:pt x="274" y="191"/>
                  </a:cubicBezTo>
                  <a:cubicBezTo>
                    <a:pt x="320" y="123"/>
                    <a:pt x="274" y="54"/>
                    <a:pt x="205" y="9"/>
                  </a:cubicBezTo>
                  <a:cubicBezTo>
                    <a:pt x="194" y="3"/>
                    <a:pt x="180" y="0"/>
                    <a:pt x="164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600" rIns="90000" bIns="126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84" name="Google Shape;293;p2"/>
            <p:cNvSpPr/>
            <p:nvPr/>
          </p:nvSpPr>
          <p:spPr>
            <a:xfrm>
              <a:off x="1778040" y="6006240"/>
              <a:ext cx="21240" cy="18720"/>
            </a:xfrm>
            <a:custGeom>
              <a:avLst/>
              <a:gdLst>
                <a:gd name="textAreaLeft" fmla="*/ 0 w 21240"/>
                <a:gd name="textAreaRight" fmla="*/ 22680 w 21240"/>
                <a:gd name="textAreaTop" fmla="*/ 0 h 18720"/>
                <a:gd name="textAreaBottom" fmla="*/ 20160 h 18720"/>
              </a:gdLst>
              <a:ahLst/>
              <a:cxnLst/>
              <a:rect l="textAreaLeft" t="textAreaTop" r="textAreaRight" b="textAreaBottom"/>
              <a:pathLst>
                <a:path w="252" h="224">
                  <a:moveTo>
                    <a:pt x="129" y="0"/>
                  </a:moveTo>
                  <a:cubicBezTo>
                    <a:pt x="82" y="0"/>
                    <a:pt x="40" y="22"/>
                    <a:pt x="24" y="55"/>
                  </a:cubicBezTo>
                  <a:cubicBezTo>
                    <a:pt x="1" y="123"/>
                    <a:pt x="24" y="192"/>
                    <a:pt x="69" y="215"/>
                  </a:cubicBezTo>
                  <a:cubicBezTo>
                    <a:pt x="88" y="221"/>
                    <a:pt x="106" y="224"/>
                    <a:pt x="124" y="224"/>
                  </a:cubicBezTo>
                  <a:cubicBezTo>
                    <a:pt x="171" y="224"/>
                    <a:pt x="212" y="203"/>
                    <a:pt x="229" y="169"/>
                  </a:cubicBezTo>
                  <a:cubicBezTo>
                    <a:pt x="252" y="101"/>
                    <a:pt x="229" y="32"/>
                    <a:pt x="184" y="9"/>
                  </a:cubicBezTo>
                  <a:cubicBezTo>
                    <a:pt x="165" y="3"/>
                    <a:pt x="147" y="0"/>
                    <a:pt x="129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080" rIns="9000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85" name="Google Shape;294;p2"/>
            <p:cNvSpPr/>
            <p:nvPr/>
          </p:nvSpPr>
          <p:spPr>
            <a:xfrm>
              <a:off x="555120" y="5488920"/>
              <a:ext cx="27360" cy="1872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18720"/>
                <a:gd name="textAreaBottom" fmla="*/ 20160 h 18720"/>
              </a:gdLst>
              <a:ahLst/>
              <a:cxnLst/>
              <a:rect l="textAreaLeft" t="textAreaTop" r="textAreaRight" b="textAreaBottom"/>
              <a:pathLst>
                <a:path w="320" h="224">
                  <a:moveTo>
                    <a:pt x="153" y="0"/>
                  </a:moveTo>
                  <a:cubicBezTo>
                    <a:pt x="90" y="0"/>
                    <a:pt x="33" y="38"/>
                    <a:pt x="0" y="87"/>
                  </a:cubicBezTo>
                  <a:lnTo>
                    <a:pt x="297" y="224"/>
                  </a:lnTo>
                  <a:cubicBezTo>
                    <a:pt x="320" y="155"/>
                    <a:pt x="297" y="64"/>
                    <a:pt x="228" y="18"/>
                  </a:cubicBezTo>
                  <a:cubicBezTo>
                    <a:pt x="203" y="6"/>
                    <a:pt x="177" y="0"/>
                    <a:pt x="153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080" rIns="9000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86" name="Google Shape;295;p2"/>
            <p:cNvSpPr/>
            <p:nvPr/>
          </p:nvSpPr>
          <p:spPr>
            <a:xfrm>
              <a:off x="727200" y="5542200"/>
              <a:ext cx="33480" cy="2268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22680"/>
                <a:gd name="textAreaBottom" fmla="*/ 24120 h 22680"/>
              </a:gdLst>
              <a:ahLst/>
              <a:cxnLst/>
              <a:rect l="textAreaLeft" t="textAreaTop" r="textAreaRight" b="textAreaBottom"/>
              <a:pathLst>
                <a:path w="389" h="270">
                  <a:moveTo>
                    <a:pt x="175" y="1"/>
                  </a:moveTo>
                  <a:cubicBezTo>
                    <a:pt x="104" y="1"/>
                    <a:pt x="34" y="43"/>
                    <a:pt x="1" y="110"/>
                  </a:cubicBezTo>
                  <a:lnTo>
                    <a:pt x="343" y="270"/>
                  </a:lnTo>
                  <a:cubicBezTo>
                    <a:pt x="389" y="179"/>
                    <a:pt x="343" y="65"/>
                    <a:pt x="252" y="19"/>
                  </a:cubicBezTo>
                  <a:cubicBezTo>
                    <a:pt x="227" y="7"/>
                    <a:pt x="201" y="1"/>
                    <a:pt x="175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880" rIns="90000" bIns="118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87" name="Google Shape;296;p2"/>
            <p:cNvSpPr/>
            <p:nvPr/>
          </p:nvSpPr>
          <p:spPr>
            <a:xfrm>
              <a:off x="776520" y="5576040"/>
              <a:ext cx="27360" cy="1800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18000"/>
                <a:gd name="textAreaBottom" fmla="*/ 19440 h 18000"/>
              </a:gdLst>
              <a:ahLst/>
              <a:cxnLst/>
              <a:rect l="textAreaLeft" t="textAreaTop" r="textAreaRight" b="textAreaBottom"/>
              <a:pathLst>
                <a:path w="320" h="215">
                  <a:moveTo>
                    <a:pt x="151" y="0"/>
                  </a:moveTo>
                  <a:cubicBezTo>
                    <a:pt x="95" y="0"/>
                    <a:pt x="35" y="26"/>
                    <a:pt x="0" y="78"/>
                  </a:cubicBezTo>
                  <a:lnTo>
                    <a:pt x="274" y="214"/>
                  </a:lnTo>
                  <a:cubicBezTo>
                    <a:pt x="320" y="146"/>
                    <a:pt x="274" y="55"/>
                    <a:pt x="206" y="9"/>
                  </a:cubicBezTo>
                  <a:cubicBezTo>
                    <a:pt x="189" y="3"/>
                    <a:pt x="170" y="0"/>
                    <a:pt x="151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720" rIns="90000" bIns="97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88" name="Google Shape;297;p2"/>
            <p:cNvSpPr/>
            <p:nvPr/>
          </p:nvSpPr>
          <p:spPr>
            <a:xfrm>
              <a:off x="1108440" y="5375160"/>
              <a:ext cx="27360" cy="2484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24840"/>
                <a:gd name="textAreaBottom" fmla="*/ 26280 h 24840"/>
              </a:gdLst>
              <a:ahLst/>
              <a:cxnLst/>
              <a:rect l="textAreaLeft" t="textAreaTop" r="textAreaRight" b="textAreaBottom"/>
              <a:pathLst>
                <a:path w="320" h="292">
                  <a:moveTo>
                    <a:pt x="174" y="1"/>
                  </a:moveTo>
                  <a:cubicBezTo>
                    <a:pt x="118" y="1"/>
                    <a:pt x="63" y="26"/>
                    <a:pt x="46" y="78"/>
                  </a:cubicBezTo>
                  <a:cubicBezTo>
                    <a:pt x="0" y="146"/>
                    <a:pt x="23" y="237"/>
                    <a:pt x="91" y="283"/>
                  </a:cubicBezTo>
                  <a:cubicBezTo>
                    <a:pt x="114" y="289"/>
                    <a:pt x="136" y="292"/>
                    <a:pt x="156" y="292"/>
                  </a:cubicBezTo>
                  <a:cubicBezTo>
                    <a:pt x="215" y="292"/>
                    <a:pt x="263" y="266"/>
                    <a:pt x="297" y="215"/>
                  </a:cubicBezTo>
                  <a:cubicBezTo>
                    <a:pt x="320" y="146"/>
                    <a:pt x="297" y="55"/>
                    <a:pt x="228" y="9"/>
                  </a:cubicBezTo>
                  <a:cubicBezTo>
                    <a:pt x="211" y="3"/>
                    <a:pt x="193" y="1"/>
                    <a:pt x="174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89" name="Google Shape;298;p2"/>
            <p:cNvSpPr/>
            <p:nvPr/>
          </p:nvSpPr>
          <p:spPr>
            <a:xfrm>
              <a:off x="299160" y="4689720"/>
              <a:ext cx="31320" cy="27000"/>
            </a:xfrm>
            <a:custGeom>
              <a:avLst/>
              <a:gdLst>
                <a:gd name="textAreaLeft" fmla="*/ 0 w 31320"/>
                <a:gd name="textAreaRight" fmla="*/ 32760 w 31320"/>
                <a:gd name="textAreaTop" fmla="*/ 0 h 27000"/>
                <a:gd name="textAreaBottom" fmla="*/ 28440 h 27000"/>
              </a:gdLst>
              <a:ahLst/>
              <a:cxnLst/>
              <a:rect l="textAreaLeft" t="textAreaTop" r="textAreaRight" b="textAreaBottom"/>
              <a:pathLst>
                <a:path w="366" h="316">
                  <a:moveTo>
                    <a:pt x="184" y="1"/>
                  </a:moveTo>
                  <a:cubicBezTo>
                    <a:pt x="127" y="1"/>
                    <a:pt x="76" y="31"/>
                    <a:pt x="46" y="92"/>
                  </a:cubicBezTo>
                  <a:cubicBezTo>
                    <a:pt x="0" y="160"/>
                    <a:pt x="46" y="275"/>
                    <a:pt x="114" y="297"/>
                  </a:cubicBezTo>
                  <a:cubicBezTo>
                    <a:pt x="140" y="310"/>
                    <a:pt x="165" y="316"/>
                    <a:pt x="190" y="316"/>
                  </a:cubicBezTo>
                  <a:cubicBezTo>
                    <a:pt x="253" y="316"/>
                    <a:pt x="310" y="278"/>
                    <a:pt x="342" y="229"/>
                  </a:cubicBezTo>
                  <a:cubicBezTo>
                    <a:pt x="365" y="160"/>
                    <a:pt x="342" y="46"/>
                    <a:pt x="274" y="24"/>
                  </a:cubicBezTo>
                  <a:cubicBezTo>
                    <a:pt x="244" y="8"/>
                    <a:pt x="213" y="1"/>
                    <a:pt x="184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4040" rIns="90000" bIns="140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90" name="Google Shape;299;p2"/>
            <p:cNvSpPr/>
            <p:nvPr/>
          </p:nvSpPr>
          <p:spPr>
            <a:xfrm>
              <a:off x="1440000" y="5623200"/>
              <a:ext cx="23400" cy="20520"/>
            </a:xfrm>
            <a:custGeom>
              <a:avLst/>
              <a:gdLst>
                <a:gd name="textAreaLeft" fmla="*/ 0 w 23400"/>
                <a:gd name="textAreaRight" fmla="*/ 24840 w 23400"/>
                <a:gd name="textAreaTop" fmla="*/ 0 h 20520"/>
                <a:gd name="textAreaBottom" fmla="*/ 21960 h 20520"/>
              </a:gdLst>
              <a:ahLst/>
              <a:cxnLst/>
              <a:rect l="textAreaLeft" t="textAreaTop" r="textAreaRight" b="textAreaBottom"/>
              <a:pathLst>
                <a:path w="275" h="246">
                  <a:moveTo>
                    <a:pt x="139" y="0"/>
                  </a:moveTo>
                  <a:cubicBezTo>
                    <a:pt x="94" y="0"/>
                    <a:pt x="40" y="21"/>
                    <a:pt x="24" y="55"/>
                  </a:cubicBezTo>
                  <a:cubicBezTo>
                    <a:pt x="1" y="123"/>
                    <a:pt x="24" y="192"/>
                    <a:pt x="92" y="237"/>
                  </a:cubicBezTo>
                  <a:cubicBezTo>
                    <a:pt x="103" y="243"/>
                    <a:pt x="116" y="246"/>
                    <a:pt x="130" y="246"/>
                  </a:cubicBezTo>
                  <a:cubicBezTo>
                    <a:pt x="171" y="246"/>
                    <a:pt x="218" y="220"/>
                    <a:pt x="252" y="169"/>
                  </a:cubicBezTo>
                  <a:cubicBezTo>
                    <a:pt x="275" y="100"/>
                    <a:pt x="252" y="32"/>
                    <a:pt x="183" y="9"/>
                  </a:cubicBezTo>
                  <a:cubicBezTo>
                    <a:pt x="171" y="3"/>
                    <a:pt x="156" y="0"/>
                    <a:pt x="139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0" rIns="90000" bIns="108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91" name="Google Shape;300;p2"/>
            <p:cNvSpPr/>
            <p:nvPr/>
          </p:nvSpPr>
          <p:spPr>
            <a:xfrm>
              <a:off x="2579040" y="5846400"/>
              <a:ext cx="21240" cy="18720"/>
            </a:xfrm>
            <a:custGeom>
              <a:avLst/>
              <a:gdLst>
                <a:gd name="textAreaLeft" fmla="*/ 0 w 21240"/>
                <a:gd name="textAreaRight" fmla="*/ 22680 w 21240"/>
                <a:gd name="textAreaTop" fmla="*/ 0 h 18720"/>
                <a:gd name="textAreaBottom" fmla="*/ 20160 h 18720"/>
              </a:gdLst>
              <a:ahLst/>
              <a:cxnLst/>
              <a:rect l="textAreaLeft" t="textAreaTop" r="textAreaRight" b="textAreaBottom"/>
              <a:pathLst>
                <a:path w="252" h="224">
                  <a:moveTo>
                    <a:pt x="129" y="0"/>
                  </a:moveTo>
                  <a:cubicBezTo>
                    <a:pt x="81" y="0"/>
                    <a:pt x="40" y="21"/>
                    <a:pt x="23" y="55"/>
                  </a:cubicBezTo>
                  <a:cubicBezTo>
                    <a:pt x="1" y="123"/>
                    <a:pt x="23" y="192"/>
                    <a:pt x="69" y="214"/>
                  </a:cubicBezTo>
                  <a:cubicBezTo>
                    <a:pt x="87" y="221"/>
                    <a:pt x="106" y="223"/>
                    <a:pt x="123" y="223"/>
                  </a:cubicBezTo>
                  <a:cubicBezTo>
                    <a:pt x="171" y="223"/>
                    <a:pt x="212" y="202"/>
                    <a:pt x="229" y="169"/>
                  </a:cubicBezTo>
                  <a:cubicBezTo>
                    <a:pt x="252" y="100"/>
                    <a:pt x="229" y="32"/>
                    <a:pt x="183" y="9"/>
                  </a:cubicBezTo>
                  <a:cubicBezTo>
                    <a:pt x="165" y="3"/>
                    <a:pt x="147" y="0"/>
                    <a:pt x="129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080" rIns="9000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92" name="Google Shape;301;p2"/>
            <p:cNvSpPr/>
            <p:nvPr/>
          </p:nvSpPr>
          <p:spPr>
            <a:xfrm>
              <a:off x="1009800" y="5405040"/>
              <a:ext cx="29520" cy="25560"/>
            </a:xfrm>
            <a:custGeom>
              <a:avLst/>
              <a:gdLst>
                <a:gd name="textAreaLeft" fmla="*/ 0 w 29520"/>
                <a:gd name="textAreaRight" fmla="*/ 30960 w 29520"/>
                <a:gd name="textAreaTop" fmla="*/ 0 h 25560"/>
                <a:gd name="textAreaBottom" fmla="*/ 27000 h 25560"/>
              </a:gdLst>
              <a:ahLst/>
              <a:cxnLst/>
              <a:rect l="textAreaLeft" t="textAreaTop" r="textAreaRight" b="textAreaBottom"/>
              <a:pathLst>
                <a:path w="343" h="302">
                  <a:moveTo>
                    <a:pt x="167" y="0"/>
                  </a:moveTo>
                  <a:cubicBezTo>
                    <a:pt x="113" y="0"/>
                    <a:pt x="56" y="38"/>
                    <a:pt x="23" y="87"/>
                  </a:cubicBezTo>
                  <a:cubicBezTo>
                    <a:pt x="0" y="156"/>
                    <a:pt x="23" y="247"/>
                    <a:pt x="92" y="292"/>
                  </a:cubicBezTo>
                  <a:cubicBezTo>
                    <a:pt x="115" y="298"/>
                    <a:pt x="136" y="301"/>
                    <a:pt x="156" y="301"/>
                  </a:cubicBezTo>
                  <a:cubicBezTo>
                    <a:pt x="216" y="301"/>
                    <a:pt x="263" y="275"/>
                    <a:pt x="297" y="224"/>
                  </a:cubicBezTo>
                  <a:cubicBezTo>
                    <a:pt x="343" y="133"/>
                    <a:pt x="297" y="41"/>
                    <a:pt x="229" y="19"/>
                  </a:cubicBezTo>
                  <a:cubicBezTo>
                    <a:pt x="210" y="6"/>
                    <a:pt x="189" y="0"/>
                    <a:pt x="167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3320" rIns="90000" bIns="133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93" name="Google Shape;302;p2"/>
            <p:cNvSpPr/>
            <p:nvPr/>
          </p:nvSpPr>
          <p:spPr>
            <a:xfrm>
              <a:off x="702720" y="5550120"/>
              <a:ext cx="31320" cy="21240"/>
            </a:xfrm>
            <a:custGeom>
              <a:avLst/>
              <a:gdLst>
                <a:gd name="textAreaLeft" fmla="*/ 0 w 31320"/>
                <a:gd name="textAreaRight" fmla="*/ 32760 w 31320"/>
                <a:gd name="textAreaTop" fmla="*/ 0 h 21240"/>
                <a:gd name="textAreaBottom" fmla="*/ 22680 h 21240"/>
              </a:gdLst>
              <a:ahLst/>
              <a:cxnLst/>
              <a:rect l="textAreaLeft" t="textAreaTop" r="textAreaRight" b="textAreaBottom"/>
              <a:pathLst>
                <a:path w="366" h="252">
                  <a:moveTo>
                    <a:pt x="134" y="0"/>
                  </a:moveTo>
                  <a:cubicBezTo>
                    <a:pt x="72" y="0"/>
                    <a:pt x="16" y="31"/>
                    <a:pt x="1" y="92"/>
                  </a:cubicBezTo>
                  <a:lnTo>
                    <a:pt x="320" y="251"/>
                  </a:lnTo>
                  <a:cubicBezTo>
                    <a:pt x="366" y="160"/>
                    <a:pt x="320" y="46"/>
                    <a:pt x="229" y="23"/>
                  </a:cubicBezTo>
                  <a:cubicBezTo>
                    <a:pt x="198" y="8"/>
                    <a:pt x="165" y="0"/>
                    <a:pt x="134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160" rIns="90000" bIns="111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94" name="Google Shape;303;p2"/>
            <p:cNvSpPr/>
            <p:nvPr/>
          </p:nvSpPr>
          <p:spPr>
            <a:xfrm>
              <a:off x="1214640" y="5700960"/>
              <a:ext cx="23400" cy="21960"/>
            </a:xfrm>
            <a:custGeom>
              <a:avLst/>
              <a:gdLst>
                <a:gd name="textAreaLeft" fmla="*/ 0 w 23400"/>
                <a:gd name="textAreaRight" fmla="*/ 24840 w 23400"/>
                <a:gd name="textAreaTop" fmla="*/ 0 h 21960"/>
                <a:gd name="textAreaBottom" fmla="*/ 23400 h 21960"/>
              </a:gdLst>
              <a:ahLst/>
              <a:cxnLst/>
              <a:rect l="textAreaLeft" t="textAreaTop" r="textAreaRight" b="textAreaBottom"/>
              <a:pathLst>
                <a:path w="275" h="262">
                  <a:moveTo>
                    <a:pt x="143" y="1"/>
                  </a:moveTo>
                  <a:cubicBezTo>
                    <a:pt x="97" y="1"/>
                    <a:pt x="41" y="27"/>
                    <a:pt x="24" y="78"/>
                  </a:cubicBezTo>
                  <a:cubicBezTo>
                    <a:pt x="1" y="146"/>
                    <a:pt x="24" y="215"/>
                    <a:pt x="92" y="238"/>
                  </a:cubicBezTo>
                  <a:cubicBezTo>
                    <a:pt x="108" y="254"/>
                    <a:pt x="130" y="261"/>
                    <a:pt x="153" y="261"/>
                  </a:cubicBezTo>
                  <a:cubicBezTo>
                    <a:pt x="194" y="261"/>
                    <a:pt x="237" y="236"/>
                    <a:pt x="252" y="192"/>
                  </a:cubicBezTo>
                  <a:cubicBezTo>
                    <a:pt x="275" y="124"/>
                    <a:pt x="252" y="55"/>
                    <a:pt x="184" y="9"/>
                  </a:cubicBezTo>
                  <a:cubicBezTo>
                    <a:pt x="172" y="4"/>
                    <a:pt x="158" y="1"/>
                    <a:pt x="143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520" rIns="90000" bIns="115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95" name="Google Shape;304;p2"/>
            <p:cNvSpPr/>
            <p:nvPr/>
          </p:nvSpPr>
          <p:spPr>
            <a:xfrm>
              <a:off x="983160" y="4736160"/>
              <a:ext cx="31320" cy="26640"/>
            </a:xfrm>
            <a:custGeom>
              <a:avLst/>
              <a:gdLst>
                <a:gd name="textAreaLeft" fmla="*/ 0 w 31320"/>
                <a:gd name="textAreaRight" fmla="*/ 32760 w 31320"/>
                <a:gd name="textAreaTop" fmla="*/ 0 h 26640"/>
                <a:gd name="textAreaBottom" fmla="*/ 28080 h 26640"/>
              </a:gdLst>
              <a:ahLst/>
              <a:cxnLst/>
              <a:rect l="textAreaLeft" t="textAreaTop" r="textAreaRight" b="textAreaBottom"/>
              <a:pathLst>
                <a:path w="366" h="314">
                  <a:moveTo>
                    <a:pt x="194" y="0"/>
                  </a:moveTo>
                  <a:cubicBezTo>
                    <a:pt x="132" y="0"/>
                    <a:pt x="63" y="26"/>
                    <a:pt x="46" y="77"/>
                  </a:cubicBezTo>
                  <a:cubicBezTo>
                    <a:pt x="1" y="168"/>
                    <a:pt x="46" y="260"/>
                    <a:pt x="115" y="305"/>
                  </a:cubicBezTo>
                  <a:cubicBezTo>
                    <a:pt x="131" y="311"/>
                    <a:pt x="150" y="314"/>
                    <a:pt x="169" y="314"/>
                  </a:cubicBezTo>
                  <a:cubicBezTo>
                    <a:pt x="232" y="314"/>
                    <a:pt x="303" y="284"/>
                    <a:pt x="320" y="214"/>
                  </a:cubicBezTo>
                  <a:cubicBezTo>
                    <a:pt x="366" y="146"/>
                    <a:pt x="320" y="54"/>
                    <a:pt x="252" y="9"/>
                  </a:cubicBezTo>
                  <a:cubicBezTo>
                    <a:pt x="235" y="3"/>
                    <a:pt x="215" y="0"/>
                    <a:pt x="194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4040" rIns="90000" bIns="140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96" name="Google Shape;305;p2"/>
            <p:cNvSpPr/>
            <p:nvPr/>
          </p:nvSpPr>
          <p:spPr>
            <a:xfrm>
              <a:off x="856440" y="5622120"/>
              <a:ext cx="41760" cy="34560"/>
            </a:xfrm>
            <a:custGeom>
              <a:avLst/>
              <a:gdLst>
                <a:gd name="textAreaLeft" fmla="*/ 0 w 41760"/>
                <a:gd name="textAreaRight" fmla="*/ 43200 w 41760"/>
                <a:gd name="textAreaTop" fmla="*/ 0 h 34560"/>
                <a:gd name="textAreaBottom" fmla="*/ 36000 h 34560"/>
              </a:gdLst>
              <a:ahLst/>
              <a:cxnLst/>
              <a:rect l="textAreaLeft" t="textAreaTop" r="textAreaRight" b="textAreaBottom"/>
              <a:pathLst>
                <a:path w="480" h="402">
                  <a:moveTo>
                    <a:pt x="252" y="0"/>
                  </a:moveTo>
                  <a:cubicBezTo>
                    <a:pt x="173" y="0"/>
                    <a:pt x="102" y="43"/>
                    <a:pt x="69" y="109"/>
                  </a:cubicBezTo>
                  <a:cubicBezTo>
                    <a:pt x="1" y="201"/>
                    <a:pt x="46" y="338"/>
                    <a:pt x="160" y="383"/>
                  </a:cubicBezTo>
                  <a:cubicBezTo>
                    <a:pt x="185" y="395"/>
                    <a:pt x="211" y="401"/>
                    <a:pt x="237" y="401"/>
                  </a:cubicBezTo>
                  <a:cubicBezTo>
                    <a:pt x="309" y="401"/>
                    <a:pt x="384" y="359"/>
                    <a:pt x="434" y="292"/>
                  </a:cubicBezTo>
                  <a:cubicBezTo>
                    <a:pt x="480" y="178"/>
                    <a:pt x="434" y="64"/>
                    <a:pt x="343" y="18"/>
                  </a:cubicBezTo>
                  <a:cubicBezTo>
                    <a:pt x="312" y="6"/>
                    <a:pt x="282" y="0"/>
                    <a:pt x="252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8000" rIns="90000" bIns="180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97" name="Google Shape;306;p2"/>
            <p:cNvSpPr/>
            <p:nvPr/>
          </p:nvSpPr>
          <p:spPr>
            <a:xfrm>
              <a:off x="925920" y="5415480"/>
              <a:ext cx="33480" cy="3060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30600"/>
                <a:gd name="textAreaBottom" fmla="*/ 32040 h 30600"/>
              </a:gdLst>
              <a:ahLst/>
              <a:cxnLst/>
              <a:rect l="textAreaLeft" t="textAreaTop" r="textAreaRight" b="textAreaBottom"/>
              <a:pathLst>
                <a:path w="389" h="357">
                  <a:moveTo>
                    <a:pt x="198" y="1"/>
                  </a:moveTo>
                  <a:cubicBezTo>
                    <a:pt x="129" y="1"/>
                    <a:pt x="63" y="43"/>
                    <a:pt x="46" y="110"/>
                  </a:cubicBezTo>
                  <a:cubicBezTo>
                    <a:pt x="1" y="201"/>
                    <a:pt x="23" y="293"/>
                    <a:pt x="115" y="338"/>
                  </a:cubicBezTo>
                  <a:cubicBezTo>
                    <a:pt x="139" y="350"/>
                    <a:pt x="165" y="356"/>
                    <a:pt x="191" y="356"/>
                  </a:cubicBezTo>
                  <a:cubicBezTo>
                    <a:pt x="261" y="356"/>
                    <a:pt x="326" y="314"/>
                    <a:pt x="343" y="247"/>
                  </a:cubicBezTo>
                  <a:cubicBezTo>
                    <a:pt x="389" y="178"/>
                    <a:pt x="366" y="64"/>
                    <a:pt x="275" y="19"/>
                  </a:cubicBezTo>
                  <a:cubicBezTo>
                    <a:pt x="250" y="6"/>
                    <a:pt x="224" y="1"/>
                    <a:pt x="198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840" rIns="90000" bIns="158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98" name="Google Shape;307;p2"/>
            <p:cNvSpPr/>
            <p:nvPr/>
          </p:nvSpPr>
          <p:spPr>
            <a:xfrm>
              <a:off x="639360" y="5324760"/>
              <a:ext cx="35280" cy="30960"/>
            </a:xfrm>
            <a:custGeom>
              <a:avLst/>
              <a:gdLst>
                <a:gd name="textAreaLeft" fmla="*/ 0 w 35280"/>
                <a:gd name="textAreaRight" fmla="*/ 36720 w 35280"/>
                <a:gd name="textAreaTop" fmla="*/ 0 h 30960"/>
                <a:gd name="textAreaBottom" fmla="*/ 32400 h 30960"/>
              </a:gdLst>
              <a:ahLst/>
              <a:cxnLst/>
              <a:rect l="textAreaLeft" t="textAreaTop" r="textAreaRight" b="textAreaBottom"/>
              <a:pathLst>
                <a:path w="411" h="361">
                  <a:moveTo>
                    <a:pt x="178" y="1"/>
                  </a:moveTo>
                  <a:cubicBezTo>
                    <a:pt x="114" y="1"/>
                    <a:pt x="53" y="31"/>
                    <a:pt x="23" y="92"/>
                  </a:cubicBezTo>
                  <a:cubicBezTo>
                    <a:pt x="0" y="183"/>
                    <a:pt x="23" y="297"/>
                    <a:pt x="114" y="343"/>
                  </a:cubicBezTo>
                  <a:cubicBezTo>
                    <a:pt x="139" y="355"/>
                    <a:pt x="165" y="361"/>
                    <a:pt x="191" y="361"/>
                  </a:cubicBezTo>
                  <a:cubicBezTo>
                    <a:pt x="262" y="361"/>
                    <a:pt x="332" y="318"/>
                    <a:pt x="365" y="252"/>
                  </a:cubicBezTo>
                  <a:cubicBezTo>
                    <a:pt x="411" y="160"/>
                    <a:pt x="365" y="69"/>
                    <a:pt x="274" y="23"/>
                  </a:cubicBezTo>
                  <a:cubicBezTo>
                    <a:pt x="244" y="8"/>
                    <a:pt x="211" y="1"/>
                    <a:pt x="178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6200" rIns="90000" bIns="162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99" name="Google Shape;308;p2"/>
            <p:cNvSpPr/>
            <p:nvPr/>
          </p:nvSpPr>
          <p:spPr>
            <a:xfrm>
              <a:off x="1386720" y="5821920"/>
              <a:ext cx="33480" cy="2988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29880"/>
                <a:gd name="textAreaBottom" fmla="*/ 31320 h 29880"/>
              </a:gdLst>
              <a:ahLst/>
              <a:cxnLst/>
              <a:rect l="textAreaLeft" t="textAreaTop" r="textAreaRight" b="textAreaBottom"/>
              <a:pathLst>
                <a:path w="389" h="347">
                  <a:moveTo>
                    <a:pt x="210" y="1"/>
                  </a:moveTo>
                  <a:cubicBezTo>
                    <a:pt x="142" y="1"/>
                    <a:pt x="81" y="31"/>
                    <a:pt x="46" y="100"/>
                  </a:cubicBezTo>
                  <a:cubicBezTo>
                    <a:pt x="0" y="192"/>
                    <a:pt x="23" y="283"/>
                    <a:pt x="114" y="329"/>
                  </a:cubicBezTo>
                  <a:cubicBezTo>
                    <a:pt x="139" y="341"/>
                    <a:pt x="163" y="347"/>
                    <a:pt x="187" y="347"/>
                  </a:cubicBezTo>
                  <a:cubicBezTo>
                    <a:pt x="251" y="347"/>
                    <a:pt x="309" y="304"/>
                    <a:pt x="343" y="237"/>
                  </a:cubicBezTo>
                  <a:cubicBezTo>
                    <a:pt x="388" y="169"/>
                    <a:pt x="343" y="55"/>
                    <a:pt x="274" y="9"/>
                  </a:cubicBezTo>
                  <a:cubicBezTo>
                    <a:pt x="253" y="4"/>
                    <a:pt x="231" y="1"/>
                    <a:pt x="210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480" rIns="90000" bIns="154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00" name="Google Shape;309;p2"/>
            <p:cNvSpPr/>
            <p:nvPr/>
          </p:nvSpPr>
          <p:spPr>
            <a:xfrm>
              <a:off x="1100160" y="5509440"/>
              <a:ext cx="39600" cy="34560"/>
            </a:xfrm>
            <a:custGeom>
              <a:avLst/>
              <a:gdLst>
                <a:gd name="textAreaLeft" fmla="*/ 0 w 39600"/>
                <a:gd name="textAreaRight" fmla="*/ 41040 w 39600"/>
                <a:gd name="textAreaTop" fmla="*/ 0 h 34560"/>
                <a:gd name="textAreaBottom" fmla="*/ 36000 h 34560"/>
              </a:gdLst>
              <a:ahLst/>
              <a:cxnLst/>
              <a:rect l="textAreaLeft" t="textAreaTop" r="textAreaRight" b="textAreaBottom"/>
              <a:pathLst>
                <a:path w="458" h="402">
                  <a:moveTo>
                    <a:pt x="240" y="1"/>
                  </a:moveTo>
                  <a:cubicBezTo>
                    <a:pt x="162" y="1"/>
                    <a:pt x="80" y="43"/>
                    <a:pt x="46" y="110"/>
                  </a:cubicBezTo>
                  <a:cubicBezTo>
                    <a:pt x="1" y="224"/>
                    <a:pt x="46" y="338"/>
                    <a:pt x="138" y="384"/>
                  </a:cubicBezTo>
                  <a:cubicBezTo>
                    <a:pt x="168" y="396"/>
                    <a:pt x="199" y="402"/>
                    <a:pt x="228" y="402"/>
                  </a:cubicBezTo>
                  <a:cubicBezTo>
                    <a:pt x="308" y="402"/>
                    <a:pt x="378" y="359"/>
                    <a:pt x="412" y="293"/>
                  </a:cubicBezTo>
                  <a:cubicBezTo>
                    <a:pt x="457" y="201"/>
                    <a:pt x="412" y="87"/>
                    <a:pt x="320" y="19"/>
                  </a:cubicBezTo>
                  <a:cubicBezTo>
                    <a:pt x="296" y="6"/>
                    <a:pt x="268" y="1"/>
                    <a:pt x="240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8000" rIns="90000" bIns="180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01" name="Google Shape;310;p2"/>
            <p:cNvSpPr/>
            <p:nvPr/>
          </p:nvSpPr>
          <p:spPr>
            <a:xfrm>
              <a:off x="1634760" y="6037920"/>
              <a:ext cx="27360" cy="1872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18720"/>
                <a:gd name="textAreaBottom" fmla="*/ 20160 h 18720"/>
              </a:gdLst>
              <a:ahLst/>
              <a:cxnLst/>
              <a:rect l="textAreaLeft" t="textAreaTop" r="textAreaRight" b="textAreaBottom"/>
              <a:pathLst>
                <a:path w="320" h="224">
                  <a:moveTo>
                    <a:pt x="144" y="0"/>
                  </a:moveTo>
                  <a:cubicBezTo>
                    <a:pt x="90" y="0"/>
                    <a:pt x="33" y="38"/>
                    <a:pt x="0" y="87"/>
                  </a:cubicBezTo>
                  <a:lnTo>
                    <a:pt x="297" y="224"/>
                  </a:lnTo>
                  <a:cubicBezTo>
                    <a:pt x="320" y="133"/>
                    <a:pt x="297" y="41"/>
                    <a:pt x="206" y="19"/>
                  </a:cubicBezTo>
                  <a:cubicBezTo>
                    <a:pt x="186" y="6"/>
                    <a:pt x="166" y="0"/>
                    <a:pt x="144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080" rIns="9000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02" name="Google Shape;311;p2"/>
            <p:cNvSpPr/>
            <p:nvPr/>
          </p:nvSpPr>
          <p:spPr>
            <a:xfrm>
              <a:off x="618480" y="5141520"/>
              <a:ext cx="29520" cy="25920"/>
            </a:xfrm>
            <a:custGeom>
              <a:avLst/>
              <a:gdLst>
                <a:gd name="textAreaLeft" fmla="*/ 0 w 29520"/>
                <a:gd name="textAreaRight" fmla="*/ 30960 w 29520"/>
                <a:gd name="textAreaTop" fmla="*/ 0 h 25920"/>
                <a:gd name="textAreaBottom" fmla="*/ 27360 h 25920"/>
              </a:gdLst>
              <a:ahLst/>
              <a:cxnLst/>
              <a:rect l="textAreaLeft" t="textAreaTop" r="textAreaRight" b="textAreaBottom"/>
              <a:pathLst>
                <a:path w="344" h="306">
                  <a:moveTo>
                    <a:pt x="174" y="1"/>
                  </a:moveTo>
                  <a:cubicBezTo>
                    <a:pt x="118" y="1"/>
                    <a:pt x="58" y="26"/>
                    <a:pt x="24" y="78"/>
                  </a:cubicBezTo>
                  <a:cubicBezTo>
                    <a:pt x="1" y="169"/>
                    <a:pt x="24" y="260"/>
                    <a:pt x="92" y="283"/>
                  </a:cubicBezTo>
                  <a:cubicBezTo>
                    <a:pt x="123" y="298"/>
                    <a:pt x="153" y="306"/>
                    <a:pt x="181" y="306"/>
                  </a:cubicBezTo>
                  <a:cubicBezTo>
                    <a:pt x="237" y="306"/>
                    <a:pt x="282" y="275"/>
                    <a:pt x="298" y="215"/>
                  </a:cubicBezTo>
                  <a:cubicBezTo>
                    <a:pt x="343" y="146"/>
                    <a:pt x="298" y="55"/>
                    <a:pt x="229" y="9"/>
                  </a:cubicBezTo>
                  <a:cubicBezTo>
                    <a:pt x="212" y="3"/>
                    <a:pt x="193" y="1"/>
                    <a:pt x="174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3680" rIns="90000" bIns="136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03" name="Google Shape;312;p2"/>
            <p:cNvSpPr/>
            <p:nvPr/>
          </p:nvSpPr>
          <p:spPr>
            <a:xfrm>
              <a:off x="311400" y="5320080"/>
              <a:ext cx="23040" cy="21600"/>
            </a:xfrm>
            <a:custGeom>
              <a:avLst/>
              <a:gdLst>
                <a:gd name="textAreaLeft" fmla="*/ 0 w 23040"/>
                <a:gd name="textAreaRight" fmla="*/ 24480 w 23040"/>
                <a:gd name="textAreaTop" fmla="*/ 0 h 21600"/>
                <a:gd name="textAreaBottom" fmla="*/ 23040 h 21600"/>
              </a:gdLst>
              <a:ahLst/>
              <a:cxnLst/>
              <a:rect l="textAreaLeft" t="textAreaTop" r="textAreaRight" b="textAreaBottom"/>
              <a:pathLst>
                <a:path w="274" h="257">
                  <a:moveTo>
                    <a:pt x="142" y="0"/>
                  </a:moveTo>
                  <a:cubicBezTo>
                    <a:pt x="96" y="0"/>
                    <a:pt x="40" y="26"/>
                    <a:pt x="23" y="77"/>
                  </a:cubicBezTo>
                  <a:cubicBezTo>
                    <a:pt x="0" y="146"/>
                    <a:pt x="23" y="214"/>
                    <a:pt x="91" y="237"/>
                  </a:cubicBezTo>
                  <a:cubicBezTo>
                    <a:pt x="105" y="251"/>
                    <a:pt x="122" y="256"/>
                    <a:pt x="140" y="256"/>
                  </a:cubicBezTo>
                  <a:cubicBezTo>
                    <a:pt x="185" y="256"/>
                    <a:pt x="235" y="224"/>
                    <a:pt x="251" y="192"/>
                  </a:cubicBezTo>
                  <a:cubicBezTo>
                    <a:pt x="274" y="123"/>
                    <a:pt x="251" y="55"/>
                    <a:pt x="183" y="9"/>
                  </a:cubicBezTo>
                  <a:cubicBezTo>
                    <a:pt x="171" y="3"/>
                    <a:pt x="157" y="0"/>
                    <a:pt x="142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520" rIns="90000" bIns="115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04" name="Google Shape;313;p2"/>
            <p:cNvSpPr/>
            <p:nvPr/>
          </p:nvSpPr>
          <p:spPr>
            <a:xfrm>
              <a:off x="45000" y="5203800"/>
              <a:ext cx="17280" cy="12960"/>
            </a:xfrm>
            <a:custGeom>
              <a:avLst/>
              <a:gdLst>
                <a:gd name="textAreaLeft" fmla="*/ 0 w 17280"/>
                <a:gd name="textAreaRight" fmla="*/ 18720 w 17280"/>
                <a:gd name="textAreaTop" fmla="*/ 0 h 12960"/>
                <a:gd name="textAreaBottom" fmla="*/ 14400 h 12960"/>
              </a:gdLst>
              <a:ahLst/>
              <a:cxnLst/>
              <a:rect l="textAreaLeft" t="textAreaTop" r="textAreaRight" b="textAreaBottom"/>
              <a:pathLst>
                <a:path w="207" h="162">
                  <a:moveTo>
                    <a:pt x="84" y="1"/>
                  </a:moveTo>
                  <a:cubicBezTo>
                    <a:pt x="49" y="1"/>
                    <a:pt x="15" y="26"/>
                    <a:pt x="1" y="70"/>
                  </a:cubicBezTo>
                  <a:lnTo>
                    <a:pt x="183" y="162"/>
                  </a:lnTo>
                  <a:cubicBezTo>
                    <a:pt x="206" y="93"/>
                    <a:pt x="206" y="48"/>
                    <a:pt x="138" y="25"/>
                  </a:cubicBezTo>
                  <a:cubicBezTo>
                    <a:pt x="121" y="9"/>
                    <a:pt x="102" y="1"/>
                    <a:pt x="84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7200" rIns="90000" bIns="72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05" name="Google Shape;314;p2"/>
            <p:cNvSpPr/>
            <p:nvPr/>
          </p:nvSpPr>
          <p:spPr>
            <a:xfrm>
              <a:off x="174240" y="3650400"/>
              <a:ext cx="27360" cy="2484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24840"/>
                <a:gd name="textAreaBottom" fmla="*/ 26280 h 24840"/>
              </a:gdLst>
              <a:ahLst/>
              <a:cxnLst/>
              <a:rect l="textAreaLeft" t="textAreaTop" r="textAreaRight" b="textAreaBottom"/>
              <a:pathLst>
                <a:path w="321" h="292">
                  <a:moveTo>
                    <a:pt x="174" y="1"/>
                  </a:moveTo>
                  <a:cubicBezTo>
                    <a:pt x="118" y="1"/>
                    <a:pt x="58" y="26"/>
                    <a:pt x="24" y="78"/>
                  </a:cubicBezTo>
                  <a:cubicBezTo>
                    <a:pt x="1" y="169"/>
                    <a:pt x="24" y="238"/>
                    <a:pt x="92" y="283"/>
                  </a:cubicBezTo>
                  <a:cubicBezTo>
                    <a:pt x="115" y="289"/>
                    <a:pt x="136" y="292"/>
                    <a:pt x="156" y="292"/>
                  </a:cubicBezTo>
                  <a:cubicBezTo>
                    <a:pt x="216" y="292"/>
                    <a:pt x="263" y="266"/>
                    <a:pt x="297" y="215"/>
                  </a:cubicBezTo>
                  <a:cubicBezTo>
                    <a:pt x="320" y="146"/>
                    <a:pt x="297" y="55"/>
                    <a:pt x="229" y="9"/>
                  </a:cubicBezTo>
                  <a:cubicBezTo>
                    <a:pt x="212" y="4"/>
                    <a:pt x="193" y="1"/>
                    <a:pt x="174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06" name="Google Shape;315;p2"/>
            <p:cNvSpPr/>
            <p:nvPr/>
          </p:nvSpPr>
          <p:spPr>
            <a:xfrm>
              <a:off x="-315360" y="4375440"/>
              <a:ext cx="35640" cy="31680"/>
            </a:xfrm>
            <a:custGeom>
              <a:avLst/>
              <a:gdLst>
                <a:gd name="textAreaLeft" fmla="*/ 0 w 35640"/>
                <a:gd name="textAreaRight" fmla="*/ 37080 w 35640"/>
                <a:gd name="textAreaTop" fmla="*/ 0 h 31680"/>
                <a:gd name="textAreaBottom" fmla="*/ 33120 h 31680"/>
              </a:gdLst>
              <a:ahLst/>
              <a:cxnLst/>
              <a:rect l="textAreaLeft" t="textAreaTop" r="textAreaRight" b="textAreaBottom"/>
              <a:pathLst>
                <a:path w="412" h="369">
                  <a:moveTo>
                    <a:pt x="207" y="0"/>
                  </a:moveTo>
                  <a:cubicBezTo>
                    <a:pt x="134" y="0"/>
                    <a:pt x="64" y="30"/>
                    <a:pt x="46" y="100"/>
                  </a:cubicBezTo>
                  <a:cubicBezTo>
                    <a:pt x="0" y="191"/>
                    <a:pt x="23" y="305"/>
                    <a:pt x="115" y="351"/>
                  </a:cubicBezTo>
                  <a:cubicBezTo>
                    <a:pt x="139" y="363"/>
                    <a:pt x="165" y="369"/>
                    <a:pt x="191" y="369"/>
                  </a:cubicBezTo>
                  <a:cubicBezTo>
                    <a:pt x="262" y="369"/>
                    <a:pt x="332" y="326"/>
                    <a:pt x="366" y="260"/>
                  </a:cubicBezTo>
                  <a:cubicBezTo>
                    <a:pt x="411" y="168"/>
                    <a:pt x="366" y="54"/>
                    <a:pt x="274" y="8"/>
                  </a:cubicBezTo>
                  <a:cubicBezTo>
                    <a:pt x="253" y="3"/>
                    <a:pt x="230" y="0"/>
                    <a:pt x="207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6560" rIns="90000" bIns="165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07" name="Google Shape;316;p2"/>
            <p:cNvSpPr/>
            <p:nvPr/>
          </p:nvSpPr>
          <p:spPr>
            <a:xfrm>
              <a:off x="1333440" y="5418000"/>
              <a:ext cx="27360" cy="2484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24840"/>
                <a:gd name="textAreaBottom" fmla="*/ 26280 h 24840"/>
              </a:gdLst>
              <a:ahLst/>
              <a:cxnLst/>
              <a:rect l="textAreaLeft" t="textAreaTop" r="textAreaRight" b="textAreaBottom"/>
              <a:pathLst>
                <a:path w="321" h="292">
                  <a:moveTo>
                    <a:pt x="155" y="1"/>
                  </a:moveTo>
                  <a:cubicBezTo>
                    <a:pt x="105" y="1"/>
                    <a:pt x="58" y="27"/>
                    <a:pt x="24" y="78"/>
                  </a:cubicBezTo>
                  <a:cubicBezTo>
                    <a:pt x="1" y="146"/>
                    <a:pt x="24" y="238"/>
                    <a:pt x="92" y="283"/>
                  </a:cubicBezTo>
                  <a:cubicBezTo>
                    <a:pt x="109" y="289"/>
                    <a:pt x="128" y="292"/>
                    <a:pt x="146" y="292"/>
                  </a:cubicBezTo>
                  <a:cubicBezTo>
                    <a:pt x="202" y="292"/>
                    <a:pt x="258" y="266"/>
                    <a:pt x="275" y="215"/>
                  </a:cubicBezTo>
                  <a:cubicBezTo>
                    <a:pt x="320" y="146"/>
                    <a:pt x="275" y="55"/>
                    <a:pt x="206" y="10"/>
                  </a:cubicBezTo>
                  <a:cubicBezTo>
                    <a:pt x="189" y="4"/>
                    <a:pt x="172" y="1"/>
                    <a:pt x="155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08" name="Google Shape;317;p2"/>
            <p:cNvSpPr/>
            <p:nvPr/>
          </p:nvSpPr>
          <p:spPr>
            <a:xfrm>
              <a:off x="1421640" y="4488840"/>
              <a:ext cx="33480" cy="2952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29520"/>
                <a:gd name="textAreaBottom" fmla="*/ 30960 h 29520"/>
              </a:gdLst>
              <a:ahLst/>
              <a:cxnLst/>
              <a:rect l="textAreaLeft" t="textAreaTop" r="textAreaRight" b="textAreaBottom"/>
              <a:pathLst>
                <a:path w="389" h="344">
                  <a:moveTo>
                    <a:pt x="179" y="1"/>
                  </a:moveTo>
                  <a:cubicBezTo>
                    <a:pt x="114" y="1"/>
                    <a:pt x="54" y="31"/>
                    <a:pt x="23" y="92"/>
                  </a:cubicBezTo>
                  <a:cubicBezTo>
                    <a:pt x="0" y="183"/>
                    <a:pt x="23" y="275"/>
                    <a:pt x="114" y="320"/>
                  </a:cubicBezTo>
                  <a:cubicBezTo>
                    <a:pt x="145" y="336"/>
                    <a:pt x="175" y="343"/>
                    <a:pt x="204" y="343"/>
                  </a:cubicBezTo>
                  <a:cubicBezTo>
                    <a:pt x="262" y="343"/>
                    <a:pt x="312" y="313"/>
                    <a:pt x="343" y="252"/>
                  </a:cubicBezTo>
                  <a:cubicBezTo>
                    <a:pt x="388" y="161"/>
                    <a:pt x="343" y="46"/>
                    <a:pt x="274" y="24"/>
                  </a:cubicBezTo>
                  <a:cubicBezTo>
                    <a:pt x="244" y="8"/>
                    <a:pt x="211" y="1"/>
                    <a:pt x="179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480" rIns="90000" bIns="154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09" name="Google Shape;318;p2"/>
            <p:cNvSpPr/>
            <p:nvPr/>
          </p:nvSpPr>
          <p:spPr>
            <a:xfrm>
              <a:off x="1851840" y="5528160"/>
              <a:ext cx="37440" cy="32760"/>
            </a:xfrm>
            <a:custGeom>
              <a:avLst/>
              <a:gdLst>
                <a:gd name="textAreaLeft" fmla="*/ 0 w 37440"/>
                <a:gd name="textAreaRight" fmla="*/ 38880 w 37440"/>
                <a:gd name="textAreaTop" fmla="*/ 0 h 32760"/>
                <a:gd name="textAreaBottom" fmla="*/ 34200 h 32760"/>
              </a:gdLst>
              <a:ahLst/>
              <a:cxnLst/>
              <a:rect l="textAreaLeft" t="textAreaTop" r="textAreaRight" b="textAreaBottom"/>
              <a:pathLst>
                <a:path w="435" h="383">
                  <a:moveTo>
                    <a:pt x="221" y="0"/>
                  </a:moveTo>
                  <a:cubicBezTo>
                    <a:pt x="150" y="0"/>
                    <a:pt x="80" y="43"/>
                    <a:pt x="46" y="109"/>
                  </a:cubicBezTo>
                  <a:cubicBezTo>
                    <a:pt x="1" y="201"/>
                    <a:pt x="23" y="315"/>
                    <a:pt x="138" y="360"/>
                  </a:cubicBezTo>
                  <a:cubicBezTo>
                    <a:pt x="166" y="375"/>
                    <a:pt x="198" y="382"/>
                    <a:pt x="228" y="382"/>
                  </a:cubicBezTo>
                  <a:cubicBezTo>
                    <a:pt x="294" y="382"/>
                    <a:pt x="357" y="347"/>
                    <a:pt x="389" y="269"/>
                  </a:cubicBezTo>
                  <a:cubicBezTo>
                    <a:pt x="434" y="178"/>
                    <a:pt x="389" y="64"/>
                    <a:pt x="297" y="18"/>
                  </a:cubicBezTo>
                  <a:cubicBezTo>
                    <a:pt x="273" y="6"/>
                    <a:pt x="247" y="0"/>
                    <a:pt x="221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6920" rIns="90000" bIns="169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10" name="Google Shape;319;p2"/>
            <p:cNvSpPr/>
            <p:nvPr/>
          </p:nvSpPr>
          <p:spPr>
            <a:xfrm>
              <a:off x="110520" y="4663440"/>
              <a:ext cx="25200" cy="22680"/>
            </a:xfrm>
            <a:custGeom>
              <a:avLst/>
              <a:gdLst>
                <a:gd name="textAreaLeft" fmla="*/ 0 w 25200"/>
                <a:gd name="textAreaRight" fmla="*/ 26640 w 25200"/>
                <a:gd name="textAreaTop" fmla="*/ 0 h 22680"/>
                <a:gd name="textAreaBottom" fmla="*/ 24120 h 22680"/>
              </a:gdLst>
              <a:ahLst/>
              <a:cxnLst/>
              <a:rect l="textAreaLeft" t="textAreaTop" r="textAreaRight" b="textAreaBottom"/>
              <a:pathLst>
                <a:path w="297" h="267">
                  <a:moveTo>
                    <a:pt x="146" y="1"/>
                  </a:moveTo>
                  <a:cubicBezTo>
                    <a:pt x="99" y="1"/>
                    <a:pt x="55" y="33"/>
                    <a:pt x="23" y="65"/>
                  </a:cubicBezTo>
                  <a:cubicBezTo>
                    <a:pt x="0" y="134"/>
                    <a:pt x="23" y="225"/>
                    <a:pt x="91" y="248"/>
                  </a:cubicBezTo>
                  <a:cubicBezTo>
                    <a:pt x="111" y="261"/>
                    <a:pt x="130" y="266"/>
                    <a:pt x="148" y="266"/>
                  </a:cubicBezTo>
                  <a:cubicBezTo>
                    <a:pt x="196" y="266"/>
                    <a:pt x="241" y="229"/>
                    <a:pt x="274" y="180"/>
                  </a:cubicBezTo>
                  <a:cubicBezTo>
                    <a:pt x="297" y="134"/>
                    <a:pt x="274" y="43"/>
                    <a:pt x="206" y="20"/>
                  </a:cubicBezTo>
                  <a:cubicBezTo>
                    <a:pt x="185" y="6"/>
                    <a:pt x="165" y="1"/>
                    <a:pt x="146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880" rIns="90000" bIns="118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11" name="Google Shape;320;p2"/>
            <p:cNvSpPr/>
            <p:nvPr/>
          </p:nvSpPr>
          <p:spPr>
            <a:xfrm>
              <a:off x="1620360" y="4738680"/>
              <a:ext cx="23400" cy="21960"/>
            </a:xfrm>
            <a:custGeom>
              <a:avLst/>
              <a:gdLst>
                <a:gd name="textAreaLeft" fmla="*/ 0 w 23400"/>
                <a:gd name="textAreaRight" fmla="*/ 24840 w 23400"/>
                <a:gd name="textAreaTop" fmla="*/ 0 h 21960"/>
                <a:gd name="textAreaBottom" fmla="*/ 23400 h 21960"/>
              </a:gdLst>
              <a:ahLst/>
              <a:cxnLst/>
              <a:rect l="textAreaLeft" t="textAreaTop" r="textAreaRight" b="textAreaBottom"/>
              <a:pathLst>
                <a:path w="275" h="262">
                  <a:moveTo>
                    <a:pt x="122" y="1"/>
                  </a:moveTo>
                  <a:cubicBezTo>
                    <a:pt x="81" y="1"/>
                    <a:pt x="38" y="26"/>
                    <a:pt x="23" y="70"/>
                  </a:cubicBezTo>
                  <a:cubicBezTo>
                    <a:pt x="0" y="138"/>
                    <a:pt x="23" y="207"/>
                    <a:pt x="69" y="253"/>
                  </a:cubicBezTo>
                  <a:cubicBezTo>
                    <a:pt x="86" y="258"/>
                    <a:pt x="103" y="261"/>
                    <a:pt x="120" y="261"/>
                  </a:cubicBezTo>
                  <a:cubicBezTo>
                    <a:pt x="170" y="261"/>
                    <a:pt x="217" y="235"/>
                    <a:pt x="251" y="184"/>
                  </a:cubicBezTo>
                  <a:cubicBezTo>
                    <a:pt x="274" y="116"/>
                    <a:pt x="251" y="47"/>
                    <a:pt x="183" y="24"/>
                  </a:cubicBezTo>
                  <a:cubicBezTo>
                    <a:pt x="167" y="8"/>
                    <a:pt x="145" y="1"/>
                    <a:pt x="122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520" rIns="90000" bIns="115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12" name="Google Shape;321;p2"/>
            <p:cNvSpPr/>
            <p:nvPr/>
          </p:nvSpPr>
          <p:spPr>
            <a:xfrm>
              <a:off x="-280440" y="4630680"/>
              <a:ext cx="35640" cy="32400"/>
            </a:xfrm>
            <a:custGeom>
              <a:avLst/>
              <a:gdLst>
                <a:gd name="textAreaLeft" fmla="*/ 0 w 35640"/>
                <a:gd name="textAreaRight" fmla="*/ 37080 w 35640"/>
                <a:gd name="textAreaTop" fmla="*/ 0 h 32400"/>
                <a:gd name="textAreaBottom" fmla="*/ 33840 h 32400"/>
              </a:gdLst>
              <a:ahLst/>
              <a:cxnLst/>
              <a:rect l="textAreaLeft" t="textAreaTop" r="textAreaRight" b="textAreaBottom"/>
              <a:pathLst>
                <a:path w="412" h="379">
                  <a:moveTo>
                    <a:pt x="221" y="1"/>
                  </a:moveTo>
                  <a:cubicBezTo>
                    <a:pt x="150" y="1"/>
                    <a:pt x="80" y="43"/>
                    <a:pt x="46" y="110"/>
                  </a:cubicBezTo>
                  <a:cubicBezTo>
                    <a:pt x="0" y="201"/>
                    <a:pt x="46" y="315"/>
                    <a:pt x="137" y="361"/>
                  </a:cubicBezTo>
                  <a:cubicBezTo>
                    <a:pt x="162" y="373"/>
                    <a:pt x="186" y="379"/>
                    <a:pt x="210" y="379"/>
                  </a:cubicBezTo>
                  <a:cubicBezTo>
                    <a:pt x="274" y="379"/>
                    <a:pt x="332" y="337"/>
                    <a:pt x="366" y="270"/>
                  </a:cubicBezTo>
                  <a:cubicBezTo>
                    <a:pt x="411" y="178"/>
                    <a:pt x="389" y="64"/>
                    <a:pt x="297" y="19"/>
                  </a:cubicBezTo>
                  <a:cubicBezTo>
                    <a:pt x="273" y="6"/>
                    <a:pt x="247" y="1"/>
                    <a:pt x="221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6920" rIns="90000" bIns="169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13" name="Google Shape;322;p2"/>
            <p:cNvSpPr/>
            <p:nvPr/>
          </p:nvSpPr>
          <p:spPr>
            <a:xfrm>
              <a:off x="2802240" y="3352320"/>
              <a:ext cx="25200" cy="22680"/>
            </a:xfrm>
            <a:custGeom>
              <a:avLst/>
              <a:gdLst>
                <a:gd name="textAreaLeft" fmla="*/ 0 w 25200"/>
                <a:gd name="textAreaRight" fmla="*/ 26640 w 25200"/>
                <a:gd name="textAreaTop" fmla="*/ 0 h 22680"/>
                <a:gd name="textAreaBottom" fmla="*/ 24120 h 22680"/>
              </a:gdLst>
              <a:ahLst/>
              <a:cxnLst/>
              <a:rect l="textAreaLeft" t="textAreaTop" r="textAreaRight" b="textAreaBottom"/>
              <a:pathLst>
                <a:path w="298" h="267">
                  <a:moveTo>
                    <a:pt x="157" y="1"/>
                  </a:moveTo>
                  <a:cubicBezTo>
                    <a:pt x="113" y="1"/>
                    <a:pt x="62" y="33"/>
                    <a:pt x="46" y="65"/>
                  </a:cubicBezTo>
                  <a:cubicBezTo>
                    <a:pt x="1" y="134"/>
                    <a:pt x="46" y="225"/>
                    <a:pt x="92" y="248"/>
                  </a:cubicBezTo>
                  <a:cubicBezTo>
                    <a:pt x="111" y="261"/>
                    <a:pt x="132" y="266"/>
                    <a:pt x="153" y="266"/>
                  </a:cubicBezTo>
                  <a:cubicBezTo>
                    <a:pt x="206" y="266"/>
                    <a:pt x="258" y="229"/>
                    <a:pt x="274" y="179"/>
                  </a:cubicBezTo>
                  <a:cubicBezTo>
                    <a:pt x="297" y="134"/>
                    <a:pt x="274" y="42"/>
                    <a:pt x="206" y="20"/>
                  </a:cubicBezTo>
                  <a:cubicBezTo>
                    <a:pt x="193" y="6"/>
                    <a:pt x="175" y="1"/>
                    <a:pt x="157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880" rIns="90000" bIns="118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14" name="Google Shape;323;p2"/>
            <p:cNvSpPr/>
            <p:nvPr/>
          </p:nvSpPr>
          <p:spPr>
            <a:xfrm>
              <a:off x="1917360" y="5887440"/>
              <a:ext cx="21240" cy="18720"/>
            </a:xfrm>
            <a:custGeom>
              <a:avLst/>
              <a:gdLst>
                <a:gd name="textAreaLeft" fmla="*/ 0 w 21240"/>
                <a:gd name="textAreaRight" fmla="*/ 22680 w 21240"/>
                <a:gd name="textAreaTop" fmla="*/ 0 h 18720"/>
                <a:gd name="textAreaBottom" fmla="*/ 20160 h 18720"/>
              </a:gdLst>
              <a:ahLst/>
              <a:cxnLst/>
              <a:rect l="textAreaLeft" t="textAreaTop" r="textAreaRight" b="textAreaBottom"/>
              <a:pathLst>
                <a:path w="252" h="224">
                  <a:moveTo>
                    <a:pt x="128" y="1"/>
                  </a:moveTo>
                  <a:cubicBezTo>
                    <a:pt x="81" y="1"/>
                    <a:pt x="40" y="22"/>
                    <a:pt x="23" y="55"/>
                  </a:cubicBezTo>
                  <a:cubicBezTo>
                    <a:pt x="0" y="124"/>
                    <a:pt x="23" y="169"/>
                    <a:pt x="91" y="215"/>
                  </a:cubicBezTo>
                  <a:cubicBezTo>
                    <a:pt x="103" y="221"/>
                    <a:pt x="116" y="223"/>
                    <a:pt x="129" y="223"/>
                  </a:cubicBezTo>
                  <a:cubicBezTo>
                    <a:pt x="168" y="223"/>
                    <a:pt x="211" y="198"/>
                    <a:pt x="228" y="146"/>
                  </a:cubicBezTo>
                  <a:cubicBezTo>
                    <a:pt x="251" y="101"/>
                    <a:pt x="228" y="32"/>
                    <a:pt x="183" y="9"/>
                  </a:cubicBezTo>
                  <a:cubicBezTo>
                    <a:pt x="164" y="3"/>
                    <a:pt x="146" y="1"/>
                    <a:pt x="128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080" rIns="9000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15" name="Google Shape;324;p2"/>
            <p:cNvSpPr/>
            <p:nvPr/>
          </p:nvSpPr>
          <p:spPr>
            <a:xfrm>
              <a:off x="3529440" y="5756760"/>
              <a:ext cx="21240" cy="20160"/>
            </a:xfrm>
            <a:custGeom>
              <a:avLst/>
              <a:gdLst>
                <a:gd name="textAreaLeft" fmla="*/ 0 w 21240"/>
                <a:gd name="textAreaRight" fmla="*/ 22680 w 21240"/>
                <a:gd name="textAreaTop" fmla="*/ 0 h 20160"/>
                <a:gd name="textAreaBottom" fmla="*/ 21600 h 20160"/>
              </a:gdLst>
              <a:ahLst/>
              <a:cxnLst/>
              <a:rect l="textAreaLeft" t="textAreaTop" r="textAreaRight" b="textAreaBottom"/>
              <a:pathLst>
                <a:path w="252" h="239">
                  <a:moveTo>
                    <a:pt x="112" y="1"/>
                  </a:moveTo>
                  <a:cubicBezTo>
                    <a:pt x="72" y="1"/>
                    <a:pt x="38" y="26"/>
                    <a:pt x="23" y="70"/>
                  </a:cubicBezTo>
                  <a:cubicBezTo>
                    <a:pt x="1" y="116"/>
                    <a:pt x="23" y="184"/>
                    <a:pt x="69" y="230"/>
                  </a:cubicBezTo>
                  <a:cubicBezTo>
                    <a:pt x="86" y="236"/>
                    <a:pt x="103" y="238"/>
                    <a:pt x="120" y="238"/>
                  </a:cubicBezTo>
                  <a:cubicBezTo>
                    <a:pt x="169" y="238"/>
                    <a:pt x="212" y="213"/>
                    <a:pt x="229" y="161"/>
                  </a:cubicBezTo>
                  <a:cubicBezTo>
                    <a:pt x="252" y="116"/>
                    <a:pt x="229" y="47"/>
                    <a:pt x="183" y="25"/>
                  </a:cubicBezTo>
                  <a:cubicBezTo>
                    <a:pt x="159" y="8"/>
                    <a:pt x="135" y="1"/>
                    <a:pt x="112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0" rIns="90000" bIns="108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16" name="Google Shape;325;p2"/>
            <p:cNvSpPr/>
            <p:nvPr/>
          </p:nvSpPr>
          <p:spPr>
            <a:xfrm>
              <a:off x="2677320" y="6438240"/>
              <a:ext cx="27360" cy="2484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24840"/>
                <a:gd name="textAreaBottom" fmla="*/ 26280 h 24840"/>
              </a:gdLst>
              <a:ahLst/>
              <a:cxnLst/>
              <a:rect l="textAreaLeft" t="textAreaTop" r="textAreaRight" b="textAreaBottom"/>
              <a:pathLst>
                <a:path w="320" h="292">
                  <a:moveTo>
                    <a:pt x="174" y="1"/>
                  </a:moveTo>
                  <a:cubicBezTo>
                    <a:pt x="117" y="1"/>
                    <a:pt x="57" y="27"/>
                    <a:pt x="23" y="78"/>
                  </a:cubicBezTo>
                  <a:cubicBezTo>
                    <a:pt x="0" y="146"/>
                    <a:pt x="23" y="238"/>
                    <a:pt x="92" y="283"/>
                  </a:cubicBezTo>
                  <a:cubicBezTo>
                    <a:pt x="109" y="289"/>
                    <a:pt x="127" y="292"/>
                    <a:pt x="146" y="292"/>
                  </a:cubicBezTo>
                  <a:cubicBezTo>
                    <a:pt x="203" y="292"/>
                    <a:pt x="263" y="266"/>
                    <a:pt x="297" y="215"/>
                  </a:cubicBezTo>
                  <a:cubicBezTo>
                    <a:pt x="320" y="146"/>
                    <a:pt x="297" y="55"/>
                    <a:pt x="228" y="9"/>
                  </a:cubicBezTo>
                  <a:cubicBezTo>
                    <a:pt x="211" y="4"/>
                    <a:pt x="193" y="1"/>
                    <a:pt x="174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17" name="Google Shape;326;p2"/>
            <p:cNvSpPr/>
            <p:nvPr/>
          </p:nvSpPr>
          <p:spPr>
            <a:xfrm>
              <a:off x="2888280" y="6595920"/>
              <a:ext cx="23400" cy="18720"/>
            </a:xfrm>
            <a:custGeom>
              <a:avLst/>
              <a:gdLst>
                <a:gd name="textAreaLeft" fmla="*/ 0 w 23400"/>
                <a:gd name="textAreaRight" fmla="*/ 24840 w 23400"/>
                <a:gd name="textAreaTop" fmla="*/ 0 h 18720"/>
                <a:gd name="textAreaBottom" fmla="*/ 20160 h 18720"/>
              </a:gdLst>
              <a:ahLst/>
              <a:cxnLst/>
              <a:rect l="textAreaLeft" t="textAreaTop" r="textAreaRight" b="textAreaBottom"/>
              <a:pathLst>
                <a:path w="275" h="224">
                  <a:moveTo>
                    <a:pt x="142" y="0"/>
                  </a:moveTo>
                  <a:cubicBezTo>
                    <a:pt x="102" y="0"/>
                    <a:pt x="56" y="21"/>
                    <a:pt x="23" y="55"/>
                  </a:cubicBezTo>
                  <a:cubicBezTo>
                    <a:pt x="0" y="123"/>
                    <a:pt x="23" y="192"/>
                    <a:pt x="92" y="214"/>
                  </a:cubicBezTo>
                  <a:cubicBezTo>
                    <a:pt x="104" y="221"/>
                    <a:pt x="118" y="223"/>
                    <a:pt x="132" y="223"/>
                  </a:cubicBezTo>
                  <a:cubicBezTo>
                    <a:pt x="172" y="223"/>
                    <a:pt x="218" y="202"/>
                    <a:pt x="251" y="169"/>
                  </a:cubicBezTo>
                  <a:cubicBezTo>
                    <a:pt x="274" y="100"/>
                    <a:pt x="251" y="32"/>
                    <a:pt x="183" y="9"/>
                  </a:cubicBezTo>
                  <a:cubicBezTo>
                    <a:pt x="171" y="3"/>
                    <a:pt x="157" y="0"/>
                    <a:pt x="142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080" rIns="9000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18" name="Google Shape;327;p2"/>
            <p:cNvSpPr/>
            <p:nvPr/>
          </p:nvSpPr>
          <p:spPr>
            <a:xfrm>
              <a:off x="2849400" y="6269400"/>
              <a:ext cx="33480" cy="2916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29160"/>
                <a:gd name="textAreaBottom" fmla="*/ 30600 h 29160"/>
              </a:gdLst>
              <a:ahLst/>
              <a:cxnLst/>
              <a:rect l="textAreaLeft" t="textAreaTop" r="textAreaRight" b="textAreaBottom"/>
              <a:pathLst>
                <a:path w="389" h="339">
                  <a:moveTo>
                    <a:pt x="199" y="0"/>
                  </a:moveTo>
                  <a:cubicBezTo>
                    <a:pt x="136" y="0"/>
                    <a:pt x="79" y="38"/>
                    <a:pt x="46" y="87"/>
                  </a:cubicBezTo>
                  <a:cubicBezTo>
                    <a:pt x="1" y="179"/>
                    <a:pt x="23" y="270"/>
                    <a:pt x="115" y="316"/>
                  </a:cubicBezTo>
                  <a:cubicBezTo>
                    <a:pt x="145" y="331"/>
                    <a:pt x="176" y="338"/>
                    <a:pt x="204" y="338"/>
                  </a:cubicBezTo>
                  <a:cubicBezTo>
                    <a:pt x="262" y="338"/>
                    <a:pt x="313" y="308"/>
                    <a:pt x="343" y="247"/>
                  </a:cubicBezTo>
                  <a:cubicBezTo>
                    <a:pt x="389" y="156"/>
                    <a:pt x="343" y="64"/>
                    <a:pt x="274" y="19"/>
                  </a:cubicBezTo>
                  <a:cubicBezTo>
                    <a:pt x="249" y="6"/>
                    <a:pt x="223" y="0"/>
                    <a:pt x="199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120" rIns="90000" bIns="151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19" name="Google Shape;328;p2"/>
            <p:cNvSpPr/>
            <p:nvPr/>
          </p:nvSpPr>
          <p:spPr>
            <a:xfrm>
              <a:off x="4162320" y="6585840"/>
              <a:ext cx="23400" cy="20520"/>
            </a:xfrm>
            <a:custGeom>
              <a:avLst/>
              <a:gdLst>
                <a:gd name="textAreaLeft" fmla="*/ 0 w 23400"/>
                <a:gd name="textAreaRight" fmla="*/ 24840 w 23400"/>
                <a:gd name="textAreaTop" fmla="*/ 0 h 20520"/>
                <a:gd name="textAreaBottom" fmla="*/ 21960 h 20520"/>
              </a:gdLst>
              <a:ahLst/>
              <a:cxnLst/>
              <a:rect l="textAreaLeft" t="textAreaTop" r="textAreaRight" b="textAreaBottom"/>
              <a:pathLst>
                <a:path w="275" h="246">
                  <a:moveTo>
                    <a:pt x="142" y="0"/>
                  </a:moveTo>
                  <a:cubicBezTo>
                    <a:pt x="96" y="0"/>
                    <a:pt x="41" y="26"/>
                    <a:pt x="23" y="77"/>
                  </a:cubicBezTo>
                  <a:cubicBezTo>
                    <a:pt x="1" y="123"/>
                    <a:pt x="23" y="214"/>
                    <a:pt x="92" y="237"/>
                  </a:cubicBezTo>
                  <a:cubicBezTo>
                    <a:pt x="103" y="243"/>
                    <a:pt x="116" y="246"/>
                    <a:pt x="130" y="246"/>
                  </a:cubicBezTo>
                  <a:cubicBezTo>
                    <a:pt x="170" y="246"/>
                    <a:pt x="217" y="220"/>
                    <a:pt x="252" y="169"/>
                  </a:cubicBezTo>
                  <a:cubicBezTo>
                    <a:pt x="274" y="123"/>
                    <a:pt x="252" y="55"/>
                    <a:pt x="183" y="9"/>
                  </a:cubicBezTo>
                  <a:cubicBezTo>
                    <a:pt x="172" y="3"/>
                    <a:pt x="158" y="0"/>
                    <a:pt x="142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0" rIns="90000" bIns="108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20" name="Google Shape;329;p2"/>
            <p:cNvSpPr/>
            <p:nvPr/>
          </p:nvSpPr>
          <p:spPr>
            <a:xfrm>
              <a:off x="3054240" y="6558120"/>
              <a:ext cx="35280" cy="30600"/>
            </a:xfrm>
            <a:custGeom>
              <a:avLst/>
              <a:gdLst>
                <a:gd name="textAreaLeft" fmla="*/ 0 w 35280"/>
                <a:gd name="textAreaRight" fmla="*/ 36720 w 35280"/>
                <a:gd name="textAreaTop" fmla="*/ 0 h 30600"/>
                <a:gd name="textAreaBottom" fmla="*/ 32040 h 30600"/>
              </a:gdLst>
              <a:ahLst/>
              <a:cxnLst/>
              <a:rect l="textAreaLeft" t="textAreaTop" r="textAreaRight" b="textAreaBottom"/>
              <a:pathLst>
                <a:path w="411" h="357">
                  <a:moveTo>
                    <a:pt x="199" y="1"/>
                  </a:moveTo>
                  <a:cubicBezTo>
                    <a:pt x="135" y="1"/>
                    <a:pt x="79" y="38"/>
                    <a:pt x="46" y="88"/>
                  </a:cubicBezTo>
                  <a:cubicBezTo>
                    <a:pt x="0" y="179"/>
                    <a:pt x="23" y="293"/>
                    <a:pt x="114" y="339"/>
                  </a:cubicBezTo>
                  <a:cubicBezTo>
                    <a:pt x="139" y="351"/>
                    <a:pt x="165" y="357"/>
                    <a:pt x="191" y="357"/>
                  </a:cubicBezTo>
                  <a:cubicBezTo>
                    <a:pt x="262" y="357"/>
                    <a:pt x="332" y="314"/>
                    <a:pt x="365" y="247"/>
                  </a:cubicBezTo>
                  <a:cubicBezTo>
                    <a:pt x="411" y="156"/>
                    <a:pt x="365" y="65"/>
                    <a:pt x="274" y="19"/>
                  </a:cubicBezTo>
                  <a:cubicBezTo>
                    <a:pt x="248" y="6"/>
                    <a:pt x="223" y="1"/>
                    <a:pt x="199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840" rIns="90000" bIns="158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21" name="Google Shape;330;p2"/>
            <p:cNvSpPr/>
            <p:nvPr/>
          </p:nvSpPr>
          <p:spPr>
            <a:xfrm>
              <a:off x="2134440" y="6281280"/>
              <a:ext cx="27360" cy="1908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19080"/>
                <a:gd name="textAreaBottom" fmla="*/ 20520 h 19080"/>
              </a:gdLst>
              <a:ahLst/>
              <a:cxnLst/>
              <a:rect l="textAreaLeft" t="textAreaTop" r="textAreaRight" b="textAreaBottom"/>
              <a:pathLst>
                <a:path w="321" h="230">
                  <a:moveTo>
                    <a:pt x="117" y="1"/>
                  </a:moveTo>
                  <a:cubicBezTo>
                    <a:pt x="61" y="1"/>
                    <a:pt x="16" y="31"/>
                    <a:pt x="1" y="92"/>
                  </a:cubicBezTo>
                  <a:lnTo>
                    <a:pt x="274" y="229"/>
                  </a:lnTo>
                  <a:cubicBezTo>
                    <a:pt x="320" y="161"/>
                    <a:pt x="274" y="47"/>
                    <a:pt x="206" y="24"/>
                  </a:cubicBezTo>
                  <a:cubicBezTo>
                    <a:pt x="176" y="9"/>
                    <a:pt x="145" y="1"/>
                    <a:pt x="117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080" rIns="9000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22" name="Google Shape;331;p2"/>
            <p:cNvSpPr/>
            <p:nvPr/>
          </p:nvSpPr>
          <p:spPr>
            <a:xfrm>
              <a:off x="3252960" y="6001920"/>
              <a:ext cx="23400" cy="19800"/>
            </a:xfrm>
            <a:custGeom>
              <a:avLst/>
              <a:gdLst>
                <a:gd name="textAreaLeft" fmla="*/ 0 w 23400"/>
                <a:gd name="textAreaRight" fmla="*/ 24840 w 23400"/>
                <a:gd name="textAreaTop" fmla="*/ 0 h 19800"/>
                <a:gd name="textAreaBottom" fmla="*/ 21240 h 19800"/>
              </a:gdLst>
              <a:ahLst/>
              <a:cxnLst/>
              <a:rect l="textAreaLeft" t="textAreaTop" r="textAreaRight" b="textAreaBottom"/>
              <a:pathLst>
                <a:path w="275" h="238">
                  <a:moveTo>
                    <a:pt x="145" y="0"/>
                  </a:moveTo>
                  <a:cubicBezTo>
                    <a:pt x="104" y="0"/>
                    <a:pt x="57" y="26"/>
                    <a:pt x="23" y="77"/>
                  </a:cubicBezTo>
                  <a:cubicBezTo>
                    <a:pt x="0" y="123"/>
                    <a:pt x="23" y="191"/>
                    <a:pt x="91" y="214"/>
                  </a:cubicBezTo>
                  <a:cubicBezTo>
                    <a:pt x="108" y="230"/>
                    <a:pt x="127" y="238"/>
                    <a:pt x="146" y="238"/>
                  </a:cubicBezTo>
                  <a:cubicBezTo>
                    <a:pt x="180" y="238"/>
                    <a:pt x="214" y="213"/>
                    <a:pt x="228" y="168"/>
                  </a:cubicBezTo>
                  <a:cubicBezTo>
                    <a:pt x="274" y="100"/>
                    <a:pt x="251" y="32"/>
                    <a:pt x="183" y="9"/>
                  </a:cubicBezTo>
                  <a:cubicBezTo>
                    <a:pt x="171" y="3"/>
                    <a:pt x="158" y="0"/>
                    <a:pt x="145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440" rIns="90000" bIns="10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23" name="Google Shape;332;p2"/>
            <p:cNvSpPr/>
            <p:nvPr/>
          </p:nvSpPr>
          <p:spPr>
            <a:xfrm>
              <a:off x="4012920" y="6425280"/>
              <a:ext cx="29520" cy="25560"/>
            </a:xfrm>
            <a:custGeom>
              <a:avLst/>
              <a:gdLst>
                <a:gd name="textAreaLeft" fmla="*/ 0 w 29520"/>
                <a:gd name="textAreaRight" fmla="*/ 30960 w 29520"/>
                <a:gd name="textAreaTop" fmla="*/ 0 h 25560"/>
                <a:gd name="textAreaBottom" fmla="*/ 27000 h 25560"/>
              </a:gdLst>
              <a:ahLst/>
              <a:cxnLst/>
              <a:rect l="textAreaLeft" t="textAreaTop" r="textAreaRight" b="textAreaBottom"/>
              <a:pathLst>
                <a:path w="343" h="301">
                  <a:moveTo>
                    <a:pt x="176" y="0"/>
                  </a:moveTo>
                  <a:cubicBezTo>
                    <a:pt x="114" y="0"/>
                    <a:pt x="62" y="38"/>
                    <a:pt x="46" y="87"/>
                  </a:cubicBezTo>
                  <a:cubicBezTo>
                    <a:pt x="0" y="155"/>
                    <a:pt x="46" y="247"/>
                    <a:pt x="114" y="292"/>
                  </a:cubicBezTo>
                  <a:cubicBezTo>
                    <a:pt x="132" y="298"/>
                    <a:pt x="150" y="301"/>
                    <a:pt x="169" y="301"/>
                  </a:cubicBezTo>
                  <a:cubicBezTo>
                    <a:pt x="226" y="301"/>
                    <a:pt x="286" y="275"/>
                    <a:pt x="320" y="224"/>
                  </a:cubicBezTo>
                  <a:cubicBezTo>
                    <a:pt x="343" y="133"/>
                    <a:pt x="320" y="64"/>
                    <a:pt x="251" y="19"/>
                  </a:cubicBezTo>
                  <a:cubicBezTo>
                    <a:pt x="226" y="6"/>
                    <a:pt x="200" y="0"/>
                    <a:pt x="176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3320" rIns="90000" bIns="133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24" name="Google Shape;333;p2"/>
            <p:cNvSpPr/>
            <p:nvPr/>
          </p:nvSpPr>
          <p:spPr>
            <a:xfrm>
              <a:off x="3609360" y="6326280"/>
              <a:ext cx="23400" cy="20160"/>
            </a:xfrm>
            <a:custGeom>
              <a:avLst/>
              <a:gdLst>
                <a:gd name="textAreaLeft" fmla="*/ 0 w 23400"/>
                <a:gd name="textAreaRight" fmla="*/ 24840 w 23400"/>
                <a:gd name="textAreaTop" fmla="*/ 0 h 20160"/>
                <a:gd name="textAreaBottom" fmla="*/ 21600 h 20160"/>
              </a:gdLst>
              <a:ahLst/>
              <a:cxnLst/>
              <a:rect l="textAreaLeft" t="textAreaTop" r="textAreaRight" b="textAreaBottom"/>
              <a:pathLst>
                <a:path w="275" h="239">
                  <a:moveTo>
                    <a:pt x="123" y="0"/>
                  </a:moveTo>
                  <a:cubicBezTo>
                    <a:pt x="82" y="0"/>
                    <a:pt x="38" y="25"/>
                    <a:pt x="24" y="70"/>
                  </a:cubicBezTo>
                  <a:cubicBezTo>
                    <a:pt x="1" y="138"/>
                    <a:pt x="24" y="207"/>
                    <a:pt x="92" y="229"/>
                  </a:cubicBezTo>
                  <a:cubicBezTo>
                    <a:pt x="104" y="235"/>
                    <a:pt x="118" y="238"/>
                    <a:pt x="133" y="238"/>
                  </a:cubicBezTo>
                  <a:cubicBezTo>
                    <a:pt x="173" y="238"/>
                    <a:pt x="218" y="217"/>
                    <a:pt x="252" y="184"/>
                  </a:cubicBezTo>
                  <a:cubicBezTo>
                    <a:pt x="275" y="115"/>
                    <a:pt x="252" y="47"/>
                    <a:pt x="183" y="24"/>
                  </a:cubicBezTo>
                  <a:cubicBezTo>
                    <a:pt x="167" y="8"/>
                    <a:pt x="145" y="0"/>
                    <a:pt x="123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0" rIns="90000" bIns="108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25" name="Google Shape;334;p2"/>
            <p:cNvSpPr/>
            <p:nvPr/>
          </p:nvSpPr>
          <p:spPr>
            <a:xfrm>
              <a:off x="4158360" y="6531120"/>
              <a:ext cx="25200" cy="23040"/>
            </a:xfrm>
            <a:custGeom>
              <a:avLst/>
              <a:gdLst>
                <a:gd name="textAreaLeft" fmla="*/ 0 w 25200"/>
                <a:gd name="textAreaRight" fmla="*/ 26640 w 25200"/>
                <a:gd name="textAreaTop" fmla="*/ 0 h 23040"/>
                <a:gd name="textAreaBottom" fmla="*/ 24480 h 23040"/>
              </a:gdLst>
              <a:ahLst/>
              <a:cxnLst/>
              <a:rect l="textAreaLeft" t="textAreaTop" r="textAreaRight" b="textAreaBottom"/>
              <a:pathLst>
                <a:path w="298" h="272">
                  <a:moveTo>
                    <a:pt x="129" y="1"/>
                  </a:moveTo>
                  <a:cubicBezTo>
                    <a:pt x="82" y="1"/>
                    <a:pt x="38" y="26"/>
                    <a:pt x="24" y="70"/>
                  </a:cubicBezTo>
                  <a:cubicBezTo>
                    <a:pt x="1" y="139"/>
                    <a:pt x="24" y="230"/>
                    <a:pt x="92" y="253"/>
                  </a:cubicBezTo>
                  <a:cubicBezTo>
                    <a:pt x="111" y="265"/>
                    <a:pt x="130" y="271"/>
                    <a:pt x="149" y="271"/>
                  </a:cubicBezTo>
                  <a:cubicBezTo>
                    <a:pt x="197" y="271"/>
                    <a:pt x="242" y="234"/>
                    <a:pt x="275" y="184"/>
                  </a:cubicBezTo>
                  <a:cubicBezTo>
                    <a:pt x="298" y="139"/>
                    <a:pt x="275" y="47"/>
                    <a:pt x="206" y="24"/>
                  </a:cubicBezTo>
                  <a:cubicBezTo>
                    <a:pt x="182" y="8"/>
                    <a:pt x="155" y="1"/>
                    <a:pt x="129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240" rIns="90000" bIns="122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26" name="Google Shape;335;p2"/>
            <p:cNvSpPr/>
            <p:nvPr/>
          </p:nvSpPr>
          <p:spPr>
            <a:xfrm>
              <a:off x="1032480" y="3963960"/>
              <a:ext cx="31320" cy="26640"/>
            </a:xfrm>
            <a:custGeom>
              <a:avLst/>
              <a:gdLst>
                <a:gd name="textAreaLeft" fmla="*/ 0 w 31320"/>
                <a:gd name="textAreaRight" fmla="*/ 32760 w 31320"/>
                <a:gd name="textAreaTop" fmla="*/ 0 h 26640"/>
                <a:gd name="textAreaBottom" fmla="*/ 28080 h 26640"/>
              </a:gdLst>
              <a:ahLst/>
              <a:cxnLst/>
              <a:rect l="textAreaLeft" t="textAreaTop" r="textAreaRight" b="textAreaBottom"/>
              <a:pathLst>
                <a:path w="366" h="314">
                  <a:moveTo>
                    <a:pt x="197" y="0"/>
                  </a:moveTo>
                  <a:cubicBezTo>
                    <a:pt x="134" y="0"/>
                    <a:pt x="64" y="30"/>
                    <a:pt x="46" y="100"/>
                  </a:cubicBezTo>
                  <a:cubicBezTo>
                    <a:pt x="1" y="168"/>
                    <a:pt x="23" y="260"/>
                    <a:pt x="115" y="305"/>
                  </a:cubicBezTo>
                  <a:cubicBezTo>
                    <a:pt x="132" y="311"/>
                    <a:pt x="152" y="314"/>
                    <a:pt x="172" y="314"/>
                  </a:cubicBezTo>
                  <a:cubicBezTo>
                    <a:pt x="234" y="314"/>
                    <a:pt x="303" y="288"/>
                    <a:pt x="320" y="237"/>
                  </a:cubicBezTo>
                  <a:cubicBezTo>
                    <a:pt x="366" y="146"/>
                    <a:pt x="320" y="54"/>
                    <a:pt x="252" y="9"/>
                  </a:cubicBezTo>
                  <a:cubicBezTo>
                    <a:pt x="235" y="3"/>
                    <a:pt x="217" y="0"/>
                    <a:pt x="197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4040" rIns="90000" bIns="140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27" name="Google Shape;336;p2"/>
            <p:cNvSpPr/>
            <p:nvPr/>
          </p:nvSpPr>
          <p:spPr>
            <a:xfrm>
              <a:off x="2839320" y="3529440"/>
              <a:ext cx="23400" cy="18720"/>
            </a:xfrm>
            <a:custGeom>
              <a:avLst/>
              <a:gdLst>
                <a:gd name="textAreaLeft" fmla="*/ 0 w 23400"/>
                <a:gd name="textAreaRight" fmla="*/ 24840 w 23400"/>
                <a:gd name="textAreaTop" fmla="*/ 0 h 18720"/>
                <a:gd name="textAreaBottom" fmla="*/ 20160 h 18720"/>
              </a:gdLst>
              <a:ahLst/>
              <a:cxnLst/>
              <a:rect l="textAreaLeft" t="textAreaTop" r="textAreaRight" b="textAreaBottom"/>
              <a:pathLst>
                <a:path w="275" h="224">
                  <a:moveTo>
                    <a:pt x="129" y="1"/>
                  </a:moveTo>
                  <a:cubicBezTo>
                    <a:pt x="81" y="1"/>
                    <a:pt x="40" y="22"/>
                    <a:pt x="23" y="55"/>
                  </a:cubicBezTo>
                  <a:cubicBezTo>
                    <a:pt x="0" y="124"/>
                    <a:pt x="23" y="192"/>
                    <a:pt x="69" y="215"/>
                  </a:cubicBezTo>
                  <a:cubicBezTo>
                    <a:pt x="87" y="221"/>
                    <a:pt x="106" y="224"/>
                    <a:pt x="123" y="224"/>
                  </a:cubicBezTo>
                  <a:cubicBezTo>
                    <a:pt x="171" y="224"/>
                    <a:pt x="212" y="203"/>
                    <a:pt x="229" y="169"/>
                  </a:cubicBezTo>
                  <a:cubicBezTo>
                    <a:pt x="274" y="101"/>
                    <a:pt x="252" y="32"/>
                    <a:pt x="183" y="10"/>
                  </a:cubicBezTo>
                  <a:cubicBezTo>
                    <a:pt x="165" y="4"/>
                    <a:pt x="146" y="1"/>
                    <a:pt x="129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080" rIns="9000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28" name="Google Shape;337;p2"/>
            <p:cNvSpPr/>
            <p:nvPr/>
          </p:nvSpPr>
          <p:spPr>
            <a:xfrm>
              <a:off x="3771360" y="6885000"/>
              <a:ext cx="25200" cy="21960"/>
            </a:xfrm>
            <a:custGeom>
              <a:avLst/>
              <a:gdLst>
                <a:gd name="textAreaLeft" fmla="*/ 0 w 25200"/>
                <a:gd name="textAreaRight" fmla="*/ 26640 w 25200"/>
                <a:gd name="textAreaTop" fmla="*/ 0 h 21960"/>
                <a:gd name="textAreaBottom" fmla="*/ 23400 h 21960"/>
              </a:gdLst>
              <a:ahLst/>
              <a:cxnLst/>
              <a:rect l="textAreaLeft" t="textAreaTop" r="textAreaRight" b="textAreaBottom"/>
              <a:pathLst>
                <a:path w="298" h="262">
                  <a:moveTo>
                    <a:pt x="156" y="1"/>
                  </a:moveTo>
                  <a:cubicBezTo>
                    <a:pt x="107" y="1"/>
                    <a:pt x="64" y="27"/>
                    <a:pt x="47" y="78"/>
                  </a:cubicBezTo>
                  <a:cubicBezTo>
                    <a:pt x="1" y="146"/>
                    <a:pt x="47" y="215"/>
                    <a:pt x="92" y="238"/>
                  </a:cubicBezTo>
                  <a:cubicBezTo>
                    <a:pt x="117" y="254"/>
                    <a:pt x="141" y="261"/>
                    <a:pt x="164" y="261"/>
                  </a:cubicBezTo>
                  <a:cubicBezTo>
                    <a:pt x="206" y="261"/>
                    <a:pt x="245" y="236"/>
                    <a:pt x="275" y="192"/>
                  </a:cubicBezTo>
                  <a:cubicBezTo>
                    <a:pt x="298" y="124"/>
                    <a:pt x="275" y="55"/>
                    <a:pt x="206" y="9"/>
                  </a:cubicBezTo>
                  <a:cubicBezTo>
                    <a:pt x="189" y="4"/>
                    <a:pt x="172" y="1"/>
                    <a:pt x="156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520" rIns="90000" bIns="115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29" name="Google Shape;338;p2"/>
            <p:cNvSpPr/>
            <p:nvPr/>
          </p:nvSpPr>
          <p:spPr>
            <a:xfrm>
              <a:off x="2030040" y="3717000"/>
              <a:ext cx="25200" cy="23040"/>
            </a:xfrm>
            <a:custGeom>
              <a:avLst/>
              <a:gdLst>
                <a:gd name="textAreaLeft" fmla="*/ 0 w 25200"/>
                <a:gd name="textAreaRight" fmla="*/ 26640 w 25200"/>
                <a:gd name="textAreaTop" fmla="*/ 0 h 23040"/>
                <a:gd name="textAreaBottom" fmla="*/ 24480 h 23040"/>
              </a:gdLst>
              <a:ahLst/>
              <a:cxnLst/>
              <a:rect l="textAreaLeft" t="textAreaTop" r="textAreaRight" b="textAreaBottom"/>
              <a:pathLst>
                <a:path w="298" h="271">
                  <a:moveTo>
                    <a:pt x="159" y="0"/>
                  </a:moveTo>
                  <a:cubicBezTo>
                    <a:pt x="115" y="0"/>
                    <a:pt x="63" y="38"/>
                    <a:pt x="46" y="87"/>
                  </a:cubicBezTo>
                  <a:cubicBezTo>
                    <a:pt x="0" y="133"/>
                    <a:pt x="23" y="224"/>
                    <a:pt x="92" y="247"/>
                  </a:cubicBezTo>
                  <a:cubicBezTo>
                    <a:pt x="116" y="263"/>
                    <a:pt x="143" y="271"/>
                    <a:pt x="169" y="271"/>
                  </a:cubicBezTo>
                  <a:cubicBezTo>
                    <a:pt x="216" y="271"/>
                    <a:pt x="260" y="245"/>
                    <a:pt x="274" y="201"/>
                  </a:cubicBezTo>
                  <a:cubicBezTo>
                    <a:pt x="297" y="133"/>
                    <a:pt x="274" y="41"/>
                    <a:pt x="206" y="19"/>
                  </a:cubicBezTo>
                  <a:cubicBezTo>
                    <a:pt x="193" y="6"/>
                    <a:pt x="177" y="0"/>
                    <a:pt x="159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240" rIns="90000" bIns="122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30" name="Google Shape;339;p2"/>
            <p:cNvSpPr/>
            <p:nvPr/>
          </p:nvSpPr>
          <p:spPr>
            <a:xfrm>
              <a:off x="2415240" y="3739680"/>
              <a:ext cx="39600" cy="34560"/>
            </a:xfrm>
            <a:custGeom>
              <a:avLst/>
              <a:gdLst>
                <a:gd name="textAreaLeft" fmla="*/ 0 w 39600"/>
                <a:gd name="textAreaRight" fmla="*/ 41040 w 39600"/>
                <a:gd name="textAreaTop" fmla="*/ 0 h 34560"/>
                <a:gd name="textAreaBottom" fmla="*/ 36000 h 34560"/>
              </a:gdLst>
              <a:ahLst/>
              <a:cxnLst/>
              <a:rect l="textAreaLeft" t="textAreaTop" r="textAreaRight" b="textAreaBottom"/>
              <a:pathLst>
                <a:path w="458" h="402">
                  <a:moveTo>
                    <a:pt x="230" y="1"/>
                  </a:moveTo>
                  <a:cubicBezTo>
                    <a:pt x="150" y="1"/>
                    <a:pt x="80" y="43"/>
                    <a:pt x="46" y="110"/>
                  </a:cubicBezTo>
                  <a:cubicBezTo>
                    <a:pt x="1" y="201"/>
                    <a:pt x="46" y="338"/>
                    <a:pt x="138" y="384"/>
                  </a:cubicBezTo>
                  <a:cubicBezTo>
                    <a:pt x="162" y="396"/>
                    <a:pt x="190" y="402"/>
                    <a:pt x="218" y="402"/>
                  </a:cubicBezTo>
                  <a:cubicBezTo>
                    <a:pt x="296" y="402"/>
                    <a:pt x="378" y="359"/>
                    <a:pt x="411" y="293"/>
                  </a:cubicBezTo>
                  <a:cubicBezTo>
                    <a:pt x="457" y="178"/>
                    <a:pt x="411" y="64"/>
                    <a:pt x="320" y="19"/>
                  </a:cubicBezTo>
                  <a:cubicBezTo>
                    <a:pt x="290" y="6"/>
                    <a:pt x="259" y="1"/>
                    <a:pt x="230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8000" rIns="90000" bIns="180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31" name="Google Shape;340;p2"/>
            <p:cNvSpPr/>
            <p:nvPr/>
          </p:nvSpPr>
          <p:spPr>
            <a:xfrm>
              <a:off x="2439720" y="3646080"/>
              <a:ext cx="23400" cy="18720"/>
            </a:xfrm>
            <a:custGeom>
              <a:avLst/>
              <a:gdLst>
                <a:gd name="textAreaLeft" fmla="*/ 0 w 23400"/>
                <a:gd name="textAreaRight" fmla="*/ 24840 w 23400"/>
                <a:gd name="textAreaTop" fmla="*/ 0 h 18720"/>
                <a:gd name="textAreaBottom" fmla="*/ 20160 h 18720"/>
              </a:gdLst>
              <a:ahLst/>
              <a:cxnLst/>
              <a:rect l="textAreaLeft" t="textAreaTop" r="textAreaRight" b="textAreaBottom"/>
              <a:pathLst>
                <a:path w="275" h="225">
                  <a:moveTo>
                    <a:pt x="143" y="1"/>
                  </a:moveTo>
                  <a:cubicBezTo>
                    <a:pt x="104" y="1"/>
                    <a:pt x="63" y="22"/>
                    <a:pt x="46" y="55"/>
                  </a:cubicBezTo>
                  <a:cubicBezTo>
                    <a:pt x="0" y="124"/>
                    <a:pt x="46" y="192"/>
                    <a:pt x="92" y="215"/>
                  </a:cubicBezTo>
                  <a:cubicBezTo>
                    <a:pt x="104" y="221"/>
                    <a:pt x="118" y="224"/>
                    <a:pt x="133" y="224"/>
                  </a:cubicBezTo>
                  <a:cubicBezTo>
                    <a:pt x="173" y="224"/>
                    <a:pt x="218" y="203"/>
                    <a:pt x="252" y="169"/>
                  </a:cubicBezTo>
                  <a:cubicBezTo>
                    <a:pt x="274" y="101"/>
                    <a:pt x="252" y="32"/>
                    <a:pt x="183" y="10"/>
                  </a:cubicBezTo>
                  <a:cubicBezTo>
                    <a:pt x="171" y="4"/>
                    <a:pt x="157" y="1"/>
                    <a:pt x="143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080" rIns="9000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32" name="Google Shape;341;p2"/>
            <p:cNvSpPr/>
            <p:nvPr/>
          </p:nvSpPr>
          <p:spPr>
            <a:xfrm>
              <a:off x="123120" y="3463200"/>
              <a:ext cx="37440" cy="34560"/>
            </a:xfrm>
            <a:custGeom>
              <a:avLst/>
              <a:gdLst>
                <a:gd name="textAreaLeft" fmla="*/ 0 w 37440"/>
                <a:gd name="textAreaRight" fmla="*/ 38880 w 37440"/>
                <a:gd name="textAreaTop" fmla="*/ 0 h 34560"/>
                <a:gd name="textAreaBottom" fmla="*/ 36000 h 34560"/>
              </a:gdLst>
              <a:ahLst/>
              <a:cxnLst/>
              <a:rect l="textAreaLeft" t="textAreaTop" r="textAreaRight" b="textAreaBottom"/>
              <a:pathLst>
                <a:path w="434" h="402">
                  <a:moveTo>
                    <a:pt x="220" y="0"/>
                  </a:moveTo>
                  <a:cubicBezTo>
                    <a:pt x="149" y="0"/>
                    <a:pt x="79" y="43"/>
                    <a:pt x="46" y="110"/>
                  </a:cubicBezTo>
                  <a:cubicBezTo>
                    <a:pt x="0" y="224"/>
                    <a:pt x="23" y="338"/>
                    <a:pt x="137" y="383"/>
                  </a:cubicBezTo>
                  <a:cubicBezTo>
                    <a:pt x="161" y="396"/>
                    <a:pt x="188" y="401"/>
                    <a:pt x="214" y="401"/>
                  </a:cubicBezTo>
                  <a:cubicBezTo>
                    <a:pt x="285" y="401"/>
                    <a:pt x="355" y="359"/>
                    <a:pt x="388" y="292"/>
                  </a:cubicBezTo>
                  <a:cubicBezTo>
                    <a:pt x="434" y="201"/>
                    <a:pt x="411" y="64"/>
                    <a:pt x="297" y="18"/>
                  </a:cubicBezTo>
                  <a:cubicBezTo>
                    <a:pt x="272" y="6"/>
                    <a:pt x="246" y="0"/>
                    <a:pt x="220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8000" rIns="90000" bIns="180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33" name="Google Shape;342;p2"/>
            <p:cNvSpPr/>
            <p:nvPr/>
          </p:nvSpPr>
          <p:spPr>
            <a:xfrm>
              <a:off x="1335600" y="5724720"/>
              <a:ext cx="37440" cy="32760"/>
            </a:xfrm>
            <a:custGeom>
              <a:avLst/>
              <a:gdLst>
                <a:gd name="textAreaLeft" fmla="*/ 0 w 37440"/>
                <a:gd name="textAreaRight" fmla="*/ 38880 w 37440"/>
                <a:gd name="textAreaTop" fmla="*/ 0 h 32760"/>
                <a:gd name="textAreaBottom" fmla="*/ 34200 h 32760"/>
              </a:gdLst>
              <a:ahLst/>
              <a:cxnLst/>
              <a:rect l="textAreaLeft" t="textAreaTop" r="textAreaRight" b="textAreaBottom"/>
              <a:pathLst>
                <a:path w="435" h="383">
                  <a:moveTo>
                    <a:pt x="221" y="0"/>
                  </a:moveTo>
                  <a:cubicBezTo>
                    <a:pt x="150" y="0"/>
                    <a:pt x="80" y="43"/>
                    <a:pt x="46" y="110"/>
                  </a:cubicBezTo>
                  <a:cubicBezTo>
                    <a:pt x="1" y="201"/>
                    <a:pt x="46" y="315"/>
                    <a:pt x="138" y="361"/>
                  </a:cubicBezTo>
                  <a:cubicBezTo>
                    <a:pt x="167" y="375"/>
                    <a:pt x="198" y="383"/>
                    <a:pt x="228" y="383"/>
                  </a:cubicBezTo>
                  <a:cubicBezTo>
                    <a:pt x="294" y="383"/>
                    <a:pt x="357" y="347"/>
                    <a:pt x="389" y="269"/>
                  </a:cubicBezTo>
                  <a:cubicBezTo>
                    <a:pt x="434" y="178"/>
                    <a:pt x="389" y="64"/>
                    <a:pt x="297" y="18"/>
                  </a:cubicBezTo>
                  <a:cubicBezTo>
                    <a:pt x="273" y="6"/>
                    <a:pt x="247" y="0"/>
                    <a:pt x="221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6920" rIns="90000" bIns="169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34" name="Google Shape;343;p2"/>
            <p:cNvSpPr/>
            <p:nvPr/>
          </p:nvSpPr>
          <p:spPr>
            <a:xfrm>
              <a:off x="1890720" y="5020920"/>
              <a:ext cx="21240" cy="19440"/>
            </a:xfrm>
            <a:custGeom>
              <a:avLst/>
              <a:gdLst>
                <a:gd name="textAreaLeft" fmla="*/ 0 w 21240"/>
                <a:gd name="textAreaRight" fmla="*/ 22680 w 21240"/>
                <a:gd name="textAreaTop" fmla="*/ 0 h 19440"/>
                <a:gd name="textAreaBottom" fmla="*/ 20880 h 19440"/>
              </a:gdLst>
              <a:ahLst/>
              <a:cxnLst/>
              <a:rect l="textAreaLeft" t="textAreaTop" r="textAreaRight" b="textAreaBottom"/>
              <a:pathLst>
                <a:path w="252" h="234">
                  <a:moveTo>
                    <a:pt x="132" y="1"/>
                  </a:moveTo>
                  <a:cubicBezTo>
                    <a:pt x="83" y="1"/>
                    <a:pt x="40" y="27"/>
                    <a:pt x="23" y="78"/>
                  </a:cubicBezTo>
                  <a:cubicBezTo>
                    <a:pt x="0" y="124"/>
                    <a:pt x="23" y="192"/>
                    <a:pt x="69" y="215"/>
                  </a:cubicBezTo>
                  <a:cubicBezTo>
                    <a:pt x="89" y="228"/>
                    <a:pt x="109" y="234"/>
                    <a:pt x="128" y="234"/>
                  </a:cubicBezTo>
                  <a:cubicBezTo>
                    <a:pt x="173" y="234"/>
                    <a:pt x="212" y="201"/>
                    <a:pt x="229" y="169"/>
                  </a:cubicBezTo>
                  <a:cubicBezTo>
                    <a:pt x="251" y="101"/>
                    <a:pt x="229" y="32"/>
                    <a:pt x="183" y="9"/>
                  </a:cubicBezTo>
                  <a:cubicBezTo>
                    <a:pt x="166" y="4"/>
                    <a:pt x="149" y="1"/>
                    <a:pt x="132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440" rIns="90000" bIns="10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35" name="Google Shape;344;p2"/>
            <p:cNvSpPr/>
            <p:nvPr/>
          </p:nvSpPr>
          <p:spPr>
            <a:xfrm>
              <a:off x="2726640" y="6054480"/>
              <a:ext cx="33480" cy="2988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29880"/>
                <a:gd name="textAreaBottom" fmla="*/ 31320 h 29880"/>
              </a:gdLst>
              <a:ahLst/>
              <a:cxnLst/>
              <a:rect l="textAreaLeft" t="textAreaTop" r="textAreaRight" b="textAreaBottom"/>
              <a:pathLst>
                <a:path w="389" h="347">
                  <a:moveTo>
                    <a:pt x="194" y="1"/>
                  </a:moveTo>
                  <a:cubicBezTo>
                    <a:pt x="124" y="1"/>
                    <a:pt x="56" y="38"/>
                    <a:pt x="23" y="88"/>
                  </a:cubicBezTo>
                  <a:cubicBezTo>
                    <a:pt x="0" y="179"/>
                    <a:pt x="23" y="293"/>
                    <a:pt x="114" y="339"/>
                  </a:cubicBezTo>
                  <a:cubicBezTo>
                    <a:pt x="136" y="344"/>
                    <a:pt x="157" y="347"/>
                    <a:pt x="178" y="347"/>
                  </a:cubicBezTo>
                  <a:cubicBezTo>
                    <a:pt x="246" y="347"/>
                    <a:pt x="308" y="317"/>
                    <a:pt x="342" y="247"/>
                  </a:cubicBezTo>
                  <a:cubicBezTo>
                    <a:pt x="388" y="156"/>
                    <a:pt x="342" y="65"/>
                    <a:pt x="274" y="19"/>
                  </a:cubicBezTo>
                  <a:cubicBezTo>
                    <a:pt x="248" y="6"/>
                    <a:pt x="221" y="1"/>
                    <a:pt x="194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480" rIns="90000" bIns="154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36" name="Google Shape;345;p2"/>
            <p:cNvSpPr/>
            <p:nvPr/>
          </p:nvSpPr>
          <p:spPr>
            <a:xfrm>
              <a:off x="2878200" y="5965200"/>
              <a:ext cx="21240" cy="18720"/>
            </a:xfrm>
            <a:custGeom>
              <a:avLst/>
              <a:gdLst>
                <a:gd name="textAreaLeft" fmla="*/ 0 w 21240"/>
                <a:gd name="textAreaRight" fmla="*/ 22680 w 21240"/>
                <a:gd name="textAreaTop" fmla="*/ 0 h 18720"/>
                <a:gd name="textAreaBottom" fmla="*/ 20160 h 18720"/>
              </a:gdLst>
              <a:ahLst/>
              <a:cxnLst/>
              <a:rect l="textAreaLeft" t="textAreaTop" r="textAreaRight" b="textAreaBottom"/>
              <a:pathLst>
                <a:path w="252" h="224">
                  <a:moveTo>
                    <a:pt x="136" y="0"/>
                  </a:moveTo>
                  <a:cubicBezTo>
                    <a:pt x="93" y="0"/>
                    <a:pt x="63" y="26"/>
                    <a:pt x="46" y="77"/>
                  </a:cubicBezTo>
                  <a:cubicBezTo>
                    <a:pt x="0" y="123"/>
                    <a:pt x="23" y="191"/>
                    <a:pt x="91" y="214"/>
                  </a:cubicBezTo>
                  <a:cubicBezTo>
                    <a:pt x="104" y="220"/>
                    <a:pt x="118" y="223"/>
                    <a:pt x="132" y="223"/>
                  </a:cubicBezTo>
                  <a:cubicBezTo>
                    <a:pt x="170" y="223"/>
                    <a:pt x="212" y="202"/>
                    <a:pt x="228" y="169"/>
                  </a:cubicBezTo>
                  <a:cubicBezTo>
                    <a:pt x="251" y="100"/>
                    <a:pt x="228" y="55"/>
                    <a:pt x="183" y="9"/>
                  </a:cubicBezTo>
                  <a:cubicBezTo>
                    <a:pt x="166" y="3"/>
                    <a:pt x="150" y="0"/>
                    <a:pt x="136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080" rIns="9000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37" name="Google Shape;346;p2"/>
            <p:cNvSpPr/>
            <p:nvPr/>
          </p:nvSpPr>
          <p:spPr>
            <a:xfrm>
              <a:off x="3689280" y="3091320"/>
              <a:ext cx="27360" cy="2376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23760"/>
                <a:gd name="textAreaBottom" fmla="*/ 25200 h 23760"/>
              </a:gdLst>
              <a:ahLst/>
              <a:cxnLst/>
              <a:rect l="textAreaLeft" t="textAreaTop" r="textAreaRight" b="textAreaBottom"/>
              <a:pathLst>
                <a:path w="321" h="279">
                  <a:moveTo>
                    <a:pt x="175" y="0"/>
                  </a:moveTo>
                  <a:cubicBezTo>
                    <a:pt x="119" y="0"/>
                    <a:pt x="64" y="26"/>
                    <a:pt x="47" y="77"/>
                  </a:cubicBezTo>
                  <a:cubicBezTo>
                    <a:pt x="1" y="146"/>
                    <a:pt x="47" y="237"/>
                    <a:pt x="115" y="260"/>
                  </a:cubicBezTo>
                  <a:cubicBezTo>
                    <a:pt x="134" y="273"/>
                    <a:pt x="153" y="278"/>
                    <a:pt x="172" y="278"/>
                  </a:cubicBezTo>
                  <a:cubicBezTo>
                    <a:pt x="220" y="278"/>
                    <a:pt x="265" y="241"/>
                    <a:pt x="298" y="192"/>
                  </a:cubicBezTo>
                  <a:cubicBezTo>
                    <a:pt x="320" y="123"/>
                    <a:pt x="298" y="55"/>
                    <a:pt x="229" y="9"/>
                  </a:cubicBezTo>
                  <a:cubicBezTo>
                    <a:pt x="212" y="3"/>
                    <a:pt x="194" y="0"/>
                    <a:pt x="175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600" rIns="90000" bIns="126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38" name="Google Shape;347;p2"/>
            <p:cNvSpPr/>
            <p:nvPr/>
          </p:nvSpPr>
          <p:spPr>
            <a:xfrm>
              <a:off x="3990600" y="2829600"/>
              <a:ext cx="23400" cy="20160"/>
            </a:xfrm>
            <a:custGeom>
              <a:avLst/>
              <a:gdLst>
                <a:gd name="textAreaLeft" fmla="*/ 0 w 23400"/>
                <a:gd name="textAreaRight" fmla="*/ 24840 w 23400"/>
                <a:gd name="textAreaTop" fmla="*/ 0 h 20160"/>
                <a:gd name="textAreaBottom" fmla="*/ 21600 h 20160"/>
              </a:gdLst>
              <a:ahLst/>
              <a:cxnLst/>
              <a:rect l="textAreaLeft" t="textAreaTop" r="textAreaRight" b="textAreaBottom"/>
              <a:pathLst>
                <a:path w="275" h="239">
                  <a:moveTo>
                    <a:pt x="112" y="0"/>
                  </a:moveTo>
                  <a:cubicBezTo>
                    <a:pt x="72" y="0"/>
                    <a:pt x="38" y="26"/>
                    <a:pt x="23" y="70"/>
                  </a:cubicBezTo>
                  <a:cubicBezTo>
                    <a:pt x="0" y="138"/>
                    <a:pt x="23" y="207"/>
                    <a:pt x="92" y="230"/>
                  </a:cubicBezTo>
                  <a:cubicBezTo>
                    <a:pt x="103" y="235"/>
                    <a:pt x="116" y="238"/>
                    <a:pt x="129" y="238"/>
                  </a:cubicBezTo>
                  <a:cubicBezTo>
                    <a:pt x="169" y="238"/>
                    <a:pt x="211" y="213"/>
                    <a:pt x="229" y="161"/>
                  </a:cubicBezTo>
                  <a:cubicBezTo>
                    <a:pt x="274" y="116"/>
                    <a:pt x="251" y="47"/>
                    <a:pt x="183" y="24"/>
                  </a:cubicBezTo>
                  <a:cubicBezTo>
                    <a:pt x="159" y="8"/>
                    <a:pt x="134" y="0"/>
                    <a:pt x="112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0" rIns="90000" bIns="108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39" name="Google Shape;348;p2"/>
            <p:cNvSpPr/>
            <p:nvPr/>
          </p:nvSpPr>
          <p:spPr>
            <a:xfrm>
              <a:off x="2306520" y="4317480"/>
              <a:ext cx="33480" cy="2988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29880"/>
                <a:gd name="textAreaBottom" fmla="*/ 31320 h 29880"/>
              </a:gdLst>
              <a:ahLst/>
              <a:cxnLst/>
              <a:rect l="textAreaLeft" t="textAreaTop" r="textAreaRight" b="textAreaBottom"/>
              <a:pathLst>
                <a:path w="389" h="347">
                  <a:moveTo>
                    <a:pt x="189" y="0"/>
                  </a:moveTo>
                  <a:cubicBezTo>
                    <a:pt x="127" y="0"/>
                    <a:pt x="57" y="43"/>
                    <a:pt x="24" y="110"/>
                  </a:cubicBezTo>
                  <a:cubicBezTo>
                    <a:pt x="1" y="178"/>
                    <a:pt x="24" y="292"/>
                    <a:pt x="115" y="338"/>
                  </a:cubicBezTo>
                  <a:cubicBezTo>
                    <a:pt x="137" y="343"/>
                    <a:pt x="158" y="346"/>
                    <a:pt x="179" y="346"/>
                  </a:cubicBezTo>
                  <a:cubicBezTo>
                    <a:pt x="247" y="346"/>
                    <a:pt x="308" y="316"/>
                    <a:pt x="343" y="247"/>
                  </a:cubicBezTo>
                  <a:cubicBezTo>
                    <a:pt x="389" y="178"/>
                    <a:pt x="343" y="64"/>
                    <a:pt x="252" y="18"/>
                  </a:cubicBezTo>
                  <a:cubicBezTo>
                    <a:pt x="234" y="6"/>
                    <a:pt x="212" y="0"/>
                    <a:pt x="189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480" rIns="90000" bIns="154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40" name="Google Shape;349;p2"/>
            <p:cNvSpPr/>
            <p:nvPr/>
          </p:nvSpPr>
          <p:spPr>
            <a:xfrm>
              <a:off x="1804680" y="4470840"/>
              <a:ext cx="23400" cy="20880"/>
            </a:xfrm>
            <a:custGeom>
              <a:avLst/>
              <a:gdLst>
                <a:gd name="textAreaLeft" fmla="*/ 0 w 23400"/>
                <a:gd name="textAreaRight" fmla="*/ 24840 w 23400"/>
                <a:gd name="textAreaTop" fmla="*/ 0 h 20880"/>
                <a:gd name="textAreaBottom" fmla="*/ 22320 h 20880"/>
              </a:gdLst>
              <a:ahLst/>
              <a:cxnLst/>
              <a:rect l="textAreaLeft" t="textAreaTop" r="textAreaRight" b="textAreaBottom"/>
              <a:pathLst>
                <a:path w="275" h="249">
                  <a:moveTo>
                    <a:pt x="138" y="0"/>
                  </a:moveTo>
                  <a:cubicBezTo>
                    <a:pt x="99" y="0"/>
                    <a:pt x="56" y="33"/>
                    <a:pt x="23" y="65"/>
                  </a:cubicBezTo>
                  <a:cubicBezTo>
                    <a:pt x="1" y="133"/>
                    <a:pt x="23" y="202"/>
                    <a:pt x="92" y="225"/>
                  </a:cubicBezTo>
                  <a:cubicBezTo>
                    <a:pt x="108" y="241"/>
                    <a:pt x="130" y="248"/>
                    <a:pt x="153" y="248"/>
                  </a:cubicBezTo>
                  <a:cubicBezTo>
                    <a:pt x="194" y="248"/>
                    <a:pt x="237" y="223"/>
                    <a:pt x="252" y="179"/>
                  </a:cubicBezTo>
                  <a:cubicBezTo>
                    <a:pt x="275" y="111"/>
                    <a:pt x="252" y="42"/>
                    <a:pt x="183" y="19"/>
                  </a:cubicBezTo>
                  <a:cubicBezTo>
                    <a:pt x="170" y="6"/>
                    <a:pt x="155" y="0"/>
                    <a:pt x="138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160" rIns="90000" bIns="111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41" name="Google Shape;350;p2"/>
            <p:cNvSpPr/>
            <p:nvPr/>
          </p:nvSpPr>
          <p:spPr>
            <a:xfrm>
              <a:off x="2548440" y="4254840"/>
              <a:ext cx="25200" cy="22680"/>
            </a:xfrm>
            <a:custGeom>
              <a:avLst/>
              <a:gdLst>
                <a:gd name="textAreaLeft" fmla="*/ 0 w 25200"/>
                <a:gd name="textAreaRight" fmla="*/ 26640 w 25200"/>
                <a:gd name="textAreaTop" fmla="*/ 0 h 22680"/>
                <a:gd name="textAreaBottom" fmla="*/ 24120 h 22680"/>
              </a:gdLst>
              <a:ahLst/>
              <a:cxnLst/>
              <a:rect l="textAreaLeft" t="textAreaTop" r="textAreaRight" b="textAreaBottom"/>
              <a:pathLst>
                <a:path w="297" h="269">
                  <a:moveTo>
                    <a:pt x="155" y="0"/>
                  </a:moveTo>
                  <a:cubicBezTo>
                    <a:pt x="104" y="0"/>
                    <a:pt x="57" y="26"/>
                    <a:pt x="23" y="77"/>
                  </a:cubicBezTo>
                  <a:cubicBezTo>
                    <a:pt x="0" y="146"/>
                    <a:pt x="23" y="214"/>
                    <a:pt x="92" y="260"/>
                  </a:cubicBezTo>
                  <a:cubicBezTo>
                    <a:pt x="109" y="266"/>
                    <a:pt x="126" y="268"/>
                    <a:pt x="142" y="268"/>
                  </a:cubicBezTo>
                  <a:cubicBezTo>
                    <a:pt x="191" y="268"/>
                    <a:pt x="234" y="243"/>
                    <a:pt x="251" y="191"/>
                  </a:cubicBezTo>
                  <a:cubicBezTo>
                    <a:pt x="297" y="123"/>
                    <a:pt x="274" y="54"/>
                    <a:pt x="206" y="9"/>
                  </a:cubicBezTo>
                  <a:cubicBezTo>
                    <a:pt x="189" y="3"/>
                    <a:pt x="171" y="0"/>
                    <a:pt x="155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880" rIns="90000" bIns="118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42" name="Google Shape;351;p2"/>
            <p:cNvSpPr/>
            <p:nvPr/>
          </p:nvSpPr>
          <p:spPr>
            <a:xfrm>
              <a:off x="1847880" y="4376880"/>
              <a:ext cx="37440" cy="32400"/>
            </a:xfrm>
            <a:custGeom>
              <a:avLst/>
              <a:gdLst>
                <a:gd name="textAreaLeft" fmla="*/ 0 w 37440"/>
                <a:gd name="textAreaRight" fmla="*/ 38880 w 37440"/>
                <a:gd name="textAreaTop" fmla="*/ 0 h 32400"/>
                <a:gd name="textAreaBottom" fmla="*/ 33840 h 32400"/>
              </a:gdLst>
              <a:ahLst/>
              <a:cxnLst/>
              <a:rect l="textAreaLeft" t="textAreaTop" r="textAreaRight" b="textAreaBottom"/>
              <a:pathLst>
                <a:path w="435" h="379">
                  <a:moveTo>
                    <a:pt x="221" y="0"/>
                  </a:moveTo>
                  <a:cubicBezTo>
                    <a:pt x="150" y="0"/>
                    <a:pt x="80" y="43"/>
                    <a:pt x="47" y="110"/>
                  </a:cubicBezTo>
                  <a:cubicBezTo>
                    <a:pt x="1" y="201"/>
                    <a:pt x="47" y="315"/>
                    <a:pt x="138" y="361"/>
                  </a:cubicBezTo>
                  <a:cubicBezTo>
                    <a:pt x="162" y="373"/>
                    <a:pt x="189" y="379"/>
                    <a:pt x="214" y="379"/>
                  </a:cubicBezTo>
                  <a:cubicBezTo>
                    <a:pt x="285" y="379"/>
                    <a:pt x="356" y="336"/>
                    <a:pt x="389" y="269"/>
                  </a:cubicBezTo>
                  <a:cubicBezTo>
                    <a:pt x="435" y="178"/>
                    <a:pt x="389" y="64"/>
                    <a:pt x="298" y="18"/>
                  </a:cubicBezTo>
                  <a:cubicBezTo>
                    <a:pt x="273" y="6"/>
                    <a:pt x="247" y="0"/>
                    <a:pt x="221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6920" rIns="90000" bIns="169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43" name="Google Shape;352;p2"/>
            <p:cNvSpPr/>
            <p:nvPr/>
          </p:nvSpPr>
          <p:spPr>
            <a:xfrm>
              <a:off x="1966680" y="4328280"/>
              <a:ext cx="27360" cy="2268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22680"/>
                <a:gd name="textAreaBottom" fmla="*/ 24120 h 22680"/>
              </a:gdLst>
              <a:ahLst/>
              <a:cxnLst/>
              <a:rect l="textAreaLeft" t="textAreaTop" r="textAreaRight" b="textAreaBottom"/>
              <a:pathLst>
                <a:path w="321" h="270">
                  <a:moveTo>
                    <a:pt x="175" y="1"/>
                  </a:moveTo>
                  <a:cubicBezTo>
                    <a:pt x="119" y="1"/>
                    <a:pt x="64" y="27"/>
                    <a:pt x="47" y="78"/>
                  </a:cubicBezTo>
                  <a:cubicBezTo>
                    <a:pt x="1" y="146"/>
                    <a:pt x="24" y="215"/>
                    <a:pt x="92" y="261"/>
                  </a:cubicBezTo>
                  <a:cubicBezTo>
                    <a:pt x="109" y="266"/>
                    <a:pt x="128" y="269"/>
                    <a:pt x="146" y="269"/>
                  </a:cubicBezTo>
                  <a:cubicBezTo>
                    <a:pt x="202" y="269"/>
                    <a:pt x="258" y="243"/>
                    <a:pt x="275" y="192"/>
                  </a:cubicBezTo>
                  <a:cubicBezTo>
                    <a:pt x="320" y="124"/>
                    <a:pt x="298" y="32"/>
                    <a:pt x="229" y="9"/>
                  </a:cubicBezTo>
                  <a:cubicBezTo>
                    <a:pt x="212" y="4"/>
                    <a:pt x="193" y="1"/>
                    <a:pt x="175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880" rIns="90000" bIns="118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44" name="Google Shape;353;p2"/>
            <p:cNvSpPr/>
            <p:nvPr/>
          </p:nvSpPr>
          <p:spPr>
            <a:xfrm>
              <a:off x="2294280" y="4291560"/>
              <a:ext cx="31320" cy="25920"/>
            </a:xfrm>
            <a:custGeom>
              <a:avLst/>
              <a:gdLst>
                <a:gd name="textAreaLeft" fmla="*/ 0 w 31320"/>
                <a:gd name="textAreaRight" fmla="*/ 32760 w 31320"/>
                <a:gd name="textAreaTop" fmla="*/ 0 h 25920"/>
                <a:gd name="textAreaBottom" fmla="*/ 27360 h 25920"/>
              </a:gdLst>
              <a:ahLst/>
              <a:cxnLst/>
              <a:rect l="textAreaLeft" t="textAreaTop" r="textAreaRight" b="textAreaBottom"/>
              <a:pathLst>
                <a:path w="367" h="306">
                  <a:moveTo>
                    <a:pt x="197" y="0"/>
                  </a:moveTo>
                  <a:cubicBezTo>
                    <a:pt x="141" y="0"/>
                    <a:pt x="81" y="26"/>
                    <a:pt x="47" y="77"/>
                  </a:cubicBezTo>
                  <a:cubicBezTo>
                    <a:pt x="1" y="168"/>
                    <a:pt x="47" y="260"/>
                    <a:pt x="115" y="283"/>
                  </a:cubicBezTo>
                  <a:cubicBezTo>
                    <a:pt x="145" y="298"/>
                    <a:pt x="176" y="305"/>
                    <a:pt x="204" y="305"/>
                  </a:cubicBezTo>
                  <a:cubicBezTo>
                    <a:pt x="260" y="305"/>
                    <a:pt x="305" y="275"/>
                    <a:pt x="320" y="214"/>
                  </a:cubicBezTo>
                  <a:cubicBezTo>
                    <a:pt x="366" y="146"/>
                    <a:pt x="320" y="54"/>
                    <a:pt x="252" y="9"/>
                  </a:cubicBezTo>
                  <a:cubicBezTo>
                    <a:pt x="235" y="3"/>
                    <a:pt x="216" y="0"/>
                    <a:pt x="197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3680" rIns="90000" bIns="136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45" name="Google Shape;354;p2"/>
            <p:cNvSpPr/>
            <p:nvPr/>
          </p:nvSpPr>
          <p:spPr>
            <a:xfrm>
              <a:off x="5022720" y="4660200"/>
              <a:ext cx="29520" cy="24120"/>
            </a:xfrm>
            <a:custGeom>
              <a:avLst/>
              <a:gdLst>
                <a:gd name="textAreaLeft" fmla="*/ 0 w 29520"/>
                <a:gd name="textAreaRight" fmla="*/ 30960 w 29520"/>
                <a:gd name="textAreaTop" fmla="*/ 0 h 24120"/>
                <a:gd name="textAreaBottom" fmla="*/ 25560 h 24120"/>
              </a:gdLst>
              <a:ahLst/>
              <a:cxnLst/>
              <a:rect l="textAreaLeft" t="textAreaTop" r="textAreaRight" b="textAreaBottom"/>
              <a:pathLst>
                <a:path w="343" h="284">
                  <a:moveTo>
                    <a:pt x="174" y="1"/>
                  </a:moveTo>
                  <a:cubicBezTo>
                    <a:pt x="119" y="1"/>
                    <a:pt x="63" y="26"/>
                    <a:pt x="46" y="78"/>
                  </a:cubicBezTo>
                  <a:cubicBezTo>
                    <a:pt x="0" y="146"/>
                    <a:pt x="46" y="237"/>
                    <a:pt x="114" y="260"/>
                  </a:cubicBezTo>
                  <a:cubicBezTo>
                    <a:pt x="137" y="275"/>
                    <a:pt x="163" y="283"/>
                    <a:pt x="187" y="283"/>
                  </a:cubicBezTo>
                  <a:cubicBezTo>
                    <a:pt x="236" y="283"/>
                    <a:pt x="282" y="253"/>
                    <a:pt x="297" y="192"/>
                  </a:cubicBezTo>
                  <a:cubicBezTo>
                    <a:pt x="343" y="123"/>
                    <a:pt x="297" y="55"/>
                    <a:pt x="228" y="9"/>
                  </a:cubicBezTo>
                  <a:cubicBezTo>
                    <a:pt x="211" y="3"/>
                    <a:pt x="193" y="1"/>
                    <a:pt x="174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600" rIns="90000" bIns="126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46" name="Google Shape;355;p2"/>
            <p:cNvSpPr/>
            <p:nvPr/>
          </p:nvSpPr>
          <p:spPr>
            <a:xfrm>
              <a:off x="3576600" y="6122880"/>
              <a:ext cx="39600" cy="36000"/>
            </a:xfrm>
            <a:custGeom>
              <a:avLst/>
              <a:gdLst>
                <a:gd name="textAreaLeft" fmla="*/ 0 w 39600"/>
                <a:gd name="textAreaRight" fmla="*/ 41040 w 39600"/>
                <a:gd name="textAreaTop" fmla="*/ 0 h 36000"/>
                <a:gd name="textAreaBottom" fmla="*/ 37440 h 36000"/>
              </a:gdLst>
              <a:ahLst/>
              <a:cxnLst/>
              <a:rect l="textAreaLeft" t="textAreaTop" r="textAreaRight" b="textAreaBottom"/>
              <a:pathLst>
                <a:path w="458" h="416">
                  <a:moveTo>
                    <a:pt x="213" y="0"/>
                  </a:moveTo>
                  <a:cubicBezTo>
                    <a:pt x="140" y="0"/>
                    <a:pt x="77" y="46"/>
                    <a:pt x="46" y="124"/>
                  </a:cubicBezTo>
                  <a:cubicBezTo>
                    <a:pt x="1" y="215"/>
                    <a:pt x="23" y="352"/>
                    <a:pt x="137" y="397"/>
                  </a:cubicBezTo>
                  <a:cubicBezTo>
                    <a:pt x="162" y="410"/>
                    <a:pt x="190" y="415"/>
                    <a:pt x="218" y="415"/>
                  </a:cubicBezTo>
                  <a:cubicBezTo>
                    <a:pt x="296" y="415"/>
                    <a:pt x="378" y="373"/>
                    <a:pt x="411" y="306"/>
                  </a:cubicBezTo>
                  <a:cubicBezTo>
                    <a:pt x="457" y="192"/>
                    <a:pt x="411" y="78"/>
                    <a:pt x="320" y="32"/>
                  </a:cubicBezTo>
                  <a:cubicBezTo>
                    <a:pt x="284" y="10"/>
                    <a:pt x="247" y="0"/>
                    <a:pt x="213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8720" rIns="90000" bIns="187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47" name="Google Shape;356;p2"/>
            <p:cNvSpPr/>
            <p:nvPr/>
          </p:nvSpPr>
          <p:spPr>
            <a:xfrm>
              <a:off x="3601080" y="6076800"/>
              <a:ext cx="33480" cy="2916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29160"/>
                <a:gd name="textAreaBottom" fmla="*/ 30600 h 29160"/>
              </a:gdLst>
              <a:ahLst/>
              <a:cxnLst/>
              <a:rect l="textAreaLeft" t="textAreaTop" r="textAreaRight" b="textAreaBottom"/>
              <a:pathLst>
                <a:path w="389" h="339">
                  <a:moveTo>
                    <a:pt x="199" y="1"/>
                  </a:moveTo>
                  <a:cubicBezTo>
                    <a:pt x="136" y="1"/>
                    <a:pt x="79" y="38"/>
                    <a:pt x="46" y="88"/>
                  </a:cubicBezTo>
                  <a:cubicBezTo>
                    <a:pt x="0" y="179"/>
                    <a:pt x="46" y="293"/>
                    <a:pt x="115" y="316"/>
                  </a:cubicBezTo>
                  <a:cubicBezTo>
                    <a:pt x="145" y="331"/>
                    <a:pt x="178" y="339"/>
                    <a:pt x="209" y="339"/>
                  </a:cubicBezTo>
                  <a:cubicBezTo>
                    <a:pt x="272" y="339"/>
                    <a:pt x="328" y="308"/>
                    <a:pt x="343" y="247"/>
                  </a:cubicBezTo>
                  <a:cubicBezTo>
                    <a:pt x="388" y="156"/>
                    <a:pt x="366" y="65"/>
                    <a:pt x="274" y="19"/>
                  </a:cubicBezTo>
                  <a:cubicBezTo>
                    <a:pt x="249" y="6"/>
                    <a:pt x="223" y="1"/>
                    <a:pt x="199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120" rIns="90000" bIns="151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48" name="Google Shape;357;p2"/>
            <p:cNvSpPr/>
            <p:nvPr/>
          </p:nvSpPr>
          <p:spPr>
            <a:xfrm>
              <a:off x="3587040" y="6031440"/>
              <a:ext cx="29520" cy="24120"/>
            </a:xfrm>
            <a:custGeom>
              <a:avLst/>
              <a:gdLst>
                <a:gd name="textAreaLeft" fmla="*/ 0 w 29520"/>
                <a:gd name="textAreaRight" fmla="*/ 30960 w 29520"/>
                <a:gd name="textAreaTop" fmla="*/ 0 h 24120"/>
                <a:gd name="textAreaBottom" fmla="*/ 25560 h 24120"/>
              </a:gdLst>
              <a:ahLst/>
              <a:cxnLst/>
              <a:rect l="textAreaLeft" t="textAreaTop" r="textAreaRight" b="textAreaBottom"/>
              <a:pathLst>
                <a:path w="344" h="284">
                  <a:moveTo>
                    <a:pt x="152" y="0"/>
                  </a:moveTo>
                  <a:cubicBezTo>
                    <a:pt x="104" y="0"/>
                    <a:pt x="61" y="26"/>
                    <a:pt x="46" y="70"/>
                  </a:cubicBezTo>
                  <a:cubicBezTo>
                    <a:pt x="1" y="161"/>
                    <a:pt x="46" y="230"/>
                    <a:pt x="115" y="275"/>
                  </a:cubicBezTo>
                  <a:cubicBezTo>
                    <a:pt x="132" y="281"/>
                    <a:pt x="150" y="284"/>
                    <a:pt x="169" y="284"/>
                  </a:cubicBezTo>
                  <a:cubicBezTo>
                    <a:pt x="225" y="284"/>
                    <a:pt x="280" y="258"/>
                    <a:pt x="297" y="207"/>
                  </a:cubicBezTo>
                  <a:cubicBezTo>
                    <a:pt x="343" y="138"/>
                    <a:pt x="297" y="47"/>
                    <a:pt x="229" y="24"/>
                  </a:cubicBezTo>
                  <a:cubicBezTo>
                    <a:pt x="205" y="8"/>
                    <a:pt x="178" y="0"/>
                    <a:pt x="152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600" rIns="90000" bIns="126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49" name="Google Shape;358;p2"/>
            <p:cNvSpPr/>
            <p:nvPr/>
          </p:nvSpPr>
          <p:spPr>
            <a:xfrm>
              <a:off x="3587040" y="5977440"/>
              <a:ext cx="27360" cy="2412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24120"/>
                <a:gd name="textAreaBottom" fmla="*/ 25560 h 24120"/>
              </a:gdLst>
              <a:ahLst/>
              <a:cxnLst/>
              <a:rect l="textAreaLeft" t="textAreaTop" r="textAreaRight" b="textAreaBottom"/>
              <a:pathLst>
                <a:path w="321" h="284">
                  <a:moveTo>
                    <a:pt x="175" y="0"/>
                  </a:moveTo>
                  <a:cubicBezTo>
                    <a:pt x="119" y="0"/>
                    <a:pt x="63" y="26"/>
                    <a:pt x="46" y="77"/>
                  </a:cubicBezTo>
                  <a:cubicBezTo>
                    <a:pt x="1" y="146"/>
                    <a:pt x="23" y="237"/>
                    <a:pt x="92" y="260"/>
                  </a:cubicBezTo>
                  <a:cubicBezTo>
                    <a:pt x="124" y="276"/>
                    <a:pt x="154" y="284"/>
                    <a:pt x="180" y="284"/>
                  </a:cubicBezTo>
                  <a:cubicBezTo>
                    <a:pt x="229" y="284"/>
                    <a:pt x="268" y="258"/>
                    <a:pt x="297" y="214"/>
                  </a:cubicBezTo>
                  <a:cubicBezTo>
                    <a:pt x="320" y="123"/>
                    <a:pt x="297" y="54"/>
                    <a:pt x="229" y="9"/>
                  </a:cubicBezTo>
                  <a:cubicBezTo>
                    <a:pt x="212" y="3"/>
                    <a:pt x="193" y="0"/>
                    <a:pt x="175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600" rIns="90000" bIns="126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50" name="Google Shape;359;p2"/>
            <p:cNvSpPr/>
            <p:nvPr/>
          </p:nvSpPr>
          <p:spPr>
            <a:xfrm>
              <a:off x="2671200" y="5969160"/>
              <a:ext cx="21240" cy="16560"/>
            </a:xfrm>
            <a:custGeom>
              <a:avLst/>
              <a:gdLst>
                <a:gd name="textAreaLeft" fmla="*/ 0 w 21240"/>
                <a:gd name="textAreaRight" fmla="*/ 22680 w 21240"/>
                <a:gd name="textAreaTop" fmla="*/ 0 h 16560"/>
                <a:gd name="textAreaBottom" fmla="*/ 18000 h 16560"/>
              </a:gdLst>
              <a:ahLst/>
              <a:cxnLst/>
              <a:rect l="textAreaLeft" t="textAreaTop" r="textAreaRight" b="textAreaBottom"/>
              <a:pathLst>
                <a:path w="252" h="202">
                  <a:moveTo>
                    <a:pt x="133" y="1"/>
                  </a:moveTo>
                  <a:cubicBezTo>
                    <a:pt x="90" y="1"/>
                    <a:pt x="57" y="22"/>
                    <a:pt x="24" y="55"/>
                  </a:cubicBezTo>
                  <a:cubicBezTo>
                    <a:pt x="1" y="101"/>
                    <a:pt x="24" y="169"/>
                    <a:pt x="92" y="192"/>
                  </a:cubicBezTo>
                  <a:cubicBezTo>
                    <a:pt x="104" y="198"/>
                    <a:pt x="118" y="201"/>
                    <a:pt x="132" y="201"/>
                  </a:cubicBezTo>
                  <a:cubicBezTo>
                    <a:pt x="171" y="201"/>
                    <a:pt x="212" y="180"/>
                    <a:pt x="229" y="146"/>
                  </a:cubicBezTo>
                  <a:cubicBezTo>
                    <a:pt x="252" y="101"/>
                    <a:pt x="229" y="32"/>
                    <a:pt x="183" y="10"/>
                  </a:cubicBezTo>
                  <a:cubicBezTo>
                    <a:pt x="165" y="3"/>
                    <a:pt x="148" y="1"/>
                    <a:pt x="133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000" rIns="90000" bIns="90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51" name="Google Shape;360;p2"/>
            <p:cNvSpPr/>
            <p:nvPr/>
          </p:nvSpPr>
          <p:spPr>
            <a:xfrm>
              <a:off x="3351240" y="3958560"/>
              <a:ext cx="31320" cy="27000"/>
            </a:xfrm>
            <a:custGeom>
              <a:avLst/>
              <a:gdLst>
                <a:gd name="textAreaLeft" fmla="*/ 0 w 31320"/>
                <a:gd name="textAreaRight" fmla="*/ 32760 w 31320"/>
                <a:gd name="textAreaTop" fmla="*/ 0 h 27000"/>
                <a:gd name="textAreaBottom" fmla="*/ 28440 h 27000"/>
              </a:gdLst>
              <a:ahLst/>
              <a:cxnLst/>
              <a:rect l="textAreaLeft" t="textAreaTop" r="textAreaRight" b="textAreaBottom"/>
              <a:pathLst>
                <a:path w="366" h="316">
                  <a:moveTo>
                    <a:pt x="163" y="0"/>
                  </a:moveTo>
                  <a:cubicBezTo>
                    <a:pt x="107" y="0"/>
                    <a:pt x="62" y="31"/>
                    <a:pt x="46" y="91"/>
                  </a:cubicBezTo>
                  <a:cubicBezTo>
                    <a:pt x="1" y="160"/>
                    <a:pt x="24" y="251"/>
                    <a:pt x="115" y="297"/>
                  </a:cubicBezTo>
                  <a:cubicBezTo>
                    <a:pt x="134" y="310"/>
                    <a:pt x="155" y="315"/>
                    <a:pt x="176" y="315"/>
                  </a:cubicBezTo>
                  <a:cubicBezTo>
                    <a:pt x="231" y="315"/>
                    <a:pt x="287" y="278"/>
                    <a:pt x="320" y="228"/>
                  </a:cubicBezTo>
                  <a:cubicBezTo>
                    <a:pt x="366" y="137"/>
                    <a:pt x="320" y="46"/>
                    <a:pt x="252" y="23"/>
                  </a:cubicBezTo>
                  <a:cubicBezTo>
                    <a:pt x="221" y="8"/>
                    <a:pt x="191" y="0"/>
                    <a:pt x="163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4040" rIns="90000" bIns="140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52" name="Google Shape;361;p2"/>
            <p:cNvSpPr/>
            <p:nvPr/>
          </p:nvSpPr>
          <p:spPr>
            <a:xfrm>
              <a:off x="3322800" y="3986280"/>
              <a:ext cx="23400" cy="20160"/>
            </a:xfrm>
            <a:custGeom>
              <a:avLst/>
              <a:gdLst>
                <a:gd name="textAreaLeft" fmla="*/ 0 w 23400"/>
                <a:gd name="textAreaRight" fmla="*/ 24840 w 23400"/>
                <a:gd name="textAreaTop" fmla="*/ 0 h 20160"/>
                <a:gd name="textAreaBottom" fmla="*/ 21600 h 20160"/>
              </a:gdLst>
              <a:ahLst/>
              <a:cxnLst/>
              <a:rect l="textAreaLeft" t="textAreaTop" r="textAreaRight" b="textAreaBottom"/>
              <a:pathLst>
                <a:path w="275" h="239">
                  <a:moveTo>
                    <a:pt x="138" y="1"/>
                  </a:moveTo>
                  <a:cubicBezTo>
                    <a:pt x="93" y="1"/>
                    <a:pt x="40" y="22"/>
                    <a:pt x="23" y="55"/>
                  </a:cubicBezTo>
                  <a:cubicBezTo>
                    <a:pt x="0" y="124"/>
                    <a:pt x="23" y="192"/>
                    <a:pt x="92" y="215"/>
                  </a:cubicBezTo>
                  <a:cubicBezTo>
                    <a:pt x="108" y="231"/>
                    <a:pt x="127" y="239"/>
                    <a:pt x="147" y="239"/>
                  </a:cubicBezTo>
                  <a:cubicBezTo>
                    <a:pt x="183" y="239"/>
                    <a:pt x="222" y="214"/>
                    <a:pt x="251" y="169"/>
                  </a:cubicBezTo>
                  <a:cubicBezTo>
                    <a:pt x="274" y="101"/>
                    <a:pt x="251" y="32"/>
                    <a:pt x="183" y="10"/>
                  </a:cubicBezTo>
                  <a:cubicBezTo>
                    <a:pt x="171" y="4"/>
                    <a:pt x="155" y="1"/>
                    <a:pt x="138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0" rIns="90000" bIns="108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53" name="Google Shape;362;p2"/>
            <p:cNvSpPr/>
            <p:nvPr/>
          </p:nvSpPr>
          <p:spPr>
            <a:xfrm>
              <a:off x="3402360" y="4168440"/>
              <a:ext cx="39600" cy="36000"/>
            </a:xfrm>
            <a:custGeom>
              <a:avLst/>
              <a:gdLst>
                <a:gd name="textAreaLeft" fmla="*/ 0 w 39600"/>
                <a:gd name="textAreaRight" fmla="*/ 41040 w 39600"/>
                <a:gd name="textAreaTop" fmla="*/ 0 h 36000"/>
                <a:gd name="textAreaBottom" fmla="*/ 37440 h 36000"/>
              </a:gdLst>
              <a:ahLst/>
              <a:cxnLst/>
              <a:rect l="textAreaLeft" t="textAreaTop" r="textAreaRight" b="textAreaBottom"/>
              <a:pathLst>
                <a:path w="457" h="417">
                  <a:moveTo>
                    <a:pt x="223" y="1"/>
                  </a:moveTo>
                  <a:cubicBezTo>
                    <a:pt x="150" y="1"/>
                    <a:pt x="77" y="47"/>
                    <a:pt x="46" y="124"/>
                  </a:cubicBezTo>
                  <a:cubicBezTo>
                    <a:pt x="0" y="216"/>
                    <a:pt x="46" y="352"/>
                    <a:pt x="137" y="398"/>
                  </a:cubicBezTo>
                  <a:cubicBezTo>
                    <a:pt x="168" y="410"/>
                    <a:pt x="199" y="416"/>
                    <a:pt x="228" y="416"/>
                  </a:cubicBezTo>
                  <a:cubicBezTo>
                    <a:pt x="308" y="416"/>
                    <a:pt x="378" y="374"/>
                    <a:pt x="411" y="307"/>
                  </a:cubicBezTo>
                  <a:cubicBezTo>
                    <a:pt x="457" y="193"/>
                    <a:pt x="411" y="79"/>
                    <a:pt x="320" y="33"/>
                  </a:cubicBezTo>
                  <a:cubicBezTo>
                    <a:pt x="291" y="11"/>
                    <a:pt x="257" y="1"/>
                    <a:pt x="223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8720" rIns="90000" bIns="187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54" name="Google Shape;363;p2"/>
            <p:cNvSpPr/>
            <p:nvPr/>
          </p:nvSpPr>
          <p:spPr>
            <a:xfrm>
              <a:off x="3392280" y="4056480"/>
              <a:ext cx="21240" cy="18000"/>
            </a:xfrm>
            <a:custGeom>
              <a:avLst/>
              <a:gdLst>
                <a:gd name="textAreaLeft" fmla="*/ 0 w 21240"/>
                <a:gd name="textAreaRight" fmla="*/ 22680 w 21240"/>
                <a:gd name="textAreaTop" fmla="*/ 0 h 18000"/>
                <a:gd name="textAreaBottom" fmla="*/ 19440 h 18000"/>
              </a:gdLst>
              <a:ahLst/>
              <a:cxnLst/>
              <a:rect l="textAreaLeft" t="textAreaTop" r="textAreaRight" b="textAreaBottom"/>
              <a:pathLst>
                <a:path w="252" h="217">
                  <a:moveTo>
                    <a:pt x="106" y="1"/>
                  </a:moveTo>
                  <a:cubicBezTo>
                    <a:pt x="72" y="1"/>
                    <a:pt x="38" y="26"/>
                    <a:pt x="23" y="70"/>
                  </a:cubicBezTo>
                  <a:cubicBezTo>
                    <a:pt x="0" y="116"/>
                    <a:pt x="23" y="184"/>
                    <a:pt x="69" y="207"/>
                  </a:cubicBezTo>
                  <a:cubicBezTo>
                    <a:pt x="81" y="213"/>
                    <a:pt x="95" y="216"/>
                    <a:pt x="109" y="216"/>
                  </a:cubicBezTo>
                  <a:cubicBezTo>
                    <a:pt x="148" y="216"/>
                    <a:pt x="189" y="195"/>
                    <a:pt x="206" y="161"/>
                  </a:cubicBezTo>
                  <a:cubicBezTo>
                    <a:pt x="251" y="116"/>
                    <a:pt x="229" y="47"/>
                    <a:pt x="160" y="25"/>
                  </a:cubicBezTo>
                  <a:cubicBezTo>
                    <a:pt x="144" y="8"/>
                    <a:pt x="125" y="1"/>
                    <a:pt x="106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720" rIns="90000" bIns="97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55" name="Google Shape;364;p2"/>
            <p:cNvSpPr/>
            <p:nvPr/>
          </p:nvSpPr>
          <p:spPr>
            <a:xfrm>
              <a:off x="1263960" y="2995560"/>
              <a:ext cx="27360" cy="2412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24120"/>
                <a:gd name="textAreaBottom" fmla="*/ 25560 h 24120"/>
              </a:gdLst>
              <a:ahLst/>
              <a:cxnLst/>
              <a:rect l="textAreaLeft" t="textAreaTop" r="textAreaRight" b="textAreaBottom"/>
              <a:pathLst>
                <a:path w="321" h="284">
                  <a:moveTo>
                    <a:pt x="152" y="0"/>
                  </a:moveTo>
                  <a:cubicBezTo>
                    <a:pt x="104" y="0"/>
                    <a:pt x="61" y="25"/>
                    <a:pt x="46" y="70"/>
                  </a:cubicBezTo>
                  <a:cubicBezTo>
                    <a:pt x="1" y="138"/>
                    <a:pt x="24" y="229"/>
                    <a:pt x="92" y="275"/>
                  </a:cubicBezTo>
                  <a:cubicBezTo>
                    <a:pt x="109" y="281"/>
                    <a:pt x="128" y="284"/>
                    <a:pt x="146" y="284"/>
                  </a:cubicBezTo>
                  <a:cubicBezTo>
                    <a:pt x="202" y="284"/>
                    <a:pt x="258" y="258"/>
                    <a:pt x="275" y="207"/>
                  </a:cubicBezTo>
                  <a:cubicBezTo>
                    <a:pt x="320" y="138"/>
                    <a:pt x="298" y="47"/>
                    <a:pt x="229" y="24"/>
                  </a:cubicBezTo>
                  <a:cubicBezTo>
                    <a:pt x="205" y="8"/>
                    <a:pt x="178" y="0"/>
                    <a:pt x="152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600" rIns="90000" bIns="126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56" name="Google Shape;365;p2"/>
            <p:cNvSpPr/>
            <p:nvPr/>
          </p:nvSpPr>
          <p:spPr>
            <a:xfrm>
              <a:off x="1282320" y="2857680"/>
              <a:ext cx="23400" cy="20520"/>
            </a:xfrm>
            <a:custGeom>
              <a:avLst/>
              <a:gdLst>
                <a:gd name="textAreaLeft" fmla="*/ 0 w 23400"/>
                <a:gd name="textAreaRight" fmla="*/ 24840 w 23400"/>
                <a:gd name="textAreaTop" fmla="*/ 0 h 20520"/>
                <a:gd name="textAreaBottom" fmla="*/ 21960 h 20520"/>
              </a:gdLst>
              <a:ahLst/>
              <a:cxnLst/>
              <a:rect l="textAreaLeft" t="textAreaTop" r="textAreaRight" b="textAreaBottom"/>
              <a:pathLst>
                <a:path w="275" h="246">
                  <a:moveTo>
                    <a:pt x="132" y="0"/>
                  </a:moveTo>
                  <a:cubicBezTo>
                    <a:pt x="83" y="0"/>
                    <a:pt x="40" y="26"/>
                    <a:pt x="23" y="77"/>
                  </a:cubicBezTo>
                  <a:cubicBezTo>
                    <a:pt x="0" y="123"/>
                    <a:pt x="23" y="192"/>
                    <a:pt x="69" y="237"/>
                  </a:cubicBezTo>
                  <a:cubicBezTo>
                    <a:pt x="86" y="243"/>
                    <a:pt x="103" y="246"/>
                    <a:pt x="119" y="246"/>
                  </a:cubicBezTo>
                  <a:cubicBezTo>
                    <a:pt x="169" y="246"/>
                    <a:pt x="211" y="220"/>
                    <a:pt x="228" y="169"/>
                  </a:cubicBezTo>
                  <a:cubicBezTo>
                    <a:pt x="274" y="123"/>
                    <a:pt x="228" y="55"/>
                    <a:pt x="183" y="9"/>
                  </a:cubicBezTo>
                  <a:cubicBezTo>
                    <a:pt x="166" y="3"/>
                    <a:pt x="149" y="0"/>
                    <a:pt x="132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0" rIns="90000" bIns="108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357" name="Google Shape;366;p2"/>
          <p:cNvSpPr/>
          <p:nvPr/>
        </p:nvSpPr>
        <p:spPr>
          <a:xfrm>
            <a:off x="2403720" y="3982320"/>
            <a:ext cx="1673280" cy="1472760"/>
          </a:xfrm>
          <a:custGeom>
            <a:avLst/>
            <a:gdLst>
              <a:gd name="textAreaLeft" fmla="*/ 0 w 1673280"/>
              <a:gd name="textAreaRight" fmla="*/ 1674720 w 1673280"/>
              <a:gd name="textAreaTop" fmla="*/ 0 h 1472760"/>
              <a:gd name="textAreaBottom" fmla="*/ 1474200 h 1472760"/>
            </a:gdLst>
            <a:ahLst/>
            <a:cxnLst/>
            <a:rect l="textAreaLeft" t="textAreaTop" r="textAreaRight" b="textAreaBottom"/>
            <a:pathLst>
              <a:path w="31842" h="28031">
                <a:moveTo>
                  <a:pt x="31842" y="1"/>
                </a:moveTo>
                <a:lnTo>
                  <a:pt x="29491" y="28030"/>
                </a:lnTo>
                <a:lnTo>
                  <a:pt x="0" y="23716"/>
                </a:lnTo>
                <a:close/>
              </a:path>
            </a:pathLst>
          </a:custGeom>
          <a:gradFill rotWithShape="0">
            <a:gsLst>
              <a:gs pos="0">
                <a:srgbClr val="002AB1">
                  <a:alpha val="71372"/>
                </a:srgbClr>
              </a:gs>
              <a:gs pos="100000">
                <a:srgbClr val="00E0FF">
                  <a:alpha val="69019"/>
                </a:srgbClr>
              </a:gs>
            </a:gsLst>
            <a:lin ang="10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GB" sz="14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grpSp>
        <p:nvGrpSpPr>
          <p:cNvPr id="358" name="Google Shape;367;p2"/>
          <p:cNvGrpSpPr/>
          <p:nvPr/>
        </p:nvGrpSpPr>
        <p:grpSpPr>
          <a:xfrm>
            <a:off x="82440" y="4408200"/>
            <a:ext cx="1673280" cy="390240"/>
            <a:chOff x="82440" y="4408200"/>
            <a:chExt cx="1673280" cy="390240"/>
          </a:xfrm>
        </p:grpSpPr>
        <p:sp>
          <p:nvSpPr>
            <p:cNvPr id="359" name="Google Shape;368;p2"/>
            <p:cNvSpPr/>
            <p:nvPr/>
          </p:nvSpPr>
          <p:spPr>
            <a:xfrm>
              <a:off x="82440" y="4408200"/>
              <a:ext cx="340200" cy="390240"/>
            </a:xfrm>
            <a:custGeom>
              <a:avLst/>
              <a:gdLst>
                <a:gd name="textAreaLeft" fmla="*/ 0 w 340200"/>
                <a:gd name="textAreaRight" fmla="*/ 341640 w 340200"/>
                <a:gd name="textAreaTop" fmla="*/ 0 h 390240"/>
                <a:gd name="textAreaBottom" fmla="*/ 391680 h 390240"/>
              </a:gdLst>
              <a:ahLst/>
              <a:cxnLst/>
              <a:rect l="textAreaLeft" t="textAreaTop" r="textAreaRight" b="textAreaBottom"/>
              <a:pathLst>
                <a:path w="2649" h="3037">
                  <a:moveTo>
                    <a:pt x="2649" y="1"/>
                  </a:moveTo>
                  <a:lnTo>
                    <a:pt x="1" y="1530"/>
                  </a:lnTo>
                  <a:lnTo>
                    <a:pt x="2649" y="3036"/>
                  </a:lnTo>
                  <a:lnTo>
                    <a:pt x="2649" y="1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52156"/>
                  </a:srgbClr>
                </a:gs>
                <a:gs pos="100000">
                  <a:srgbClr val="3EE7F0">
                    <a:alpha val="50196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60" name="Google Shape;369;p2"/>
            <p:cNvSpPr/>
            <p:nvPr/>
          </p:nvSpPr>
          <p:spPr>
            <a:xfrm>
              <a:off x="747720" y="4408200"/>
              <a:ext cx="340200" cy="390240"/>
            </a:xfrm>
            <a:custGeom>
              <a:avLst/>
              <a:gdLst>
                <a:gd name="textAreaLeft" fmla="*/ 0 w 340200"/>
                <a:gd name="textAreaRight" fmla="*/ 341640 w 340200"/>
                <a:gd name="textAreaTop" fmla="*/ 0 h 390240"/>
                <a:gd name="textAreaBottom" fmla="*/ 391680 h 390240"/>
              </a:gdLst>
              <a:ahLst/>
              <a:cxnLst/>
              <a:rect l="textAreaLeft" t="textAreaTop" r="textAreaRight" b="textAreaBottom"/>
              <a:pathLst>
                <a:path w="2649" h="3037">
                  <a:moveTo>
                    <a:pt x="2648" y="1"/>
                  </a:moveTo>
                  <a:lnTo>
                    <a:pt x="0" y="1530"/>
                  </a:lnTo>
                  <a:lnTo>
                    <a:pt x="2648" y="3036"/>
                  </a:lnTo>
                  <a:lnTo>
                    <a:pt x="2648" y="1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52156"/>
                  </a:srgbClr>
                </a:gs>
                <a:gs pos="100000">
                  <a:srgbClr val="3EE7F0">
                    <a:alpha val="50196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61" name="Google Shape;370;p2"/>
            <p:cNvSpPr/>
            <p:nvPr/>
          </p:nvSpPr>
          <p:spPr>
            <a:xfrm>
              <a:off x="1415520" y="4408200"/>
              <a:ext cx="340200" cy="390240"/>
            </a:xfrm>
            <a:custGeom>
              <a:avLst/>
              <a:gdLst>
                <a:gd name="textAreaLeft" fmla="*/ 0 w 340200"/>
                <a:gd name="textAreaRight" fmla="*/ 341640 w 340200"/>
                <a:gd name="textAreaTop" fmla="*/ 0 h 390240"/>
                <a:gd name="textAreaBottom" fmla="*/ 391680 h 390240"/>
              </a:gdLst>
              <a:ahLst/>
              <a:cxnLst/>
              <a:rect l="textAreaLeft" t="textAreaTop" r="textAreaRight" b="textAreaBottom"/>
              <a:pathLst>
                <a:path w="2649" h="3037">
                  <a:moveTo>
                    <a:pt x="2648" y="1"/>
                  </a:moveTo>
                  <a:lnTo>
                    <a:pt x="1" y="1530"/>
                  </a:lnTo>
                  <a:lnTo>
                    <a:pt x="2648" y="3036"/>
                  </a:lnTo>
                  <a:lnTo>
                    <a:pt x="2648" y="1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52156"/>
                  </a:srgbClr>
                </a:gs>
                <a:gs pos="100000">
                  <a:srgbClr val="3EE7F0">
                    <a:alpha val="50196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grpSp>
        <p:nvGrpSpPr>
          <p:cNvPr id="362" name="Google Shape;371;p2"/>
          <p:cNvGrpSpPr/>
          <p:nvPr/>
        </p:nvGrpSpPr>
        <p:grpSpPr>
          <a:xfrm>
            <a:off x="-399600" y="-1510560"/>
            <a:ext cx="9833400" cy="6878880"/>
            <a:chOff x="-399600" y="-1510560"/>
            <a:chExt cx="9833400" cy="6878880"/>
          </a:xfrm>
        </p:grpSpPr>
        <p:sp>
          <p:nvSpPr>
            <p:cNvPr id="363" name="Google Shape;372;p2"/>
            <p:cNvSpPr/>
            <p:nvPr/>
          </p:nvSpPr>
          <p:spPr>
            <a:xfrm>
              <a:off x="-399600" y="-1510560"/>
              <a:ext cx="8498880" cy="6878880"/>
            </a:xfrm>
            <a:custGeom>
              <a:avLst/>
              <a:gdLst>
                <a:gd name="textAreaLeft" fmla="*/ 0 w 8498880"/>
                <a:gd name="textAreaRight" fmla="*/ 8500320 w 8498880"/>
                <a:gd name="textAreaTop" fmla="*/ 0 h 6878880"/>
                <a:gd name="textAreaBottom" fmla="*/ 6880320 h 6878880"/>
              </a:gdLst>
              <a:ahLst/>
              <a:cxnLst/>
              <a:rect l="textAreaLeft" t="textAreaTop" r="textAreaRight" b="textAreaBottom"/>
              <a:pathLst>
                <a:path w="62382" h="50491">
                  <a:moveTo>
                    <a:pt x="23853" y="1"/>
                  </a:moveTo>
                  <a:lnTo>
                    <a:pt x="14471" y="16960"/>
                  </a:lnTo>
                  <a:lnTo>
                    <a:pt x="14449" y="16983"/>
                  </a:lnTo>
                  <a:lnTo>
                    <a:pt x="19516" y="30541"/>
                  </a:lnTo>
                  <a:lnTo>
                    <a:pt x="0" y="49943"/>
                  </a:lnTo>
                  <a:lnTo>
                    <a:pt x="21022" y="50490"/>
                  </a:lnTo>
                  <a:lnTo>
                    <a:pt x="32458" y="43529"/>
                  </a:lnTo>
                  <a:lnTo>
                    <a:pt x="45263" y="47318"/>
                  </a:lnTo>
                  <a:lnTo>
                    <a:pt x="45286" y="47318"/>
                  </a:lnTo>
                  <a:lnTo>
                    <a:pt x="62382" y="32573"/>
                  </a:lnTo>
                  <a:lnTo>
                    <a:pt x="62313" y="32481"/>
                  </a:lnTo>
                  <a:lnTo>
                    <a:pt x="45263" y="47204"/>
                  </a:lnTo>
                  <a:lnTo>
                    <a:pt x="32458" y="43415"/>
                  </a:lnTo>
                  <a:lnTo>
                    <a:pt x="32435" y="43392"/>
                  </a:lnTo>
                  <a:lnTo>
                    <a:pt x="21000" y="50376"/>
                  </a:lnTo>
                  <a:lnTo>
                    <a:pt x="274" y="49828"/>
                  </a:lnTo>
                  <a:lnTo>
                    <a:pt x="19630" y="30610"/>
                  </a:lnTo>
                  <a:lnTo>
                    <a:pt x="19653" y="30564"/>
                  </a:lnTo>
                  <a:lnTo>
                    <a:pt x="14586" y="16983"/>
                  </a:lnTo>
                  <a:lnTo>
                    <a:pt x="23944" y="69"/>
                  </a:lnTo>
                  <a:lnTo>
                    <a:pt x="23853" y="1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32156"/>
                  </a:srgbClr>
                </a:gs>
                <a:gs pos="100000">
                  <a:srgbClr val="3EE7F0">
                    <a:alpha val="17254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64" name="Google Shape;373;p2"/>
            <p:cNvSpPr/>
            <p:nvPr/>
          </p:nvSpPr>
          <p:spPr>
            <a:xfrm>
              <a:off x="3596760" y="1537560"/>
              <a:ext cx="3049920" cy="3385800"/>
            </a:xfrm>
            <a:custGeom>
              <a:avLst/>
              <a:gdLst>
                <a:gd name="textAreaLeft" fmla="*/ 0 w 3049920"/>
                <a:gd name="textAreaRight" fmla="*/ 3051360 w 3049920"/>
                <a:gd name="textAreaTop" fmla="*/ 0 h 3385800"/>
                <a:gd name="textAreaBottom" fmla="*/ 3387240 h 3385800"/>
              </a:gdLst>
              <a:ahLst/>
              <a:cxnLst/>
              <a:rect l="textAreaLeft" t="textAreaTop" r="textAreaRight" b="textAreaBottom"/>
              <a:pathLst>
                <a:path w="22393" h="24858">
                  <a:moveTo>
                    <a:pt x="14495" y="1"/>
                  </a:moveTo>
                  <a:lnTo>
                    <a:pt x="15773" y="24538"/>
                  </a:lnTo>
                  <a:lnTo>
                    <a:pt x="15773" y="24538"/>
                  </a:lnTo>
                  <a:lnTo>
                    <a:pt x="1" y="7122"/>
                  </a:lnTo>
                  <a:lnTo>
                    <a:pt x="3059" y="21114"/>
                  </a:lnTo>
                  <a:lnTo>
                    <a:pt x="3173" y="21068"/>
                  </a:lnTo>
                  <a:lnTo>
                    <a:pt x="206" y="7533"/>
                  </a:lnTo>
                  <a:lnTo>
                    <a:pt x="15796" y="24743"/>
                  </a:lnTo>
                  <a:lnTo>
                    <a:pt x="15910" y="24857"/>
                  </a:lnTo>
                  <a:lnTo>
                    <a:pt x="15910" y="24857"/>
                  </a:lnTo>
                  <a:lnTo>
                    <a:pt x="14655" y="685"/>
                  </a:lnTo>
                  <a:lnTo>
                    <a:pt x="14655" y="685"/>
                  </a:lnTo>
                  <a:lnTo>
                    <a:pt x="22301" y="19402"/>
                  </a:lnTo>
                  <a:lnTo>
                    <a:pt x="22392" y="19357"/>
                  </a:lnTo>
                  <a:lnTo>
                    <a:pt x="14495" y="1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32156"/>
                  </a:srgbClr>
                </a:gs>
                <a:gs pos="100000">
                  <a:srgbClr val="3EE7F0">
                    <a:alpha val="17254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65" name="Google Shape;374;p2"/>
            <p:cNvSpPr/>
            <p:nvPr/>
          </p:nvSpPr>
          <p:spPr>
            <a:xfrm>
              <a:off x="6383880" y="1310760"/>
              <a:ext cx="3049920" cy="3385800"/>
            </a:xfrm>
            <a:custGeom>
              <a:avLst/>
              <a:gdLst>
                <a:gd name="textAreaLeft" fmla="*/ 0 w 3049920"/>
                <a:gd name="textAreaRight" fmla="*/ 3051360 w 3049920"/>
                <a:gd name="textAreaTop" fmla="*/ 0 h 3385800"/>
                <a:gd name="textAreaBottom" fmla="*/ 3387240 h 3385800"/>
              </a:gdLst>
              <a:ahLst/>
              <a:cxnLst/>
              <a:rect l="textAreaLeft" t="textAreaTop" r="textAreaRight" b="textAreaBottom"/>
              <a:pathLst>
                <a:path w="22392" h="24858">
                  <a:moveTo>
                    <a:pt x="14494" y="0"/>
                  </a:moveTo>
                  <a:lnTo>
                    <a:pt x="15750" y="24538"/>
                  </a:lnTo>
                  <a:lnTo>
                    <a:pt x="137" y="7282"/>
                  </a:lnTo>
                  <a:lnTo>
                    <a:pt x="0" y="7122"/>
                  </a:lnTo>
                  <a:lnTo>
                    <a:pt x="0" y="7122"/>
                  </a:lnTo>
                  <a:lnTo>
                    <a:pt x="3036" y="21114"/>
                  </a:lnTo>
                  <a:lnTo>
                    <a:pt x="3150" y="21068"/>
                  </a:lnTo>
                  <a:lnTo>
                    <a:pt x="206" y="7533"/>
                  </a:lnTo>
                  <a:lnTo>
                    <a:pt x="15773" y="24743"/>
                  </a:lnTo>
                  <a:lnTo>
                    <a:pt x="15887" y="24857"/>
                  </a:lnTo>
                  <a:lnTo>
                    <a:pt x="14631" y="685"/>
                  </a:lnTo>
                  <a:lnTo>
                    <a:pt x="22278" y="19402"/>
                  </a:lnTo>
                  <a:lnTo>
                    <a:pt x="22392" y="19356"/>
                  </a:lnTo>
                  <a:lnTo>
                    <a:pt x="14494" y="0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32156"/>
                  </a:srgbClr>
                </a:gs>
                <a:gs pos="100000">
                  <a:srgbClr val="3EE7F0">
                    <a:alpha val="17254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66" name="Google Shape;375;p2"/>
            <p:cNvSpPr/>
            <p:nvPr/>
          </p:nvSpPr>
          <p:spPr>
            <a:xfrm>
              <a:off x="-166320" y="928080"/>
              <a:ext cx="4421520" cy="4421520"/>
            </a:xfrm>
            <a:custGeom>
              <a:avLst/>
              <a:gdLst>
                <a:gd name="textAreaLeft" fmla="*/ 0 w 4421520"/>
                <a:gd name="textAreaRight" fmla="*/ 4422960 w 4421520"/>
                <a:gd name="textAreaTop" fmla="*/ 0 h 4421520"/>
                <a:gd name="textAreaBottom" fmla="*/ 4422960 h 4421520"/>
              </a:gdLst>
              <a:ahLst/>
              <a:cxnLst/>
              <a:rect l="textAreaLeft" t="textAreaTop" r="textAreaRight" b="textAreaBottom"/>
              <a:pathLst>
                <a:path w="32458" h="32459">
                  <a:moveTo>
                    <a:pt x="32161" y="412"/>
                  </a:moveTo>
                  <a:lnTo>
                    <a:pt x="19242" y="32093"/>
                  </a:lnTo>
                  <a:lnTo>
                    <a:pt x="17941" y="12692"/>
                  </a:lnTo>
                  <a:lnTo>
                    <a:pt x="32161" y="412"/>
                  </a:lnTo>
                  <a:close/>
                  <a:moveTo>
                    <a:pt x="206" y="6301"/>
                  </a:moveTo>
                  <a:lnTo>
                    <a:pt x="17827" y="12715"/>
                  </a:lnTo>
                  <a:lnTo>
                    <a:pt x="19128" y="32230"/>
                  </a:lnTo>
                  <a:lnTo>
                    <a:pt x="6483" y="23990"/>
                  </a:lnTo>
                  <a:lnTo>
                    <a:pt x="206" y="6301"/>
                  </a:lnTo>
                  <a:close/>
                  <a:moveTo>
                    <a:pt x="32458" y="1"/>
                  </a:moveTo>
                  <a:lnTo>
                    <a:pt x="17872" y="12600"/>
                  </a:lnTo>
                  <a:lnTo>
                    <a:pt x="0" y="6095"/>
                  </a:lnTo>
                  <a:lnTo>
                    <a:pt x="6368" y="24059"/>
                  </a:lnTo>
                  <a:lnTo>
                    <a:pt x="6368" y="24082"/>
                  </a:lnTo>
                  <a:lnTo>
                    <a:pt x="19265" y="32458"/>
                  </a:lnTo>
                  <a:lnTo>
                    <a:pt x="19265" y="32367"/>
                  </a:lnTo>
                  <a:lnTo>
                    <a:pt x="32458" y="1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32156"/>
                  </a:srgbClr>
                </a:gs>
                <a:gs pos="100000">
                  <a:srgbClr val="3EE7F0">
                    <a:alpha val="17254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67" name="Google Shape;376;p2"/>
            <p:cNvSpPr/>
            <p:nvPr/>
          </p:nvSpPr>
          <p:spPr>
            <a:xfrm>
              <a:off x="3609360" y="2193840"/>
              <a:ext cx="2004840" cy="347040"/>
            </a:xfrm>
            <a:custGeom>
              <a:avLst/>
              <a:gdLst>
                <a:gd name="textAreaLeft" fmla="*/ 0 w 2004840"/>
                <a:gd name="textAreaRight" fmla="*/ 2006280 w 2004840"/>
                <a:gd name="textAreaTop" fmla="*/ 0 h 347040"/>
                <a:gd name="textAreaBottom" fmla="*/ 348480 h 347040"/>
              </a:gdLst>
              <a:ahLst/>
              <a:cxnLst/>
              <a:rect l="textAreaLeft" t="textAreaTop" r="textAreaRight" b="textAreaBottom"/>
              <a:pathLst>
                <a:path w="14723" h="2558">
                  <a:moveTo>
                    <a:pt x="14722" y="1"/>
                  </a:moveTo>
                  <a:lnTo>
                    <a:pt x="0" y="2443"/>
                  </a:lnTo>
                  <a:lnTo>
                    <a:pt x="23" y="2557"/>
                  </a:lnTo>
                  <a:lnTo>
                    <a:pt x="14722" y="115"/>
                  </a:lnTo>
                  <a:lnTo>
                    <a:pt x="14722" y="1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32156"/>
                  </a:srgbClr>
                </a:gs>
                <a:gs pos="100000">
                  <a:srgbClr val="3EE7F0">
                    <a:alpha val="17254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368" name="Google Shape;377;p2"/>
          <p:cNvSpPr/>
          <p:nvPr/>
        </p:nvSpPr>
        <p:spPr>
          <a:xfrm>
            <a:off x="6144480" y="4225680"/>
            <a:ext cx="1536120" cy="1229040"/>
          </a:xfrm>
          <a:custGeom>
            <a:avLst/>
            <a:gdLst>
              <a:gd name="textAreaLeft" fmla="*/ 0 w 1536120"/>
              <a:gd name="textAreaRight" fmla="*/ 1537560 w 1536120"/>
              <a:gd name="textAreaTop" fmla="*/ 0 h 1229040"/>
              <a:gd name="textAreaBottom" fmla="*/ 1230480 h 1229040"/>
            </a:gdLst>
            <a:ahLst/>
            <a:cxnLst/>
            <a:rect l="textAreaLeft" t="textAreaTop" r="textAreaRight" b="textAreaBottom"/>
            <a:pathLst>
              <a:path w="29834" h="23876">
                <a:moveTo>
                  <a:pt x="21959" y="1"/>
                </a:moveTo>
                <a:lnTo>
                  <a:pt x="1" y="23876"/>
                </a:lnTo>
                <a:lnTo>
                  <a:pt x="1" y="23876"/>
                </a:lnTo>
                <a:lnTo>
                  <a:pt x="29833" y="14175"/>
                </a:lnTo>
                <a:lnTo>
                  <a:pt x="21959" y="1"/>
                </a:lnTo>
                <a:close/>
              </a:path>
            </a:pathLst>
          </a:custGeom>
          <a:gradFill rotWithShape="0">
            <a:gsLst>
              <a:gs pos="0">
                <a:srgbClr val="002AB1">
                  <a:alpha val="71372"/>
                </a:srgbClr>
              </a:gs>
              <a:gs pos="100000">
                <a:srgbClr val="00E0FF">
                  <a:alpha val="69019"/>
                </a:srgbClr>
              </a:gs>
            </a:gsLst>
            <a:lin ang="10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GB" sz="14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69" name="Google Shape;378;p2"/>
          <p:cNvSpPr/>
          <p:nvPr/>
        </p:nvSpPr>
        <p:spPr>
          <a:xfrm rot="5400000">
            <a:off x="-7200" y="885960"/>
            <a:ext cx="1229040" cy="2299680"/>
          </a:xfrm>
          <a:custGeom>
            <a:avLst/>
            <a:gdLst>
              <a:gd name="textAreaLeft" fmla="*/ 0 w 1229040"/>
              <a:gd name="textAreaRight" fmla="*/ 1230480 w 1229040"/>
              <a:gd name="textAreaTop" fmla="*/ 0 h 2299680"/>
              <a:gd name="textAreaBottom" fmla="*/ 2301120 h 2299680"/>
            </a:gdLst>
            <a:ahLst/>
            <a:cxnLst/>
            <a:rect l="textAreaLeft" t="textAreaTop" r="textAreaRight" b="textAreaBottom"/>
            <a:pathLst>
              <a:path w="25451" h="47592">
                <a:moveTo>
                  <a:pt x="25450" y="0"/>
                </a:moveTo>
                <a:lnTo>
                  <a:pt x="0" y="25062"/>
                </a:lnTo>
                <a:lnTo>
                  <a:pt x="25062" y="47591"/>
                </a:lnTo>
                <a:lnTo>
                  <a:pt x="25450" y="0"/>
                </a:lnTo>
                <a:close/>
              </a:path>
            </a:pathLst>
          </a:custGeom>
          <a:gradFill rotWithShape="0">
            <a:gsLst>
              <a:gs pos="0">
                <a:srgbClr val="002AB1">
                  <a:alpha val="71372"/>
                </a:srgbClr>
              </a:gs>
              <a:gs pos="100000">
                <a:srgbClr val="00E0FF">
                  <a:alpha val="69019"/>
                </a:srgbClr>
              </a:gs>
            </a:gsLst>
            <a:lin ang="162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GB" sz="14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grpSp>
        <p:nvGrpSpPr>
          <p:cNvPr id="370" name="Google Shape;379;p2"/>
          <p:cNvGrpSpPr/>
          <p:nvPr/>
        </p:nvGrpSpPr>
        <p:grpSpPr>
          <a:xfrm>
            <a:off x="7900560" y="3235320"/>
            <a:ext cx="2132640" cy="2133000"/>
            <a:chOff x="7900560" y="3235320"/>
            <a:chExt cx="2132640" cy="2133000"/>
          </a:xfrm>
        </p:grpSpPr>
        <p:sp>
          <p:nvSpPr>
            <p:cNvPr id="371" name="Google Shape;380;p2"/>
            <p:cNvSpPr/>
            <p:nvPr/>
          </p:nvSpPr>
          <p:spPr>
            <a:xfrm>
              <a:off x="8213040" y="3805200"/>
              <a:ext cx="1353240" cy="1250280"/>
            </a:xfrm>
            <a:custGeom>
              <a:avLst/>
              <a:gdLst>
                <a:gd name="textAreaLeft" fmla="*/ 0 w 1353240"/>
                <a:gd name="textAreaRight" fmla="*/ 1354680 w 1353240"/>
                <a:gd name="textAreaTop" fmla="*/ 0 h 1250280"/>
                <a:gd name="textAreaBottom" fmla="*/ 1251720 h 1250280"/>
              </a:gdLst>
              <a:ahLst/>
              <a:cxnLst/>
              <a:rect l="textAreaLeft" t="textAreaTop" r="textAreaRight" b="textAreaBottom"/>
              <a:pathLst>
                <a:path w="17416" h="16093">
                  <a:moveTo>
                    <a:pt x="0" y="6392"/>
                  </a:moveTo>
                  <a:cubicBezTo>
                    <a:pt x="0" y="4041"/>
                    <a:pt x="845" y="1758"/>
                    <a:pt x="2397" y="1"/>
                  </a:cubicBezTo>
                  <a:lnTo>
                    <a:pt x="3424" y="914"/>
                  </a:lnTo>
                  <a:cubicBezTo>
                    <a:pt x="2100" y="2420"/>
                    <a:pt x="1370" y="4360"/>
                    <a:pt x="1370" y="6392"/>
                  </a:cubicBezTo>
                  <a:cubicBezTo>
                    <a:pt x="1370" y="10980"/>
                    <a:pt x="5113" y="14723"/>
                    <a:pt x="9701" y="14723"/>
                  </a:cubicBezTo>
                  <a:cubicBezTo>
                    <a:pt x="12326" y="14723"/>
                    <a:pt x="14722" y="13513"/>
                    <a:pt x="16320" y="11436"/>
                  </a:cubicBezTo>
                  <a:lnTo>
                    <a:pt x="17416" y="12281"/>
                  </a:lnTo>
                  <a:cubicBezTo>
                    <a:pt x="15567" y="14700"/>
                    <a:pt x="12759" y="16093"/>
                    <a:pt x="9701" y="16093"/>
                  </a:cubicBezTo>
                  <a:cubicBezTo>
                    <a:pt x="4360" y="16093"/>
                    <a:pt x="0" y="11733"/>
                    <a:pt x="0" y="6392"/>
                  </a:cubicBezTo>
                </a:path>
              </a:pathLst>
            </a:custGeom>
            <a:gradFill rotWithShape="0">
              <a:gsLst>
                <a:gs pos="0">
                  <a:srgbClr val="FFFFFF">
                    <a:alpha val="50196"/>
                  </a:srgbClr>
                </a:gs>
                <a:gs pos="100000">
                  <a:srgbClr val="00031B">
                    <a:alpha val="16078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72" name="Google Shape;381;p2"/>
            <p:cNvSpPr/>
            <p:nvPr/>
          </p:nvSpPr>
          <p:spPr>
            <a:xfrm>
              <a:off x="8386920" y="3547800"/>
              <a:ext cx="1333800" cy="1239840"/>
            </a:xfrm>
            <a:custGeom>
              <a:avLst/>
              <a:gdLst>
                <a:gd name="textAreaLeft" fmla="*/ 0 w 1333800"/>
                <a:gd name="textAreaRight" fmla="*/ 1335240 w 1333800"/>
                <a:gd name="textAreaTop" fmla="*/ 0 h 1239840"/>
                <a:gd name="textAreaBottom" fmla="*/ 1241280 h 1239840"/>
              </a:gdLst>
              <a:ahLst/>
              <a:cxnLst/>
              <a:rect l="textAreaLeft" t="textAreaTop" r="textAreaRight" b="textAreaBottom"/>
              <a:pathLst>
                <a:path w="17166" h="15955">
                  <a:moveTo>
                    <a:pt x="161" y="3310"/>
                  </a:moveTo>
                  <a:cubicBezTo>
                    <a:pt x="47" y="3447"/>
                    <a:pt x="1" y="3606"/>
                    <a:pt x="1" y="3766"/>
                  </a:cubicBezTo>
                  <a:lnTo>
                    <a:pt x="1" y="3766"/>
                  </a:lnTo>
                  <a:cubicBezTo>
                    <a:pt x="1" y="3949"/>
                    <a:pt x="69" y="4131"/>
                    <a:pt x="229" y="4268"/>
                  </a:cubicBezTo>
                  <a:lnTo>
                    <a:pt x="229" y="4268"/>
                  </a:lnTo>
                  <a:cubicBezTo>
                    <a:pt x="503" y="4519"/>
                    <a:pt x="960" y="4497"/>
                    <a:pt x="1188" y="4223"/>
                  </a:cubicBezTo>
                  <a:lnTo>
                    <a:pt x="1188" y="4223"/>
                  </a:lnTo>
                  <a:cubicBezTo>
                    <a:pt x="2786" y="2397"/>
                    <a:pt x="5068" y="1370"/>
                    <a:pt x="7465" y="1370"/>
                  </a:cubicBezTo>
                  <a:lnTo>
                    <a:pt x="7465" y="1370"/>
                  </a:lnTo>
                  <a:cubicBezTo>
                    <a:pt x="12053" y="1370"/>
                    <a:pt x="15796" y="5113"/>
                    <a:pt x="15796" y="9701"/>
                  </a:cubicBezTo>
                  <a:lnTo>
                    <a:pt x="15796" y="9701"/>
                  </a:lnTo>
                  <a:cubicBezTo>
                    <a:pt x="15796" y="11550"/>
                    <a:pt x="15203" y="13284"/>
                    <a:pt x="14084" y="14745"/>
                  </a:cubicBezTo>
                  <a:lnTo>
                    <a:pt x="14084" y="14745"/>
                  </a:lnTo>
                  <a:cubicBezTo>
                    <a:pt x="13856" y="15065"/>
                    <a:pt x="13902" y="15498"/>
                    <a:pt x="14221" y="15727"/>
                  </a:cubicBezTo>
                  <a:lnTo>
                    <a:pt x="14221" y="15727"/>
                  </a:lnTo>
                  <a:cubicBezTo>
                    <a:pt x="14518" y="15955"/>
                    <a:pt x="14952" y="15886"/>
                    <a:pt x="15180" y="15590"/>
                  </a:cubicBezTo>
                  <a:lnTo>
                    <a:pt x="15180" y="15590"/>
                  </a:lnTo>
                  <a:cubicBezTo>
                    <a:pt x="16481" y="13878"/>
                    <a:pt x="17166" y="11846"/>
                    <a:pt x="17166" y="9701"/>
                  </a:cubicBezTo>
                  <a:lnTo>
                    <a:pt x="17166" y="9701"/>
                  </a:lnTo>
                  <a:cubicBezTo>
                    <a:pt x="17166" y="4337"/>
                    <a:pt x="12806" y="0"/>
                    <a:pt x="7465" y="0"/>
                  </a:cubicBezTo>
                  <a:lnTo>
                    <a:pt x="7465" y="0"/>
                  </a:lnTo>
                  <a:cubicBezTo>
                    <a:pt x="4657" y="0"/>
                    <a:pt x="2010" y="1210"/>
                    <a:pt x="161" y="3310"/>
                  </a:cubicBezTo>
                  <a:close/>
                </a:path>
              </a:pathLst>
            </a:custGeom>
            <a:gradFill rotWithShape="0">
              <a:gsLst>
                <a:gs pos="0">
                  <a:srgbClr val="002AB1"/>
                </a:gs>
                <a:gs pos="100000">
                  <a:srgbClr val="00E0FF"/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73" name="Google Shape;382;p2"/>
            <p:cNvSpPr/>
            <p:nvPr/>
          </p:nvSpPr>
          <p:spPr>
            <a:xfrm>
              <a:off x="8470440" y="3805200"/>
              <a:ext cx="992880" cy="902520"/>
            </a:xfrm>
            <a:custGeom>
              <a:avLst/>
              <a:gdLst>
                <a:gd name="textAreaLeft" fmla="*/ 0 w 992880"/>
                <a:gd name="textAreaRight" fmla="*/ 994320 w 992880"/>
                <a:gd name="textAreaTop" fmla="*/ 0 h 902520"/>
                <a:gd name="textAreaBottom" fmla="*/ 903960 h 902520"/>
              </a:gdLst>
              <a:ahLst/>
              <a:cxnLst/>
              <a:rect l="textAreaLeft" t="textAreaTop" r="textAreaRight" b="textAreaBottom"/>
              <a:pathLst>
                <a:path w="12783" h="11619">
                  <a:moveTo>
                    <a:pt x="1" y="6392"/>
                  </a:moveTo>
                  <a:cubicBezTo>
                    <a:pt x="1" y="2854"/>
                    <a:pt x="2877" y="1"/>
                    <a:pt x="6392" y="1"/>
                  </a:cubicBezTo>
                  <a:cubicBezTo>
                    <a:pt x="9907" y="1"/>
                    <a:pt x="12783" y="2854"/>
                    <a:pt x="12783" y="6392"/>
                  </a:cubicBezTo>
                  <a:cubicBezTo>
                    <a:pt x="12783" y="8378"/>
                    <a:pt x="11870" y="10226"/>
                    <a:pt x="10295" y="11459"/>
                  </a:cubicBezTo>
                  <a:lnTo>
                    <a:pt x="9450" y="10363"/>
                  </a:lnTo>
                  <a:cubicBezTo>
                    <a:pt x="10706" y="9405"/>
                    <a:pt x="11413" y="7967"/>
                    <a:pt x="11413" y="6392"/>
                  </a:cubicBezTo>
                  <a:cubicBezTo>
                    <a:pt x="11413" y="3630"/>
                    <a:pt x="9154" y="1370"/>
                    <a:pt x="6392" y="1370"/>
                  </a:cubicBezTo>
                  <a:cubicBezTo>
                    <a:pt x="3630" y="1370"/>
                    <a:pt x="1370" y="3630"/>
                    <a:pt x="1370" y="6392"/>
                  </a:cubicBezTo>
                  <a:cubicBezTo>
                    <a:pt x="1370" y="8012"/>
                    <a:pt x="2169" y="9542"/>
                    <a:pt x="3516" y="10500"/>
                  </a:cubicBezTo>
                  <a:lnTo>
                    <a:pt x="2717" y="11619"/>
                  </a:lnTo>
                  <a:cubicBezTo>
                    <a:pt x="1005" y="10432"/>
                    <a:pt x="1" y="8469"/>
                    <a:pt x="1" y="6392"/>
                  </a:cubicBezTo>
                </a:path>
              </a:pathLst>
            </a:custGeom>
            <a:gradFill rotWithShape="0">
              <a:gsLst>
                <a:gs pos="0">
                  <a:srgbClr val="FFFFFF">
                    <a:alpha val="50196"/>
                  </a:srgbClr>
                </a:gs>
                <a:gs pos="100000">
                  <a:srgbClr val="00031B">
                    <a:alpha val="16078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74" name="Google Shape;383;p2"/>
            <p:cNvSpPr/>
            <p:nvPr/>
          </p:nvSpPr>
          <p:spPr>
            <a:xfrm>
              <a:off x="8658720" y="4600800"/>
              <a:ext cx="639720" cy="197640"/>
            </a:xfrm>
            <a:custGeom>
              <a:avLst/>
              <a:gdLst>
                <a:gd name="textAreaLeft" fmla="*/ 0 w 639720"/>
                <a:gd name="textAreaRight" fmla="*/ 641160 w 639720"/>
                <a:gd name="textAreaTop" fmla="*/ 0 h 197640"/>
                <a:gd name="textAreaBottom" fmla="*/ 199080 h 197640"/>
              </a:gdLst>
              <a:ahLst/>
              <a:cxnLst/>
              <a:rect l="textAreaLeft" t="textAreaTop" r="textAreaRight" b="textAreaBottom"/>
              <a:pathLst>
                <a:path w="8241" h="2557">
                  <a:moveTo>
                    <a:pt x="7030" y="137"/>
                  </a:moveTo>
                  <a:cubicBezTo>
                    <a:pt x="6140" y="822"/>
                    <a:pt x="5090" y="1187"/>
                    <a:pt x="3972" y="1187"/>
                  </a:cubicBezTo>
                  <a:lnTo>
                    <a:pt x="3972" y="1187"/>
                  </a:lnTo>
                  <a:cubicBezTo>
                    <a:pt x="2922" y="1187"/>
                    <a:pt x="1940" y="868"/>
                    <a:pt x="1096" y="274"/>
                  </a:cubicBezTo>
                  <a:lnTo>
                    <a:pt x="1096" y="274"/>
                  </a:lnTo>
                  <a:cubicBezTo>
                    <a:pt x="776" y="46"/>
                    <a:pt x="343" y="115"/>
                    <a:pt x="137" y="434"/>
                  </a:cubicBezTo>
                  <a:lnTo>
                    <a:pt x="137" y="434"/>
                  </a:lnTo>
                  <a:cubicBezTo>
                    <a:pt x="46" y="548"/>
                    <a:pt x="0" y="685"/>
                    <a:pt x="0" y="822"/>
                  </a:cubicBezTo>
                  <a:lnTo>
                    <a:pt x="0" y="822"/>
                  </a:lnTo>
                  <a:cubicBezTo>
                    <a:pt x="0" y="1050"/>
                    <a:pt x="92" y="1256"/>
                    <a:pt x="297" y="1393"/>
                  </a:cubicBezTo>
                  <a:lnTo>
                    <a:pt x="297" y="1393"/>
                  </a:lnTo>
                  <a:cubicBezTo>
                    <a:pt x="1370" y="2146"/>
                    <a:pt x="2648" y="2557"/>
                    <a:pt x="3972" y="2557"/>
                  </a:cubicBezTo>
                  <a:lnTo>
                    <a:pt x="3972" y="2557"/>
                  </a:lnTo>
                  <a:cubicBezTo>
                    <a:pt x="5387" y="2557"/>
                    <a:pt x="6757" y="2100"/>
                    <a:pt x="7875" y="1233"/>
                  </a:cubicBezTo>
                  <a:lnTo>
                    <a:pt x="7875" y="1233"/>
                  </a:lnTo>
                  <a:cubicBezTo>
                    <a:pt x="8172" y="1005"/>
                    <a:pt x="8240" y="571"/>
                    <a:pt x="7989" y="274"/>
                  </a:cubicBezTo>
                  <a:lnTo>
                    <a:pt x="7989" y="274"/>
                  </a:lnTo>
                  <a:cubicBezTo>
                    <a:pt x="7852" y="92"/>
                    <a:pt x="7647" y="0"/>
                    <a:pt x="7441" y="0"/>
                  </a:cubicBezTo>
                  <a:lnTo>
                    <a:pt x="7441" y="0"/>
                  </a:lnTo>
                  <a:cubicBezTo>
                    <a:pt x="7304" y="0"/>
                    <a:pt x="7167" y="46"/>
                    <a:pt x="7030" y="137"/>
                  </a:cubicBezTo>
                </a:path>
              </a:pathLst>
            </a:custGeom>
            <a:gradFill rotWithShape="0">
              <a:gsLst>
                <a:gs pos="0">
                  <a:srgbClr val="002AB1"/>
                </a:gs>
                <a:gs pos="100000">
                  <a:srgbClr val="00E0FF"/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75" name="Google Shape;384;p2"/>
            <p:cNvSpPr/>
            <p:nvPr/>
          </p:nvSpPr>
          <p:spPr>
            <a:xfrm>
              <a:off x="7900560" y="3235320"/>
              <a:ext cx="1715760" cy="1962360"/>
            </a:xfrm>
            <a:custGeom>
              <a:avLst/>
              <a:gdLst>
                <a:gd name="textAreaLeft" fmla="*/ 0 w 1715760"/>
                <a:gd name="textAreaRight" fmla="*/ 1717200 w 1715760"/>
                <a:gd name="textAreaTop" fmla="*/ 0 h 1962360"/>
                <a:gd name="textAreaBottom" fmla="*/ 1963800 h 1962360"/>
              </a:gdLst>
              <a:ahLst/>
              <a:cxnLst/>
              <a:rect l="textAreaLeft" t="textAreaTop" r="textAreaRight" b="textAreaBottom"/>
              <a:pathLst>
                <a:path w="22073" h="25246">
                  <a:moveTo>
                    <a:pt x="1" y="13719"/>
                  </a:moveTo>
                  <a:cubicBezTo>
                    <a:pt x="1" y="6141"/>
                    <a:pt x="6141" y="1"/>
                    <a:pt x="13719" y="1"/>
                  </a:cubicBezTo>
                  <a:cubicBezTo>
                    <a:pt x="16755" y="1"/>
                    <a:pt x="19653" y="959"/>
                    <a:pt x="22073" y="2808"/>
                  </a:cubicBezTo>
                  <a:lnTo>
                    <a:pt x="21228" y="3904"/>
                  </a:lnTo>
                  <a:cubicBezTo>
                    <a:pt x="19060" y="2238"/>
                    <a:pt x="16458" y="1370"/>
                    <a:pt x="13719" y="1370"/>
                  </a:cubicBezTo>
                  <a:cubicBezTo>
                    <a:pt x="6917" y="1370"/>
                    <a:pt x="1370" y="6917"/>
                    <a:pt x="1370" y="13719"/>
                  </a:cubicBezTo>
                  <a:cubicBezTo>
                    <a:pt x="1370" y="17919"/>
                    <a:pt x="3493" y="21799"/>
                    <a:pt x="7008" y="24081"/>
                  </a:cubicBezTo>
                  <a:lnTo>
                    <a:pt x="6278" y="25246"/>
                  </a:lnTo>
                  <a:cubicBezTo>
                    <a:pt x="2329" y="22712"/>
                    <a:pt x="1" y="18398"/>
                    <a:pt x="1" y="13719"/>
                  </a:cubicBezTo>
                </a:path>
              </a:pathLst>
            </a:custGeom>
            <a:gradFill rotWithShape="0">
              <a:gsLst>
                <a:gs pos="0">
                  <a:srgbClr val="FFFFFF">
                    <a:alpha val="50196"/>
                  </a:srgbClr>
                </a:gs>
                <a:gs pos="100000">
                  <a:srgbClr val="00031B">
                    <a:alpha val="16078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76" name="Google Shape;385;p2"/>
            <p:cNvSpPr/>
            <p:nvPr/>
          </p:nvSpPr>
          <p:spPr>
            <a:xfrm>
              <a:off x="8363880" y="3443040"/>
              <a:ext cx="1669320" cy="1925280"/>
            </a:xfrm>
            <a:custGeom>
              <a:avLst/>
              <a:gdLst>
                <a:gd name="textAreaLeft" fmla="*/ 0 w 1669320"/>
                <a:gd name="textAreaRight" fmla="*/ 1670760 w 1669320"/>
                <a:gd name="textAreaTop" fmla="*/ 0 h 1925280"/>
                <a:gd name="textAreaBottom" fmla="*/ 1926720 h 1925280"/>
              </a:gdLst>
              <a:ahLst/>
              <a:cxnLst/>
              <a:rect l="textAreaLeft" t="textAreaTop" r="textAreaRight" b="textAreaBottom"/>
              <a:pathLst>
                <a:path w="21479" h="24766">
                  <a:moveTo>
                    <a:pt x="15133" y="274"/>
                  </a:moveTo>
                  <a:cubicBezTo>
                    <a:pt x="14905" y="571"/>
                    <a:pt x="14974" y="1005"/>
                    <a:pt x="15270" y="1233"/>
                  </a:cubicBezTo>
                  <a:lnTo>
                    <a:pt x="15270" y="1233"/>
                  </a:lnTo>
                  <a:cubicBezTo>
                    <a:pt x="18352" y="3607"/>
                    <a:pt x="20109" y="7167"/>
                    <a:pt x="20109" y="11048"/>
                  </a:cubicBezTo>
                  <a:lnTo>
                    <a:pt x="20109" y="11048"/>
                  </a:lnTo>
                  <a:cubicBezTo>
                    <a:pt x="20109" y="17850"/>
                    <a:pt x="14563" y="23396"/>
                    <a:pt x="7761" y="23396"/>
                  </a:cubicBezTo>
                  <a:lnTo>
                    <a:pt x="7761" y="23396"/>
                  </a:lnTo>
                  <a:cubicBezTo>
                    <a:pt x="5364" y="23396"/>
                    <a:pt x="3059" y="22711"/>
                    <a:pt x="1050" y="21410"/>
                  </a:cubicBezTo>
                  <a:lnTo>
                    <a:pt x="1050" y="21410"/>
                  </a:lnTo>
                  <a:cubicBezTo>
                    <a:pt x="731" y="21205"/>
                    <a:pt x="320" y="21296"/>
                    <a:pt x="114" y="21616"/>
                  </a:cubicBezTo>
                  <a:lnTo>
                    <a:pt x="114" y="21616"/>
                  </a:lnTo>
                  <a:cubicBezTo>
                    <a:pt x="23" y="21730"/>
                    <a:pt x="0" y="21867"/>
                    <a:pt x="0" y="22004"/>
                  </a:cubicBezTo>
                  <a:lnTo>
                    <a:pt x="0" y="22004"/>
                  </a:lnTo>
                  <a:cubicBezTo>
                    <a:pt x="0" y="22232"/>
                    <a:pt x="114" y="22438"/>
                    <a:pt x="320" y="22575"/>
                  </a:cubicBezTo>
                  <a:lnTo>
                    <a:pt x="320" y="22575"/>
                  </a:lnTo>
                  <a:cubicBezTo>
                    <a:pt x="2534" y="24013"/>
                    <a:pt x="5113" y="24766"/>
                    <a:pt x="7761" y="24766"/>
                  </a:cubicBezTo>
                  <a:lnTo>
                    <a:pt x="7761" y="24766"/>
                  </a:lnTo>
                  <a:cubicBezTo>
                    <a:pt x="15339" y="24766"/>
                    <a:pt x="21479" y="18603"/>
                    <a:pt x="21479" y="11048"/>
                  </a:cubicBezTo>
                  <a:lnTo>
                    <a:pt x="21479" y="11048"/>
                  </a:lnTo>
                  <a:cubicBezTo>
                    <a:pt x="21479" y="6734"/>
                    <a:pt x="19516" y="2762"/>
                    <a:pt x="16115" y="137"/>
                  </a:cubicBezTo>
                  <a:lnTo>
                    <a:pt x="16115" y="137"/>
                  </a:lnTo>
                  <a:cubicBezTo>
                    <a:pt x="15978" y="46"/>
                    <a:pt x="15841" y="0"/>
                    <a:pt x="15681" y="0"/>
                  </a:cubicBezTo>
                  <a:lnTo>
                    <a:pt x="15681" y="0"/>
                  </a:lnTo>
                  <a:cubicBezTo>
                    <a:pt x="15476" y="0"/>
                    <a:pt x="15270" y="92"/>
                    <a:pt x="15133" y="27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2AB1"/>
                </a:gs>
                <a:gs pos="100000">
                  <a:srgbClr val="00E0FF"/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grpSp>
        <p:nvGrpSpPr>
          <p:cNvPr id="377" name="Google Shape;386;p2"/>
          <p:cNvGrpSpPr/>
          <p:nvPr/>
        </p:nvGrpSpPr>
        <p:grpSpPr>
          <a:xfrm>
            <a:off x="6050160" y="416880"/>
            <a:ext cx="1046880" cy="243720"/>
            <a:chOff x="6050160" y="416880"/>
            <a:chExt cx="1046880" cy="243720"/>
          </a:xfrm>
        </p:grpSpPr>
        <p:sp>
          <p:nvSpPr>
            <p:cNvPr id="378" name="Google Shape;387;p2"/>
            <p:cNvSpPr/>
            <p:nvPr/>
          </p:nvSpPr>
          <p:spPr>
            <a:xfrm>
              <a:off x="6050160" y="416880"/>
              <a:ext cx="212400" cy="243720"/>
            </a:xfrm>
            <a:custGeom>
              <a:avLst/>
              <a:gdLst>
                <a:gd name="textAreaLeft" fmla="*/ 0 w 212400"/>
                <a:gd name="textAreaRight" fmla="*/ 213840 w 212400"/>
                <a:gd name="textAreaTop" fmla="*/ 0 h 243720"/>
                <a:gd name="textAreaBottom" fmla="*/ 245160 h 243720"/>
              </a:gdLst>
              <a:ahLst/>
              <a:cxnLst/>
              <a:rect l="textAreaLeft" t="textAreaTop" r="textAreaRight" b="textAreaBottom"/>
              <a:pathLst>
                <a:path w="2649" h="3037">
                  <a:moveTo>
                    <a:pt x="2649" y="1"/>
                  </a:moveTo>
                  <a:lnTo>
                    <a:pt x="1" y="1530"/>
                  </a:lnTo>
                  <a:lnTo>
                    <a:pt x="2649" y="3036"/>
                  </a:lnTo>
                  <a:lnTo>
                    <a:pt x="2649" y="1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52156"/>
                  </a:srgbClr>
                </a:gs>
                <a:gs pos="100000">
                  <a:srgbClr val="3EE7F0">
                    <a:alpha val="50196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79" name="Google Shape;388;p2"/>
            <p:cNvSpPr/>
            <p:nvPr/>
          </p:nvSpPr>
          <p:spPr>
            <a:xfrm>
              <a:off x="6466680" y="416880"/>
              <a:ext cx="212400" cy="243720"/>
            </a:xfrm>
            <a:custGeom>
              <a:avLst/>
              <a:gdLst>
                <a:gd name="textAreaLeft" fmla="*/ 0 w 212400"/>
                <a:gd name="textAreaRight" fmla="*/ 213840 w 212400"/>
                <a:gd name="textAreaTop" fmla="*/ 0 h 243720"/>
                <a:gd name="textAreaBottom" fmla="*/ 245160 h 243720"/>
              </a:gdLst>
              <a:ahLst/>
              <a:cxnLst/>
              <a:rect l="textAreaLeft" t="textAreaTop" r="textAreaRight" b="textAreaBottom"/>
              <a:pathLst>
                <a:path w="2649" h="3037">
                  <a:moveTo>
                    <a:pt x="2648" y="1"/>
                  </a:moveTo>
                  <a:lnTo>
                    <a:pt x="0" y="1530"/>
                  </a:lnTo>
                  <a:lnTo>
                    <a:pt x="2648" y="3036"/>
                  </a:lnTo>
                  <a:lnTo>
                    <a:pt x="2648" y="1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52156"/>
                  </a:srgbClr>
                </a:gs>
                <a:gs pos="100000">
                  <a:srgbClr val="3EE7F0">
                    <a:alpha val="50196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80" name="Google Shape;389;p2"/>
            <p:cNvSpPr/>
            <p:nvPr/>
          </p:nvSpPr>
          <p:spPr>
            <a:xfrm>
              <a:off x="6884640" y="416880"/>
              <a:ext cx="212400" cy="243720"/>
            </a:xfrm>
            <a:custGeom>
              <a:avLst/>
              <a:gdLst>
                <a:gd name="textAreaLeft" fmla="*/ 0 w 212400"/>
                <a:gd name="textAreaRight" fmla="*/ 213840 w 212400"/>
                <a:gd name="textAreaTop" fmla="*/ 0 h 243720"/>
                <a:gd name="textAreaBottom" fmla="*/ 245160 h 243720"/>
              </a:gdLst>
              <a:ahLst/>
              <a:cxnLst/>
              <a:rect l="textAreaLeft" t="textAreaTop" r="textAreaRight" b="textAreaBottom"/>
              <a:pathLst>
                <a:path w="2649" h="3037">
                  <a:moveTo>
                    <a:pt x="2648" y="1"/>
                  </a:moveTo>
                  <a:lnTo>
                    <a:pt x="1" y="1530"/>
                  </a:lnTo>
                  <a:lnTo>
                    <a:pt x="2648" y="3036"/>
                  </a:lnTo>
                  <a:lnTo>
                    <a:pt x="2648" y="1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52156"/>
                  </a:srgbClr>
                </a:gs>
                <a:gs pos="100000">
                  <a:srgbClr val="3EE7F0">
                    <a:alpha val="50196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grpSp>
        <p:nvGrpSpPr>
          <p:cNvPr id="381" name="Google Shape;390;p2"/>
          <p:cNvGrpSpPr/>
          <p:nvPr/>
        </p:nvGrpSpPr>
        <p:grpSpPr>
          <a:xfrm>
            <a:off x="189000" y="771120"/>
            <a:ext cx="1046880" cy="243720"/>
            <a:chOff x="189000" y="771120"/>
            <a:chExt cx="1046880" cy="243720"/>
          </a:xfrm>
        </p:grpSpPr>
        <p:sp>
          <p:nvSpPr>
            <p:cNvPr id="382" name="Google Shape;391;p2"/>
            <p:cNvSpPr/>
            <p:nvPr/>
          </p:nvSpPr>
          <p:spPr>
            <a:xfrm>
              <a:off x="189000" y="771120"/>
              <a:ext cx="212400" cy="243720"/>
            </a:xfrm>
            <a:custGeom>
              <a:avLst/>
              <a:gdLst>
                <a:gd name="textAreaLeft" fmla="*/ 0 w 212400"/>
                <a:gd name="textAreaRight" fmla="*/ 213840 w 212400"/>
                <a:gd name="textAreaTop" fmla="*/ 0 h 243720"/>
                <a:gd name="textAreaBottom" fmla="*/ 245160 h 243720"/>
              </a:gdLst>
              <a:ahLst/>
              <a:cxnLst/>
              <a:rect l="textAreaLeft" t="textAreaTop" r="textAreaRight" b="textAreaBottom"/>
              <a:pathLst>
                <a:path w="2649" h="3037">
                  <a:moveTo>
                    <a:pt x="2649" y="1"/>
                  </a:moveTo>
                  <a:lnTo>
                    <a:pt x="1" y="1530"/>
                  </a:lnTo>
                  <a:lnTo>
                    <a:pt x="2649" y="3036"/>
                  </a:lnTo>
                  <a:lnTo>
                    <a:pt x="2649" y="1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52156"/>
                  </a:srgbClr>
                </a:gs>
                <a:gs pos="100000">
                  <a:srgbClr val="3EE7F0">
                    <a:alpha val="50196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83" name="Google Shape;392;p2"/>
            <p:cNvSpPr/>
            <p:nvPr/>
          </p:nvSpPr>
          <p:spPr>
            <a:xfrm>
              <a:off x="605160" y="771120"/>
              <a:ext cx="212400" cy="243720"/>
            </a:xfrm>
            <a:custGeom>
              <a:avLst/>
              <a:gdLst>
                <a:gd name="textAreaLeft" fmla="*/ 0 w 212400"/>
                <a:gd name="textAreaRight" fmla="*/ 213840 w 212400"/>
                <a:gd name="textAreaTop" fmla="*/ 0 h 243720"/>
                <a:gd name="textAreaBottom" fmla="*/ 245160 h 243720"/>
              </a:gdLst>
              <a:ahLst/>
              <a:cxnLst/>
              <a:rect l="textAreaLeft" t="textAreaTop" r="textAreaRight" b="textAreaBottom"/>
              <a:pathLst>
                <a:path w="2649" h="3037">
                  <a:moveTo>
                    <a:pt x="2648" y="1"/>
                  </a:moveTo>
                  <a:lnTo>
                    <a:pt x="0" y="1530"/>
                  </a:lnTo>
                  <a:lnTo>
                    <a:pt x="2648" y="3036"/>
                  </a:lnTo>
                  <a:lnTo>
                    <a:pt x="2648" y="1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52156"/>
                  </a:srgbClr>
                </a:gs>
                <a:gs pos="100000">
                  <a:srgbClr val="3EE7F0">
                    <a:alpha val="50196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84" name="Google Shape;393;p2"/>
            <p:cNvSpPr/>
            <p:nvPr/>
          </p:nvSpPr>
          <p:spPr>
            <a:xfrm>
              <a:off x="1023480" y="771120"/>
              <a:ext cx="212400" cy="243720"/>
            </a:xfrm>
            <a:custGeom>
              <a:avLst/>
              <a:gdLst>
                <a:gd name="textAreaLeft" fmla="*/ 0 w 212400"/>
                <a:gd name="textAreaRight" fmla="*/ 213840 w 212400"/>
                <a:gd name="textAreaTop" fmla="*/ 0 h 243720"/>
                <a:gd name="textAreaBottom" fmla="*/ 245160 h 243720"/>
              </a:gdLst>
              <a:ahLst/>
              <a:cxnLst/>
              <a:rect l="textAreaLeft" t="textAreaTop" r="textAreaRight" b="textAreaBottom"/>
              <a:pathLst>
                <a:path w="2649" h="3037">
                  <a:moveTo>
                    <a:pt x="2648" y="1"/>
                  </a:moveTo>
                  <a:lnTo>
                    <a:pt x="1" y="1530"/>
                  </a:lnTo>
                  <a:lnTo>
                    <a:pt x="2648" y="3036"/>
                  </a:lnTo>
                  <a:lnTo>
                    <a:pt x="2648" y="1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52156"/>
                  </a:srgbClr>
                </a:gs>
                <a:gs pos="100000">
                  <a:srgbClr val="3EE7F0">
                    <a:alpha val="50196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grpSp>
        <p:nvGrpSpPr>
          <p:cNvPr id="385" name="Google Shape;394;p2"/>
          <p:cNvGrpSpPr/>
          <p:nvPr/>
        </p:nvGrpSpPr>
        <p:grpSpPr>
          <a:xfrm>
            <a:off x="7330320" y="-704520"/>
            <a:ext cx="3457800" cy="3195000"/>
            <a:chOff x="7330320" y="-704520"/>
            <a:chExt cx="3457800" cy="3195000"/>
          </a:xfrm>
        </p:grpSpPr>
        <p:sp>
          <p:nvSpPr>
            <p:cNvPr id="386" name="Google Shape;395;p2"/>
            <p:cNvSpPr/>
            <p:nvPr/>
          </p:nvSpPr>
          <p:spPr>
            <a:xfrm flipH="1">
              <a:off x="7330320" y="-704520"/>
              <a:ext cx="2490480" cy="2594520"/>
            </a:xfrm>
            <a:custGeom>
              <a:avLst/>
              <a:gdLst>
                <a:gd name="textAreaLeft" fmla="*/ -720 w 2490480"/>
                <a:gd name="textAreaRight" fmla="*/ 2491200 w 2490480"/>
                <a:gd name="textAreaTop" fmla="*/ 0 h 2594520"/>
                <a:gd name="textAreaBottom" fmla="*/ 2595960 h 2594520"/>
              </a:gdLst>
              <a:ahLst/>
              <a:cxnLst/>
              <a:rect l="textAreaLeft" t="textAreaTop" r="textAreaRight" b="textAreaBottom"/>
              <a:pathLst>
                <a:path w="41566" h="43301">
                  <a:moveTo>
                    <a:pt x="1" y="41497"/>
                  </a:moveTo>
                  <a:lnTo>
                    <a:pt x="252" y="43300"/>
                  </a:lnTo>
                  <a:lnTo>
                    <a:pt x="41566" y="1804"/>
                  </a:lnTo>
                  <a:lnTo>
                    <a:pt x="41315" y="1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71372"/>
                  </a:srgbClr>
                </a:gs>
                <a:gs pos="100000">
                  <a:srgbClr val="00E0FF">
                    <a:alpha val="69019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87" name="Google Shape;396;p2"/>
            <p:cNvSpPr/>
            <p:nvPr/>
          </p:nvSpPr>
          <p:spPr>
            <a:xfrm flipH="1">
              <a:off x="8528760" y="325800"/>
              <a:ext cx="1877400" cy="1956600"/>
            </a:xfrm>
            <a:custGeom>
              <a:avLst/>
              <a:gdLst>
                <a:gd name="textAreaLeft" fmla="*/ 720 w 1877400"/>
                <a:gd name="textAreaRight" fmla="*/ 1879560 w 1877400"/>
                <a:gd name="textAreaTop" fmla="*/ 0 h 1956600"/>
                <a:gd name="textAreaBottom" fmla="*/ 1958040 h 1956600"/>
              </a:gdLst>
              <a:ahLst/>
              <a:cxnLst/>
              <a:rect l="textAreaLeft" t="textAreaTop" r="textAreaRight" b="textAreaBottom"/>
              <a:pathLst>
                <a:path w="31340" h="32663">
                  <a:moveTo>
                    <a:pt x="31157" y="0"/>
                  </a:moveTo>
                  <a:lnTo>
                    <a:pt x="1" y="31293"/>
                  </a:lnTo>
                  <a:lnTo>
                    <a:pt x="183" y="32663"/>
                  </a:lnTo>
                  <a:lnTo>
                    <a:pt x="31340" y="1370"/>
                  </a:lnTo>
                  <a:lnTo>
                    <a:pt x="31157" y="0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71372"/>
                  </a:srgbClr>
                </a:gs>
                <a:gs pos="100000">
                  <a:srgbClr val="00E0FF">
                    <a:alpha val="69019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88" name="Google Shape;397;p2"/>
            <p:cNvSpPr/>
            <p:nvPr/>
          </p:nvSpPr>
          <p:spPr>
            <a:xfrm flipH="1">
              <a:off x="7449120" y="-243360"/>
              <a:ext cx="1877400" cy="1955520"/>
            </a:xfrm>
            <a:custGeom>
              <a:avLst/>
              <a:gdLst>
                <a:gd name="textAreaLeft" fmla="*/ 720 w 1877400"/>
                <a:gd name="textAreaRight" fmla="*/ 1879560 w 1877400"/>
                <a:gd name="textAreaTop" fmla="*/ 0 h 1955520"/>
                <a:gd name="textAreaBottom" fmla="*/ 1956960 h 1955520"/>
              </a:gdLst>
              <a:ahLst/>
              <a:cxnLst/>
              <a:rect l="textAreaLeft" t="textAreaTop" r="textAreaRight" b="textAreaBottom"/>
              <a:pathLst>
                <a:path w="31340" h="32641">
                  <a:moveTo>
                    <a:pt x="31157" y="1"/>
                  </a:moveTo>
                  <a:lnTo>
                    <a:pt x="1" y="31294"/>
                  </a:lnTo>
                  <a:lnTo>
                    <a:pt x="183" y="32641"/>
                  </a:lnTo>
                  <a:lnTo>
                    <a:pt x="31340" y="1370"/>
                  </a:lnTo>
                  <a:lnTo>
                    <a:pt x="31157" y="1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71372"/>
                  </a:srgbClr>
                </a:gs>
                <a:gs pos="100000">
                  <a:srgbClr val="00E0FF">
                    <a:alpha val="69019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89" name="Google Shape;398;p2"/>
            <p:cNvSpPr/>
            <p:nvPr/>
          </p:nvSpPr>
          <p:spPr>
            <a:xfrm flipH="1">
              <a:off x="7995240" y="142560"/>
              <a:ext cx="1877400" cy="1955520"/>
            </a:xfrm>
            <a:custGeom>
              <a:avLst/>
              <a:gdLst>
                <a:gd name="textAreaLeft" fmla="*/ 720 w 1877400"/>
                <a:gd name="textAreaRight" fmla="*/ 1879560 w 1877400"/>
                <a:gd name="textAreaTop" fmla="*/ 0 h 1955520"/>
                <a:gd name="textAreaBottom" fmla="*/ 1956960 h 1955520"/>
              </a:gdLst>
              <a:ahLst/>
              <a:cxnLst/>
              <a:rect l="textAreaLeft" t="textAreaTop" r="textAreaRight" b="textAreaBottom"/>
              <a:pathLst>
                <a:path w="31340" h="32641">
                  <a:moveTo>
                    <a:pt x="31157" y="0"/>
                  </a:moveTo>
                  <a:lnTo>
                    <a:pt x="0" y="31294"/>
                  </a:lnTo>
                  <a:lnTo>
                    <a:pt x="183" y="32641"/>
                  </a:lnTo>
                  <a:lnTo>
                    <a:pt x="31340" y="1347"/>
                  </a:lnTo>
                  <a:lnTo>
                    <a:pt x="31157" y="0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71372"/>
                  </a:srgbClr>
                </a:gs>
                <a:gs pos="100000">
                  <a:srgbClr val="00E0FF">
                    <a:alpha val="69019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90" name="Google Shape;399;p2"/>
            <p:cNvSpPr/>
            <p:nvPr/>
          </p:nvSpPr>
          <p:spPr>
            <a:xfrm flipH="1">
              <a:off x="8299080" y="-102600"/>
              <a:ext cx="2489040" cy="2593080"/>
            </a:xfrm>
            <a:custGeom>
              <a:avLst/>
              <a:gdLst>
                <a:gd name="textAreaLeft" fmla="*/ -720 w 2489040"/>
                <a:gd name="textAreaRight" fmla="*/ 2489760 w 2489040"/>
                <a:gd name="textAreaTop" fmla="*/ 0 h 2593080"/>
                <a:gd name="textAreaBottom" fmla="*/ 2594520 h 2593080"/>
              </a:gdLst>
              <a:ahLst/>
              <a:cxnLst/>
              <a:rect l="textAreaLeft" t="textAreaTop" r="textAreaRight" b="textAreaBottom"/>
              <a:pathLst>
                <a:path w="41543" h="43278">
                  <a:moveTo>
                    <a:pt x="41314" y="1"/>
                  </a:moveTo>
                  <a:lnTo>
                    <a:pt x="0" y="41474"/>
                  </a:lnTo>
                  <a:lnTo>
                    <a:pt x="229" y="43277"/>
                  </a:lnTo>
                  <a:lnTo>
                    <a:pt x="41542" y="1804"/>
                  </a:lnTo>
                  <a:lnTo>
                    <a:pt x="41314" y="1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71372"/>
                  </a:srgbClr>
                </a:gs>
                <a:gs pos="100000">
                  <a:srgbClr val="00E0FF">
                    <a:alpha val="69019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91" name="Google Shape;400;p2"/>
            <p:cNvSpPr/>
            <p:nvPr/>
          </p:nvSpPr>
          <p:spPr>
            <a:xfrm flipH="1">
              <a:off x="7851600" y="-218880"/>
              <a:ext cx="1284840" cy="1379160"/>
            </a:xfrm>
            <a:custGeom>
              <a:avLst/>
              <a:gdLst>
                <a:gd name="textAreaLeft" fmla="*/ 720 w 1284840"/>
                <a:gd name="textAreaRight" fmla="*/ 1287000 w 1284840"/>
                <a:gd name="textAreaTop" fmla="*/ 0 h 1379160"/>
                <a:gd name="textAreaBottom" fmla="*/ 1380600 h 1379160"/>
              </a:gdLst>
              <a:ahLst/>
              <a:cxnLst/>
              <a:rect l="textAreaLeft" t="textAreaTop" r="textAreaRight" b="textAreaBottom"/>
              <a:pathLst>
                <a:path w="21457" h="23032">
                  <a:moveTo>
                    <a:pt x="21411" y="1"/>
                  </a:moveTo>
                  <a:lnTo>
                    <a:pt x="0" y="21434"/>
                  </a:lnTo>
                  <a:lnTo>
                    <a:pt x="23" y="23031"/>
                  </a:lnTo>
                  <a:lnTo>
                    <a:pt x="21456" y="1598"/>
                  </a:lnTo>
                  <a:lnTo>
                    <a:pt x="21411" y="1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71372"/>
                  </a:srgbClr>
                </a:gs>
                <a:gs pos="100000">
                  <a:srgbClr val="00E0FF">
                    <a:alpha val="69019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grpSp>
        <p:nvGrpSpPr>
          <p:cNvPr id="392" name="Google Shape;401;p2"/>
          <p:cNvGrpSpPr/>
          <p:nvPr/>
        </p:nvGrpSpPr>
        <p:grpSpPr>
          <a:xfrm>
            <a:off x="3180960" y="-729000"/>
            <a:ext cx="1389600" cy="1389600"/>
            <a:chOff x="3180960" y="-729000"/>
            <a:chExt cx="1389600" cy="1389600"/>
          </a:xfrm>
        </p:grpSpPr>
        <p:sp>
          <p:nvSpPr>
            <p:cNvPr id="393" name="Google Shape;402;p2"/>
            <p:cNvSpPr/>
            <p:nvPr/>
          </p:nvSpPr>
          <p:spPr>
            <a:xfrm>
              <a:off x="3384720" y="-357480"/>
              <a:ext cx="881640" cy="814320"/>
            </a:xfrm>
            <a:custGeom>
              <a:avLst/>
              <a:gdLst>
                <a:gd name="textAreaLeft" fmla="*/ 0 w 881640"/>
                <a:gd name="textAreaRight" fmla="*/ 883080 w 881640"/>
                <a:gd name="textAreaTop" fmla="*/ 0 h 814320"/>
                <a:gd name="textAreaBottom" fmla="*/ 815760 h 814320"/>
              </a:gdLst>
              <a:ahLst/>
              <a:cxnLst/>
              <a:rect l="textAreaLeft" t="textAreaTop" r="textAreaRight" b="textAreaBottom"/>
              <a:pathLst>
                <a:path w="17416" h="16093">
                  <a:moveTo>
                    <a:pt x="0" y="6392"/>
                  </a:moveTo>
                  <a:cubicBezTo>
                    <a:pt x="0" y="4041"/>
                    <a:pt x="845" y="1758"/>
                    <a:pt x="2397" y="1"/>
                  </a:cubicBezTo>
                  <a:lnTo>
                    <a:pt x="3424" y="914"/>
                  </a:lnTo>
                  <a:cubicBezTo>
                    <a:pt x="2100" y="2420"/>
                    <a:pt x="1370" y="4360"/>
                    <a:pt x="1370" y="6392"/>
                  </a:cubicBezTo>
                  <a:cubicBezTo>
                    <a:pt x="1370" y="10980"/>
                    <a:pt x="5113" y="14723"/>
                    <a:pt x="9701" y="14723"/>
                  </a:cubicBezTo>
                  <a:cubicBezTo>
                    <a:pt x="12326" y="14723"/>
                    <a:pt x="14722" y="13513"/>
                    <a:pt x="16320" y="11436"/>
                  </a:cubicBezTo>
                  <a:lnTo>
                    <a:pt x="17416" y="12281"/>
                  </a:lnTo>
                  <a:cubicBezTo>
                    <a:pt x="15567" y="14700"/>
                    <a:pt x="12759" y="16093"/>
                    <a:pt x="9701" y="16093"/>
                  </a:cubicBezTo>
                  <a:cubicBezTo>
                    <a:pt x="4360" y="16093"/>
                    <a:pt x="0" y="11733"/>
                    <a:pt x="0" y="6392"/>
                  </a:cubicBezTo>
                </a:path>
              </a:pathLst>
            </a:custGeom>
            <a:gradFill rotWithShape="0">
              <a:gsLst>
                <a:gs pos="0">
                  <a:srgbClr val="FFFFFF">
                    <a:alpha val="50196"/>
                  </a:srgbClr>
                </a:gs>
                <a:gs pos="100000">
                  <a:srgbClr val="00031B">
                    <a:alpha val="16078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94" name="Google Shape;403;p2"/>
            <p:cNvSpPr/>
            <p:nvPr/>
          </p:nvSpPr>
          <p:spPr>
            <a:xfrm>
              <a:off x="3498120" y="-525240"/>
              <a:ext cx="868680" cy="807480"/>
            </a:xfrm>
            <a:custGeom>
              <a:avLst/>
              <a:gdLst>
                <a:gd name="textAreaLeft" fmla="*/ 0 w 868680"/>
                <a:gd name="textAreaRight" fmla="*/ 870120 w 868680"/>
                <a:gd name="textAreaTop" fmla="*/ 0 h 807480"/>
                <a:gd name="textAreaBottom" fmla="*/ 808920 h 807480"/>
              </a:gdLst>
              <a:ahLst/>
              <a:cxnLst/>
              <a:rect l="textAreaLeft" t="textAreaTop" r="textAreaRight" b="textAreaBottom"/>
              <a:pathLst>
                <a:path w="17166" h="15955">
                  <a:moveTo>
                    <a:pt x="161" y="3310"/>
                  </a:moveTo>
                  <a:cubicBezTo>
                    <a:pt x="47" y="3447"/>
                    <a:pt x="1" y="3606"/>
                    <a:pt x="1" y="3766"/>
                  </a:cubicBezTo>
                  <a:lnTo>
                    <a:pt x="1" y="3766"/>
                  </a:lnTo>
                  <a:cubicBezTo>
                    <a:pt x="1" y="3949"/>
                    <a:pt x="69" y="4131"/>
                    <a:pt x="229" y="4268"/>
                  </a:cubicBezTo>
                  <a:lnTo>
                    <a:pt x="229" y="4268"/>
                  </a:lnTo>
                  <a:cubicBezTo>
                    <a:pt x="503" y="4519"/>
                    <a:pt x="960" y="4497"/>
                    <a:pt x="1188" y="4223"/>
                  </a:cubicBezTo>
                  <a:lnTo>
                    <a:pt x="1188" y="4223"/>
                  </a:lnTo>
                  <a:cubicBezTo>
                    <a:pt x="2786" y="2397"/>
                    <a:pt x="5068" y="1370"/>
                    <a:pt x="7465" y="1370"/>
                  </a:cubicBezTo>
                  <a:lnTo>
                    <a:pt x="7465" y="1370"/>
                  </a:lnTo>
                  <a:cubicBezTo>
                    <a:pt x="12053" y="1370"/>
                    <a:pt x="15796" y="5113"/>
                    <a:pt x="15796" y="9701"/>
                  </a:cubicBezTo>
                  <a:lnTo>
                    <a:pt x="15796" y="9701"/>
                  </a:lnTo>
                  <a:cubicBezTo>
                    <a:pt x="15796" y="11550"/>
                    <a:pt x="15203" y="13284"/>
                    <a:pt x="14084" y="14745"/>
                  </a:cubicBezTo>
                  <a:lnTo>
                    <a:pt x="14084" y="14745"/>
                  </a:lnTo>
                  <a:cubicBezTo>
                    <a:pt x="13856" y="15065"/>
                    <a:pt x="13902" y="15498"/>
                    <a:pt x="14221" y="15727"/>
                  </a:cubicBezTo>
                  <a:lnTo>
                    <a:pt x="14221" y="15727"/>
                  </a:lnTo>
                  <a:cubicBezTo>
                    <a:pt x="14518" y="15955"/>
                    <a:pt x="14952" y="15886"/>
                    <a:pt x="15180" y="15590"/>
                  </a:cubicBezTo>
                  <a:lnTo>
                    <a:pt x="15180" y="15590"/>
                  </a:lnTo>
                  <a:cubicBezTo>
                    <a:pt x="16481" y="13878"/>
                    <a:pt x="17166" y="11846"/>
                    <a:pt x="17166" y="9701"/>
                  </a:cubicBezTo>
                  <a:lnTo>
                    <a:pt x="17166" y="9701"/>
                  </a:lnTo>
                  <a:cubicBezTo>
                    <a:pt x="17166" y="4337"/>
                    <a:pt x="12806" y="0"/>
                    <a:pt x="7465" y="0"/>
                  </a:cubicBezTo>
                  <a:lnTo>
                    <a:pt x="7465" y="0"/>
                  </a:lnTo>
                  <a:cubicBezTo>
                    <a:pt x="4657" y="0"/>
                    <a:pt x="2010" y="1210"/>
                    <a:pt x="161" y="3310"/>
                  </a:cubicBezTo>
                  <a:close/>
                </a:path>
              </a:pathLst>
            </a:custGeom>
            <a:gradFill rotWithShape="0">
              <a:gsLst>
                <a:gs pos="0">
                  <a:srgbClr val="002AB1"/>
                </a:gs>
                <a:gs pos="100000">
                  <a:srgbClr val="00E0FF"/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95" name="Google Shape;404;p2"/>
            <p:cNvSpPr/>
            <p:nvPr/>
          </p:nvSpPr>
          <p:spPr>
            <a:xfrm>
              <a:off x="3552480" y="-357480"/>
              <a:ext cx="646560" cy="587520"/>
            </a:xfrm>
            <a:custGeom>
              <a:avLst/>
              <a:gdLst>
                <a:gd name="textAreaLeft" fmla="*/ 0 w 646560"/>
                <a:gd name="textAreaRight" fmla="*/ 648000 w 646560"/>
                <a:gd name="textAreaTop" fmla="*/ 0 h 587520"/>
                <a:gd name="textAreaBottom" fmla="*/ 588960 h 587520"/>
              </a:gdLst>
              <a:ahLst/>
              <a:cxnLst/>
              <a:rect l="textAreaLeft" t="textAreaTop" r="textAreaRight" b="textAreaBottom"/>
              <a:pathLst>
                <a:path w="12783" h="11619">
                  <a:moveTo>
                    <a:pt x="1" y="6392"/>
                  </a:moveTo>
                  <a:cubicBezTo>
                    <a:pt x="1" y="2854"/>
                    <a:pt x="2877" y="1"/>
                    <a:pt x="6392" y="1"/>
                  </a:cubicBezTo>
                  <a:cubicBezTo>
                    <a:pt x="9907" y="1"/>
                    <a:pt x="12783" y="2854"/>
                    <a:pt x="12783" y="6392"/>
                  </a:cubicBezTo>
                  <a:cubicBezTo>
                    <a:pt x="12783" y="8378"/>
                    <a:pt x="11870" y="10226"/>
                    <a:pt x="10295" y="11459"/>
                  </a:cubicBezTo>
                  <a:lnTo>
                    <a:pt x="9450" y="10363"/>
                  </a:lnTo>
                  <a:cubicBezTo>
                    <a:pt x="10706" y="9405"/>
                    <a:pt x="11413" y="7967"/>
                    <a:pt x="11413" y="6392"/>
                  </a:cubicBezTo>
                  <a:cubicBezTo>
                    <a:pt x="11413" y="3630"/>
                    <a:pt x="9154" y="1370"/>
                    <a:pt x="6392" y="1370"/>
                  </a:cubicBezTo>
                  <a:cubicBezTo>
                    <a:pt x="3630" y="1370"/>
                    <a:pt x="1370" y="3630"/>
                    <a:pt x="1370" y="6392"/>
                  </a:cubicBezTo>
                  <a:cubicBezTo>
                    <a:pt x="1370" y="8012"/>
                    <a:pt x="2169" y="9542"/>
                    <a:pt x="3516" y="10500"/>
                  </a:cubicBezTo>
                  <a:lnTo>
                    <a:pt x="2717" y="11619"/>
                  </a:lnTo>
                  <a:cubicBezTo>
                    <a:pt x="1005" y="10432"/>
                    <a:pt x="1" y="8469"/>
                    <a:pt x="1" y="6392"/>
                  </a:cubicBezTo>
                </a:path>
              </a:pathLst>
            </a:custGeom>
            <a:gradFill rotWithShape="0">
              <a:gsLst>
                <a:gs pos="0">
                  <a:srgbClr val="FFFFFF">
                    <a:alpha val="50196"/>
                  </a:srgbClr>
                </a:gs>
                <a:gs pos="100000">
                  <a:srgbClr val="00031B">
                    <a:alpha val="16078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96" name="Google Shape;405;p2"/>
            <p:cNvSpPr/>
            <p:nvPr/>
          </p:nvSpPr>
          <p:spPr>
            <a:xfrm>
              <a:off x="3675240" y="160920"/>
              <a:ext cx="416520" cy="128160"/>
            </a:xfrm>
            <a:custGeom>
              <a:avLst/>
              <a:gdLst>
                <a:gd name="textAreaLeft" fmla="*/ 0 w 416520"/>
                <a:gd name="textAreaRight" fmla="*/ 417960 w 416520"/>
                <a:gd name="textAreaTop" fmla="*/ 0 h 128160"/>
                <a:gd name="textAreaBottom" fmla="*/ 129600 h 128160"/>
              </a:gdLst>
              <a:ahLst/>
              <a:cxnLst/>
              <a:rect l="textAreaLeft" t="textAreaTop" r="textAreaRight" b="textAreaBottom"/>
              <a:pathLst>
                <a:path w="8241" h="2557">
                  <a:moveTo>
                    <a:pt x="7030" y="137"/>
                  </a:moveTo>
                  <a:cubicBezTo>
                    <a:pt x="6140" y="822"/>
                    <a:pt x="5090" y="1187"/>
                    <a:pt x="3972" y="1187"/>
                  </a:cubicBezTo>
                  <a:lnTo>
                    <a:pt x="3972" y="1187"/>
                  </a:lnTo>
                  <a:cubicBezTo>
                    <a:pt x="2922" y="1187"/>
                    <a:pt x="1940" y="868"/>
                    <a:pt x="1096" y="274"/>
                  </a:cubicBezTo>
                  <a:lnTo>
                    <a:pt x="1096" y="274"/>
                  </a:lnTo>
                  <a:cubicBezTo>
                    <a:pt x="776" y="46"/>
                    <a:pt x="343" y="115"/>
                    <a:pt x="137" y="434"/>
                  </a:cubicBezTo>
                  <a:lnTo>
                    <a:pt x="137" y="434"/>
                  </a:lnTo>
                  <a:cubicBezTo>
                    <a:pt x="46" y="548"/>
                    <a:pt x="0" y="685"/>
                    <a:pt x="0" y="822"/>
                  </a:cubicBezTo>
                  <a:lnTo>
                    <a:pt x="0" y="822"/>
                  </a:lnTo>
                  <a:cubicBezTo>
                    <a:pt x="0" y="1050"/>
                    <a:pt x="92" y="1256"/>
                    <a:pt x="297" y="1393"/>
                  </a:cubicBezTo>
                  <a:lnTo>
                    <a:pt x="297" y="1393"/>
                  </a:lnTo>
                  <a:cubicBezTo>
                    <a:pt x="1370" y="2146"/>
                    <a:pt x="2648" y="2557"/>
                    <a:pt x="3972" y="2557"/>
                  </a:cubicBezTo>
                  <a:lnTo>
                    <a:pt x="3972" y="2557"/>
                  </a:lnTo>
                  <a:cubicBezTo>
                    <a:pt x="5387" y="2557"/>
                    <a:pt x="6757" y="2100"/>
                    <a:pt x="7875" y="1233"/>
                  </a:cubicBezTo>
                  <a:lnTo>
                    <a:pt x="7875" y="1233"/>
                  </a:lnTo>
                  <a:cubicBezTo>
                    <a:pt x="8172" y="1005"/>
                    <a:pt x="8240" y="571"/>
                    <a:pt x="7989" y="274"/>
                  </a:cubicBezTo>
                  <a:lnTo>
                    <a:pt x="7989" y="274"/>
                  </a:lnTo>
                  <a:cubicBezTo>
                    <a:pt x="7852" y="92"/>
                    <a:pt x="7647" y="0"/>
                    <a:pt x="7441" y="0"/>
                  </a:cubicBezTo>
                  <a:lnTo>
                    <a:pt x="7441" y="0"/>
                  </a:lnTo>
                  <a:cubicBezTo>
                    <a:pt x="7304" y="0"/>
                    <a:pt x="7167" y="46"/>
                    <a:pt x="7030" y="137"/>
                  </a:cubicBezTo>
                </a:path>
              </a:pathLst>
            </a:custGeom>
            <a:gradFill rotWithShape="0">
              <a:gsLst>
                <a:gs pos="0">
                  <a:srgbClr val="002AB1"/>
                </a:gs>
                <a:gs pos="100000">
                  <a:srgbClr val="00E0FF"/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64800" rIns="90000" bIns="648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97" name="Google Shape;406;p2"/>
            <p:cNvSpPr/>
            <p:nvPr/>
          </p:nvSpPr>
          <p:spPr>
            <a:xfrm>
              <a:off x="3180960" y="-729000"/>
              <a:ext cx="1117440" cy="1278360"/>
            </a:xfrm>
            <a:custGeom>
              <a:avLst/>
              <a:gdLst>
                <a:gd name="textAreaLeft" fmla="*/ 0 w 1117440"/>
                <a:gd name="textAreaRight" fmla="*/ 1118880 w 1117440"/>
                <a:gd name="textAreaTop" fmla="*/ 0 h 1278360"/>
                <a:gd name="textAreaBottom" fmla="*/ 1279800 h 1278360"/>
              </a:gdLst>
              <a:ahLst/>
              <a:cxnLst/>
              <a:rect l="textAreaLeft" t="textAreaTop" r="textAreaRight" b="textAreaBottom"/>
              <a:pathLst>
                <a:path w="22073" h="25246">
                  <a:moveTo>
                    <a:pt x="1" y="13719"/>
                  </a:moveTo>
                  <a:cubicBezTo>
                    <a:pt x="1" y="6141"/>
                    <a:pt x="6141" y="1"/>
                    <a:pt x="13719" y="1"/>
                  </a:cubicBezTo>
                  <a:cubicBezTo>
                    <a:pt x="16755" y="1"/>
                    <a:pt x="19653" y="959"/>
                    <a:pt x="22073" y="2808"/>
                  </a:cubicBezTo>
                  <a:lnTo>
                    <a:pt x="21228" y="3904"/>
                  </a:lnTo>
                  <a:cubicBezTo>
                    <a:pt x="19060" y="2238"/>
                    <a:pt x="16458" y="1370"/>
                    <a:pt x="13719" y="1370"/>
                  </a:cubicBezTo>
                  <a:cubicBezTo>
                    <a:pt x="6917" y="1370"/>
                    <a:pt x="1370" y="6917"/>
                    <a:pt x="1370" y="13719"/>
                  </a:cubicBezTo>
                  <a:cubicBezTo>
                    <a:pt x="1370" y="17919"/>
                    <a:pt x="3493" y="21799"/>
                    <a:pt x="7008" y="24081"/>
                  </a:cubicBezTo>
                  <a:lnTo>
                    <a:pt x="6278" y="25246"/>
                  </a:lnTo>
                  <a:cubicBezTo>
                    <a:pt x="2329" y="22712"/>
                    <a:pt x="1" y="18398"/>
                    <a:pt x="1" y="13719"/>
                  </a:cubicBezTo>
                </a:path>
              </a:pathLst>
            </a:custGeom>
            <a:gradFill rotWithShape="0">
              <a:gsLst>
                <a:gs pos="0">
                  <a:srgbClr val="FFFFFF">
                    <a:alpha val="50196"/>
                  </a:srgbClr>
                </a:gs>
                <a:gs pos="100000">
                  <a:srgbClr val="00031B">
                    <a:alpha val="16078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98" name="Google Shape;407;p2"/>
            <p:cNvSpPr/>
            <p:nvPr/>
          </p:nvSpPr>
          <p:spPr>
            <a:xfrm>
              <a:off x="3483000" y="-593640"/>
              <a:ext cx="1087560" cy="1254240"/>
            </a:xfrm>
            <a:custGeom>
              <a:avLst/>
              <a:gdLst>
                <a:gd name="textAreaLeft" fmla="*/ 0 w 1087560"/>
                <a:gd name="textAreaRight" fmla="*/ 1089000 w 1087560"/>
                <a:gd name="textAreaTop" fmla="*/ 0 h 1254240"/>
                <a:gd name="textAreaBottom" fmla="*/ 1255680 h 1254240"/>
              </a:gdLst>
              <a:ahLst/>
              <a:cxnLst/>
              <a:rect l="textAreaLeft" t="textAreaTop" r="textAreaRight" b="textAreaBottom"/>
              <a:pathLst>
                <a:path w="21479" h="24766">
                  <a:moveTo>
                    <a:pt x="15133" y="274"/>
                  </a:moveTo>
                  <a:cubicBezTo>
                    <a:pt x="14905" y="571"/>
                    <a:pt x="14974" y="1005"/>
                    <a:pt x="15270" y="1233"/>
                  </a:cubicBezTo>
                  <a:lnTo>
                    <a:pt x="15270" y="1233"/>
                  </a:lnTo>
                  <a:cubicBezTo>
                    <a:pt x="18352" y="3607"/>
                    <a:pt x="20109" y="7167"/>
                    <a:pt x="20109" y="11048"/>
                  </a:cubicBezTo>
                  <a:lnTo>
                    <a:pt x="20109" y="11048"/>
                  </a:lnTo>
                  <a:cubicBezTo>
                    <a:pt x="20109" y="17850"/>
                    <a:pt x="14563" y="23396"/>
                    <a:pt x="7761" y="23396"/>
                  </a:cubicBezTo>
                  <a:lnTo>
                    <a:pt x="7761" y="23396"/>
                  </a:lnTo>
                  <a:cubicBezTo>
                    <a:pt x="5364" y="23396"/>
                    <a:pt x="3059" y="22711"/>
                    <a:pt x="1050" y="21410"/>
                  </a:cubicBezTo>
                  <a:lnTo>
                    <a:pt x="1050" y="21410"/>
                  </a:lnTo>
                  <a:cubicBezTo>
                    <a:pt x="731" y="21205"/>
                    <a:pt x="320" y="21296"/>
                    <a:pt x="114" y="21616"/>
                  </a:cubicBezTo>
                  <a:lnTo>
                    <a:pt x="114" y="21616"/>
                  </a:lnTo>
                  <a:cubicBezTo>
                    <a:pt x="23" y="21730"/>
                    <a:pt x="0" y="21867"/>
                    <a:pt x="0" y="22004"/>
                  </a:cubicBezTo>
                  <a:lnTo>
                    <a:pt x="0" y="22004"/>
                  </a:lnTo>
                  <a:cubicBezTo>
                    <a:pt x="0" y="22232"/>
                    <a:pt x="114" y="22438"/>
                    <a:pt x="320" y="22575"/>
                  </a:cubicBezTo>
                  <a:lnTo>
                    <a:pt x="320" y="22575"/>
                  </a:lnTo>
                  <a:cubicBezTo>
                    <a:pt x="2534" y="24013"/>
                    <a:pt x="5113" y="24766"/>
                    <a:pt x="7761" y="24766"/>
                  </a:cubicBezTo>
                  <a:lnTo>
                    <a:pt x="7761" y="24766"/>
                  </a:lnTo>
                  <a:cubicBezTo>
                    <a:pt x="15339" y="24766"/>
                    <a:pt x="21479" y="18603"/>
                    <a:pt x="21479" y="11048"/>
                  </a:cubicBezTo>
                  <a:lnTo>
                    <a:pt x="21479" y="11048"/>
                  </a:lnTo>
                  <a:cubicBezTo>
                    <a:pt x="21479" y="6734"/>
                    <a:pt x="19516" y="2762"/>
                    <a:pt x="16115" y="137"/>
                  </a:cubicBezTo>
                  <a:lnTo>
                    <a:pt x="16115" y="137"/>
                  </a:lnTo>
                  <a:cubicBezTo>
                    <a:pt x="15978" y="46"/>
                    <a:pt x="15841" y="0"/>
                    <a:pt x="15681" y="0"/>
                  </a:cubicBezTo>
                  <a:lnTo>
                    <a:pt x="15681" y="0"/>
                  </a:lnTo>
                  <a:cubicBezTo>
                    <a:pt x="15476" y="0"/>
                    <a:pt x="15270" y="92"/>
                    <a:pt x="15133" y="27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2AB1"/>
                </a:gs>
                <a:gs pos="100000">
                  <a:srgbClr val="00E0FF"/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39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GB" sz="4400" b="0" strike="noStrike" spc="-1">
                <a:solidFill>
                  <a:srgbClr val="FFFFFF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40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3200" b="0" strike="noStrike" spc="-1">
                <a:solidFill>
                  <a:srgbClr val="FFFFFF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GB" sz="2800" b="0" strike="noStrike" spc="-1">
                <a:solidFill>
                  <a:srgbClr val="FFFFFF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2400" b="0" strike="noStrike" spc="-1">
                <a:solidFill>
                  <a:srgbClr val="FFFFFF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GB" sz="2000" b="0" strike="noStrike" spc="-1">
                <a:solidFill>
                  <a:srgbClr val="FFFFFF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solidFill>
                  <a:srgbClr val="FFFFFF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solidFill>
                  <a:srgbClr val="FFFFFF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solidFill>
                  <a:srgbClr val="FFFFFF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2AB1"/>
            </a:gs>
            <a:gs pos="100000">
              <a:srgbClr val="00031B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7" name="Google Shape;2338;p13"/>
          <p:cNvGrpSpPr/>
          <p:nvPr/>
        </p:nvGrpSpPr>
        <p:grpSpPr>
          <a:xfrm>
            <a:off x="0" y="0"/>
            <a:ext cx="9142560" cy="5142240"/>
            <a:chOff x="0" y="0"/>
            <a:chExt cx="9142560" cy="5142240"/>
          </a:xfrm>
        </p:grpSpPr>
        <p:sp>
          <p:nvSpPr>
            <p:cNvPr id="438" name="Google Shape;2339;p13"/>
            <p:cNvSpPr/>
            <p:nvPr/>
          </p:nvSpPr>
          <p:spPr>
            <a:xfrm>
              <a:off x="9104760" y="0"/>
              <a:ext cx="3240" cy="5139720"/>
            </a:xfrm>
            <a:custGeom>
              <a:avLst/>
              <a:gdLst>
                <a:gd name="textAreaLeft" fmla="*/ 0 w 3240"/>
                <a:gd name="textAreaRight" fmla="*/ 4680 w 324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46" h="49235">
                  <a:moveTo>
                    <a:pt x="0" y="0"/>
                  </a:moveTo>
                  <a:lnTo>
                    <a:pt x="0" y="49235"/>
                  </a:lnTo>
                  <a:lnTo>
                    <a:pt x="46" y="4923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39" name="Google Shape;2340;p13"/>
            <p:cNvSpPr/>
            <p:nvPr/>
          </p:nvSpPr>
          <p:spPr>
            <a:xfrm>
              <a:off x="8775720" y="0"/>
              <a:ext cx="3240" cy="5139720"/>
            </a:xfrm>
            <a:custGeom>
              <a:avLst/>
              <a:gdLst>
                <a:gd name="textAreaLeft" fmla="*/ 0 w 3240"/>
                <a:gd name="textAreaRight" fmla="*/ 4680 w 324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46" h="49235">
                  <a:moveTo>
                    <a:pt x="0" y="0"/>
                  </a:moveTo>
                  <a:lnTo>
                    <a:pt x="0" y="49235"/>
                  </a:lnTo>
                  <a:lnTo>
                    <a:pt x="46" y="4923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40" name="Google Shape;2341;p13"/>
            <p:cNvSpPr/>
            <p:nvPr/>
          </p:nvSpPr>
          <p:spPr>
            <a:xfrm>
              <a:off x="844920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0" y="0"/>
                  </a:moveTo>
                  <a:lnTo>
                    <a:pt x="0" y="49235"/>
                  </a:lnTo>
                  <a:lnTo>
                    <a:pt x="23" y="4923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41" name="Google Shape;2342;p13"/>
            <p:cNvSpPr/>
            <p:nvPr/>
          </p:nvSpPr>
          <p:spPr>
            <a:xfrm>
              <a:off x="812052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0" y="0"/>
                  </a:moveTo>
                  <a:lnTo>
                    <a:pt x="0" y="49235"/>
                  </a:lnTo>
                  <a:lnTo>
                    <a:pt x="23" y="4923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42" name="Google Shape;2343;p13"/>
            <p:cNvSpPr/>
            <p:nvPr/>
          </p:nvSpPr>
          <p:spPr>
            <a:xfrm>
              <a:off x="779148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0" y="0"/>
                  </a:moveTo>
                  <a:lnTo>
                    <a:pt x="0" y="49235"/>
                  </a:lnTo>
                  <a:lnTo>
                    <a:pt x="23" y="4923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43" name="Google Shape;2344;p13"/>
            <p:cNvSpPr/>
            <p:nvPr/>
          </p:nvSpPr>
          <p:spPr>
            <a:xfrm>
              <a:off x="746244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1" y="0"/>
                  </a:moveTo>
                  <a:lnTo>
                    <a:pt x="1" y="49235"/>
                  </a:lnTo>
                  <a:lnTo>
                    <a:pt x="23" y="4923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44" name="Google Shape;2345;p13"/>
            <p:cNvSpPr/>
            <p:nvPr/>
          </p:nvSpPr>
          <p:spPr>
            <a:xfrm>
              <a:off x="7133760" y="0"/>
              <a:ext cx="3600" cy="5139720"/>
            </a:xfrm>
            <a:custGeom>
              <a:avLst/>
              <a:gdLst>
                <a:gd name="textAreaLeft" fmla="*/ 0 w 3600"/>
                <a:gd name="textAreaRight" fmla="*/ 5040 w 360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47" h="49235">
                  <a:moveTo>
                    <a:pt x="1" y="0"/>
                  </a:moveTo>
                  <a:lnTo>
                    <a:pt x="1" y="49235"/>
                  </a:lnTo>
                  <a:lnTo>
                    <a:pt x="46" y="4923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45" name="Google Shape;2346;p13"/>
            <p:cNvSpPr/>
            <p:nvPr/>
          </p:nvSpPr>
          <p:spPr>
            <a:xfrm>
              <a:off x="6804720" y="0"/>
              <a:ext cx="3600" cy="5139720"/>
            </a:xfrm>
            <a:custGeom>
              <a:avLst/>
              <a:gdLst>
                <a:gd name="textAreaLeft" fmla="*/ 0 w 3600"/>
                <a:gd name="textAreaRight" fmla="*/ 5040 w 360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47" h="49235">
                  <a:moveTo>
                    <a:pt x="1" y="0"/>
                  </a:moveTo>
                  <a:lnTo>
                    <a:pt x="1" y="49235"/>
                  </a:lnTo>
                  <a:lnTo>
                    <a:pt x="46" y="4923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46" name="Google Shape;2347;p13"/>
            <p:cNvSpPr/>
            <p:nvPr/>
          </p:nvSpPr>
          <p:spPr>
            <a:xfrm>
              <a:off x="647820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1" y="0"/>
                  </a:moveTo>
                  <a:lnTo>
                    <a:pt x="1" y="49235"/>
                  </a:lnTo>
                  <a:lnTo>
                    <a:pt x="24" y="49235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47" name="Google Shape;2348;p13"/>
            <p:cNvSpPr/>
            <p:nvPr/>
          </p:nvSpPr>
          <p:spPr>
            <a:xfrm>
              <a:off x="614916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1" y="0"/>
                  </a:moveTo>
                  <a:lnTo>
                    <a:pt x="1" y="49235"/>
                  </a:lnTo>
                  <a:lnTo>
                    <a:pt x="24" y="49235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48" name="Google Shape;2349;p13"/>
            <p:cNvSpPr/>
            <p:nvPr/>
          </p:nvSpPr>
          <p:spPr>
            <a:xfrm>
              <a:off x="582048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1" y="0"/>
                  </a:moveTo>
                  <a:lnTo>
                    <a:pt x="1" y="49235"/>
                  </a:lnTo>
                  <a:lnTo>
                    <a:pt x="24" y="49235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49" name="Google Shape;2350;p13"/>
            <p:cNvSpPr/>
            <p:nvPr/>
          </p:nvSpPr>
          <p:spPr>
            <a:xfrm>
              <a:off x="549144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3" h="49235">
                  <a:moveTo>
                    <a:pt x="0" y="0"/>
                  </a:moveTo>
                  <a:lnTo>
                    <a:pt x="0" y="49235"/>
                  </a:lnTo>
                  <a:lnTo>
                    <a:pt x="23" y="4923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50" name="Google Shape;2351;p13"/>
            <p:cNvSpPr/>
            <p:nvPr/>
          </p:nvSpPr>
          <p:spPr>
            <a:xfrm>
              <a:off x="516276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3" h="49235">
                  <a:moveTo>
                    <a:pt x="0" y="0"/>
                  </a:moveTo>
                  <a:lnTo>
                    <a:pt x="0" y="49235"/>
                  </a:lnTo>
                  <a:lnTo>
                    <a:pt x="23" y="4923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51" name="Google Shape;2352;p13"/>
            <p:cNvSpPr/>
            <p:nvPr/>
          </p:nvSpPr>
          <p:spPr>
            <a:xfrm>
              <a:off x="4833720" y="0"/>
              <a:ext cx="3240" cy="5139720"/>
            </a:xfrm>
            <a:custGeom>
              <a:avLst/>
              <a:gdLst>
                <a:gd name="textAreaLeft" fmla="*/ 0 w 3240"/>
                <a:gd name="textAreaRight" fmla="*/ 4680 w 324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46" h="49235">
                  <a:moveTo>
                    <a:pt x="0" y="0"/>
                  </a:moveTo>
                  <a:lnTo>
                    <a:pt x="0" y="49235"/>
                  </a:lnTo>
                  <a:lnTo>
                    <a:pt x="46" y="4923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52" name="Google Shape;2353;p13"/>
            <p:cNvSpPr/>
            <p:nvPr/>
          </p:nvSpPr>
          <p:spPr>
            <a:xfrm>
              <a:off x="4504680" y="0"/>
              <a:ext cx="3600" cy="5139720"/>
            </a:xfrm>
            <a:custGeom>
              <a:avLst/>
              <a:gdLst>
                <a:gd name="textAreaLeft" fmla="*/ 0 w 3600"/>
                <a:gd name="textAreaRight" fmla="*/ 5040 w 360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47" h="49235">
                  <a:moveTo>
                    <a:pt x="0" y="0"/>
                  </a:moveTo>
                  <a:lnTo>
                    <a:pt x="0" y="49235"/>
                  </a:lnTo>
                  <a:lnTo>
                    <a:pt x="46" y="4923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53" name="Google Shape;2354;p13"/>
            <p:cNvSpPr/>
            <p:nvPr/>
          </p:nvSpPr>
          <p:spPr>
            <a:xfrm>
              <a:off x="417816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0" y="0"/>
                  </a:moveTo>
                  <a:lnTo>
                    <a:pt x="0" y="49235"/>
                  </a:lnTo>
                  <a:lnTo>
                    <a:pt x="23" y="4923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54" name="Google Shape;2355;p13"/>
            <p:cNvSpPr/>
            <p:nvPr/>
          </p:nvSpPr>
          <p:spPr>
            <a:xfrm>
              <a:off x="319140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1" y="0"/>
                  </a:moveTo>
                  <a:lnTo>
                    <a:pt x="1" y="49235"/>
                  </a:lnTo>
                  <a:lnTo>
                    <a:pt x="23" y="4923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55" name="Google Shape;2356;p13"/>
            <p:cNvSpPr/>
            <p:nvPr/>
          </p:nvSpPr>
          <p:spPr>
            <a:xfrm>
              <a:off x="2533680" y="0"/>
              <a:ext cx="3600" cy="5139720"/>
            </a:xfrm>
            <a:custGeom>
              <a:avLst/>
              <a:gdLst>
                <a:gd name="textAreaLeft" fmla="*/ 0 w 3600"/>
                <a:gd name="textAreaRight" fmla="*/ 5040 w 360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47" h="49235">
                  <a:moveTo>
                    <a:pt x="1" y="0"/>
                  </a:moveTo>
                  <a:lnTo>
                    <a:pt x="1" y="49235"/>
                  </a:lnTo>
                  <a:lnTo>
                    <a:pt x="46" y="4923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56" name="Google Shape;2357;p13"/>
            <p:cNvSpPr/>
            <p:nvPr/>
          </p:nvSpPr>
          <p:spPr>
            <a:xfrm>
              <a:off x="187812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1" y="0"/>
                  </a:moveTo>
                  <a:lnTo>
                    <a:pt x="1" y="49235"/>
                  </a:lnTo>
                  <a:lnTo>
                    <a:pt x="24" y="49235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57" name="Google Shape;2358;p13"/>
            <p:cNvSpPr/>
            <p:nvPr/>
          </p:nvSpPr>
          <p:spPr>
            <a:xfrm>
              <a:off x="220716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1" y="0"/>
                  </a:moveTo>
                  <a:lnTo>
                    <a:pt x="1" y="49235"/>
                  </a:lnTo>
                  <a:lnTo>
                    <a:pt x="24" y="49235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58" name="Google Shape;2359;p13"/>
            <p:cNvSpPr/>
            <p:nvPr/>
          </p:nvSpPr>
          <p:spPr>
            <a:xfrm>
              <a:off x="2862360" y="0"/>
              <a:ext cx="3600" cy="5139720"/>
            </a:xfrm>
            <a:custGeom>
              <a:avLst/>
              <a:gdLst>
                <a:gd name="textAreaLeft" fmla="*/ 0 w 3600"/>
                <a:gd name="textAreaRight" fmla="*/ 5040 w 360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47" h="49235">
                  <a:moveTo>
                    <a:pt x="1" y="0"/>
                  </a:moveTo>
                  <a:lnTo>
                    <a:pt x="1" y="49235"/>
                  </a:lnTo>
                  <a:lnTo>
                    <a:pt x="46" y="4923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59" name="Google Shape;2360;p13"/>
            <p:cNvSpPr/>
            <p:nvPr/>
          </p:nvSpPr>
          <p:spPr>
            <a:xfrm>
              <a:off x="352044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1" y="0"/>
                  </a:moveTo>
                  <a:lnTo>
                    <a:pt x="1" y="49235"/>
                  </a:lnTo>
                  <a:lnTo>
                    <a:pt x="23" y="4923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60" name="Google Shape;2361;p13"/>
            <p:cNvSpPr/>
            <p:nvPr/>
          </p:nvSpPr>
          <p:spPr>
            <a:xfrm>
              <a:off x="384948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0" y="0"/>
                  </a:moveTo>
                  <a:lnTo>
                    <a:pt x="0" y="49235"/>
                  </a:lnTo>
                  <a:lnTo>
                    <a:pt x="23" y="4923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61" name="Google Shape;2362;p13"/>
            <p:cNvSpPr/>
            <p:nvPr/>
          </p:nvSpPr>
          <p:spPr>
            <a:xfrm>
              <a:off x="154908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1" y="0"/>
                  </a:moveTo>
                  <a:lnTo>
                    <a:pt x="1" y="49235"/>
                  </a:lnTo>
                  <a:lnTo>
                    <a:pt x="24" y="49235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62" name="Google Shape;2363;p13"/>
            <p:cNvSpPr/>
            <p:nvPr/>
          </p:nvSpPr>
          <p:spPr>
            <a:xfrm>
              <a:off x="122040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3" h="49235">
                  <a:moveTo>
                    <a:pt x="0" y="0"/>
                  </a:moveTo>
                  <a:lnTo>
                    <a:pt x="0" y="49235"/>
                  </a:lnTo>
                  <a:lnTo>
                    <a:pt x="23" y="4923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63" name="Google Shape;2364;p13"/>
            <p:cNvSpPr/>
            <p:nvPr/>
          </p:nvSpPr>
          <p:spPr>
            <a:xfrm>
              <a:off x="891360" y="0"/>
              <a:ext cx="3240" cy="5139720"/>
            </a:xfrm>
            <a:custGeom>
              <a:avLst/>
              <a:gdLst>
                <a:gd name="textAreaLeft" fmla="*/ 0 w 3240"/>
                <a:gd name="textAreaRight" fmla="*/ 4680 w 324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46" h="49235">
                  <a:moveTo>
                    <a:pt x="0" y="0"/>
                  </a:moveTo>
                  <a:lnTo>
                    <a:pt x="0" y="49235"/>
                  </a:lnTo>
                  <a:lnTo>
                    <a:pt x="46" y="4923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64" name="Google Shape;2365;p13"/>
            <p:cNvSpPr/>
            <p:nvPr/>
          </p:nvSpPr>
          <p:spPr>
            <a:xfrm>
              <a:off x="562680" y="0"/>
              <a:ext cx="3240" cy="5139720"/>
            </a:xfrm>
            <a:custGeom>
              <a:avLst/>
              <a:gdLst>
                <a:gd name="textAreaLeft" fmla="*/ 0 w 3240"/>
                <a:gd name="textAreaRight" fmla="*/ 4680 w 324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46" h="49235">
                  <a:moveTo>
                    <a:pt x="0" y="0"/>
                  </a:moveTo>
                  <a:lnTo>
                    <a:pt x="0" y="49235"/>
                  </a:lnTo>
                  <a:lnTo>
                    <a:pt x="46" y="4923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65" name="Google Shape;2366;p13"/>
            <p:cNvSpPr/>
            <p:nvPr/>
          </p:nvSpPr>
          <p:spPr>
            <a:xfrm>
              <a:off x="23616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0" y="0"/>
                  </a:moveTo>
                  <a:lnTo>
                    <a:pt x="0" y="49235"/>
                  </a:lnTo>
                  <a:lnTo>
                    <a:pt x="23" y="4923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66" name="Google Shape;2367;p13"/>
            <p:cNvSpPr/>
            <p:nvPr/>
          </p:nvSpPr>
          <p:spPr>
            <a:xfrm>
              <a:off x="0" y="514116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1"/>
                  </a:moveTo>
                  <a:lnTo>
                    <a:pt x="1" y="23"/>
                  </a:lnTo>
                  <a:lnTo>
                    <a:pt x="108352" y="23"/>
                  </a:lnTo>
                  <a:lnTo>
                    <a:pt x="108352" y="1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67" name="Google Shape;2368;p13"/>
            <p:cNvSpPr/>
            <p:nvPr/>
          </p:nvSpPr>
          <p:spPr>
            <a:xfrm>
              <a:off x="0" y="492660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0"/>
                  </a:moveTo>
                  <a:lnTo>
                    <a:pt x="1" y="23"/>
                  </a:lnTo>
                  <a:lnTo>
                    <a:pt x="108352" y="23"/>
                  </a:lnTo>
                  <a:lnTo>
                    <a:pt x="108352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68" name="Google Shape;2369;p13"/>
            <p:cNvSpPr/>
            <p:nvPr/>
          </p:nvSpPr>
          <p:spPr>
            <a:xfrm>
              <a:off x="0" y="471456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1"/>
                  </a:moveTo>
                  <a:lnTo>
                    <a:pt x="1" y="24"/>
                  </a:lnTo>
                  <a:lnTo>
                    <a:pt x="108352" y="24"/>
                  </a:lnTo>
                  <a:lnTo>
                    <a:pt x="108352" y="1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69" name="Google Shape;2370;p13"/>
            <p:cNvSpPr/>
            <p:nvPr/>
          </p:nvSpPr>
          <p:spPr>
            <a:xfrm>
              <a:off x="0" y="450000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1"/>
                  </a:moveTo>
                  <a:lnTo>
                    <a:pt x="1" y="23"/>
                  </a:lnTo>
                  <a:lnTo>
                    <a:pt x="108352" y="23"/>
                  </a:lnTo>
                  <a:lnTo>
                    <a:pt x="108352" y="1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70" name="Google Shape;2371;p13"/>
            <p:cNvSpPr/>
            <p:nvPr/>
          </p:nvSpPr>
          <p:spPr>
            <a:xfrm>
              <a:off x="0" y="428796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3">
                  <a:moveTo>
                    <a:pt x="1" y="0"/>
                  </a:moveTo>
                  <a:lnTo>
                    <a:pt x="1" y="23"/>
                  </a:lnTo>
                  <a:lnTo>
                    <a:pt x="108352" y="23"/>
                  </a:lnTo>
                  <a:lnTo>
                    <a:pt x="108352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71" name="Google Shape;2372;p13"/>
            <p:cNvSpPr/>
            <p:nvPr/>
          </p:nvSpPr>
          <p:spPr>
            <a:xfrm>
              <a:off x="0" y="407340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1"/>
                  </a:moveTo>
                  <a:lnTo>
                    <a:pt x="1" y="24"/>
                  </a:lnTo>
                  <a:lnTo>
                    <a:pt x="108352" y="24"/>
                  </a:lnTo>
                  <a:lnTo>
                    <a:pt x="108352" y="1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72" name="Google Shape;2373;p13"/>
            <p:cNvSpPr/>
            <p:nvPr/>
          </p:nvSpPr>
          <p:spPr>
            <a:xfrm>
              <a:off x="0" y="386136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0"/>
                  </a:moveTo>
                  <a:lnTo>
                    <a:pt x="1" y="23"/>
                  </a:lnTo>
                  <a:lnTo>
                    <a:pt x="108352" y="23"/>
                  </a:lnTo>
                  <a:lnTo>
                    <a:pt x="108352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73" name="Google Shape;2374;p13"/>
            <p:cNvSpPr/>
            <p:nvPr/>
          </p:nvSpPr>
          <p:spPr>
            <a:xfrm>
              <a:off x="0" y="364680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3">
                  <a:moveTo>
                    <a:pt x="1" y="0"/>
                  </a:moveTo>
                  <a:lnTo>
                    <a:pt x="1" y="23"/>
                  </a:lnTo>
                  <a:lnTo>
                    <a:pt x="108352" y="23"/>
                  </a:lnTo>
                  <a:lnTo>
                    <a:pt x="108352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74" name="Google Shape;2375;p13"/>
            <p:cNvSpPr/>
            <p:nvPr/>
          </p:nvSpPr>
          <p:spPr>
            <a:xfrm>
              <a:off x="0" y="343440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1"/>
                  </a:moveTo>
                  <a:lnTo>
                    <a:pt x="1" y="23"/>
                  </a:lnTo>
                  <a:lnTo>
                    <a:pt x="108352" y="23"/>
                  </a:lnTo>
                  <a:lnTo>
                    <a:pt x="108352" y="1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75" name="Google Shape;2376;p13"/>
            <p:cNvSpPr/>
            <p:nvPr/>
          </p:nvSpPr>
          <p:spPr>
            <a:xfrm>
              <a:off x="0" y="322020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0"/>
                  </a:moveTo>
                  <a:lnTo>
                    <a:pt x="1" y="23"/>
                  </a:lnTo>
                  <a:lnTo>
                    <a:pt x="108352" y="23"/>
                  </a:lnTo>
                  <a:lnTo>
                    <a:pt x="108352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76" name="Google Shape;2377;p13"/>
            <p:cNvSpPr/>
            <p:nvPr/>
          </p:nvSpPr>
          <p:spPr>
            <a:xfrm>
              <a:off x="0" y="300780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1"/>
                  </a:moveTo>
                  <a:lnTo>
                    <a:pt x="1" y="24"/>
                  </a:lnTo>
                  <a:lnTo>
                    <a:pt x="108352" y="24"/>
                  </a:lnTo>
                  <a:lnTo>
                    <a:pt x="108352" y="1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77" name="Google Shape;2378;p13"/>
            <p:cNvSpPr/>
            <p:nvPr/>
          </p:nvSpPr>
          <p:spPr>
            <a:xfrm>
              <a:off x="0" y="279324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1"/>
                  </a:moveTo>
                  <a:lnTo>
                    <a:pt x="1" y="23"/>
                  </a:lnTo>
                  <a:lnTo>
                    <a:pt x="108352" y="23"/>
                  </a:lnTo>
                  <a:lnTo>
                    <a:pt x="108352" y="1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78" name="Google Shape;2379;p13"/>
            <p:cNvSpPr/>
            <p:nvPr/>
          </p:nvSpPr>
          <p:spPr>
            <a:xfrm>
              <a:off x="0" y="258120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3">
                  <a:moveTo>
                    <a:pt x="1" y="0"/>
                  </a:moveTo>
                  <a:lnTo>
                    <a:pt x="1" y="23"/>
                  </a:lnTo>
                  <a:lnTo>
                    <a:pt x="108352" y="23"/>
                  </a:lnTo>
                  <a:lnTo>
                    <a:pt x="108352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79" name="Google Shape;2380;p13"/>
            <p:cNvSpPr/>
            <p:nvPr/>
          </p:nvSpPr>
          <p:spPr>
            <a:xfrm>
              <a:off x="0" y="236664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1"/>
                  </a:moveTo>
                  <a:lnTo>
                    <a:pt x="1" y="24"/>
                  </a:lnTo>
                  <a:lnTo>
                    <a:pt x="108352" y="24"/>
                  </a:lnTo>
                  <a:lnTo>
                    <a:pt x="108352" y="1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80" name="Google Shape;2381;p13"/>
            <p:cNvSpPr/>
            <p:nvPr/>
          </p:nvSpPr>
          <p:spPr>
            <a:xfrm>
              <a:off x="0" y="215460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0"/>
                  </a:moveTo>
                  <a:lnTo>
                    <a:pt x="1" y="23"/>
                  </a:lnTo>
                  <a:lnTo>
                    <a:pt x="108352" y="23"/>
                  </a:lnTo>
                  <a:lnTo>
                    <a:pt x="108352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81" name="Google Shape;2382;p13"/>
            <p:cNvSpPr/>
            <p:nvPr/>
          </p:nvSpPr>
          <p:spPr>
            <a:xfrm>
              <a:off x="0" y="1940040"/>
              <a:ext cx="9142560" cy="324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3240"/>
                <a:gd name="textAreaBottom" fmla="*/ 4680 h 3240"/>
              </a:gdLst>
              <a:ahLst/>
              <a:cxnLst/>
              <a:rect l="textAreaLeft" t="textAreaTop" r="textAreaRight" b="textAreaBottom"/>
              <a:pathLst>
                <a:path w="108353" h="46">
                  <a:moveTo>
                    <a:pt x="1" y="0"/>
                  </a:moveTo>
                  <a:lnTo>
                    <a:pt x="1" y="46"/>
                  </a:lnTo>
                  <a:lnTo>
                    <a:pt x="108352" y="46"/>
                  </a:lnTo>
                  <a:lnTo>
                    <a:pt x="108352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160" rIns="90000" bIns="21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82" name="Google Shape;2383;p13"/>
            <p:cNvSpPr/>
            <p:nvPr/>
          </p:nvSpPr>
          <p:spPr>
            <a:xfrm>
              <a:off x="0" y="172800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1"/>
                  </a:moveTo>
                  <a:lnTo>
                    <a:pt x="1" y="24"/>
                  </a:lnTo>
                  <a:lnTo>
                    <a:pt x="108352" y="24"/>
                  </a:lnTo>
                  <a:lnTo>
                    <a:pt x="108352" y="1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83" name="Google Shape;2384;p13"/>
            <p:cNvSpPr/>
            <p:nvPr/>
          </p:nvSpPr>
          <p:spPr>
            <a:xfrm>
              <a:off x="0" y="1513440"/>
              <a:ext cx="9142560" cy="360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3600"/>
                <a:gd name="textAreaBottom" fmla="*/ 5040 h 3600"/>
              </a:gdLst>
              <a:ahLst/>
              <a:cxnLst/>
              <a:rect l="textAreaLeft" t="textAreaTop" r="textAreaRight" b="textAreaBottom"/>
              <a:pathLst>
                <a:path w="108353" h="47">
                  <a:moveTo>
                    <a:pt x="1" y="0"/>
                  </a:moveTo>
                  <a:lnTo>
                    <a:pt x="1" y="46"/>
                  </a:lnTo>
                  <a:lnTo>
                    <a:pt x="108352" y="46"/>
                  </a:lnTo>
                  <a:lnTo>
                    <a:pt x="108352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520" rIns="90000" bIns="25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84" name="Google Shape;2385;p13"/>
            <p:cNvSpPr/>
            <p:nvPr/>
          </p:nvSpPr>
          <p:spPr>
            <a:xfrm>
              <a:off x="0" y="87480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0"/>
                  </a:moveTo>
                  <a:lnTo>
                    <a:pt x="1" y="23"/>
                  </a:lnTo>
                  <a:lnTo>
                    <a:pt x="108352" y="23"/>
                  </a:lnTo>
                  <a:lnTo>
                    <a:pt x="108352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85" name="Google Shape;2386;p13"/>
            <p:cNvSpPr/>
            <p:nvPr/>
          </p:nvSpPr>
          <p:spPr>
            <a:xfrm>
              <a:off x="0" y="233640"/>
              <a:ext cx="9142560" cy="324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3240"/>
                <a:gd name="textAreaBottom" fmla="*/ 4680 h 3240"/>
              </a:gdLst>
              <a:ahLst/>
              <a:cxnLst/>
              <a:rect l="textAreaLeft" t="textAreaTop" r="textAreaRight" b="textAreaBottom"/>
              <a:pathLst>
                <a:path w="108353" h="46">
                  <a:moveTo>
                    <a:pt x="1" y="0"/>
                  </a:moveTo>
                  <a:lnTo>
                    <a:pt x="1" y="46"/>
                  </a:lnTo>
                  <a:lnTo>
                    <a:pt x="108352" y="46"/>
                  </a:lnTo>
                  <a:lnTo>
                    <a:pt x="108352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160" rIns="90000" bIns="21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86" name="Google Shape;2387;p13"/>
            <p:cNvSpPr/>
            <p:nvPr/>
          </p:nvSpPr>
          <p:spPr>
            <a:xfrm>
              <a:off x="0" y="44820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1"/>
                  </a:moveTo>
                  <a:lnTo>
                    <a:pt x="1" y="23"/>
                  </a:lnTo>
                  <a:lnTo>
                    <a:pt x="108352" y="23"/>
                  </a:lnTo>
                  <a:lnTo>
                    <a:pt x="108352" y="1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87" name="Google Shape;2388;p13"/>
            <p:cNvSpPr/>
            <p:nvPr/>
          </p:nvSpPr>
          <p:spPr>
            <a:xfrm>
              <a:off x="0" y="660240"/>
              <a:ext cx="9142560" cy="324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3240"/>
                <a:gd name="textAreaBottom" fmla="*/ 4680 h 3240"/>
              </a:gdLst>
              <a:ahLst/>
              <a:cxnLst/>
              <a:rect l="textAreaLeft" t="textAreaTop" r="textAreaRight" b="textAreaBottom"/>
              <a:pathLst>
                <a:path w="108353" h="46">
                  <a:moveTo>
                    <a:pt x="1" y="0"/>
                  </a:moveTo>
                  <a:lnTo>
                    <a:pt x="1" y="46"/>
                  </a:lnTo>
                  <a:lnTo>
                    <a:pt x="108352" y="46"/>
                  </a:lnTo>
                  <a:lnTo>
                    <a:pt x="108352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160" rIns="90000" bIns="21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88" name="Google Shape;2389;p13"/>
            <p:cNvSpPr/>
            <p:nvPr/>
          </p:nvSpPr>
          <p:spPr>
            <a:xfrm>
              <a:off x="0" y="1086840"/>
              <a:ext cx="9142560" cy="360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3600"/>
                <a:gd name="textAreaBottom" fmla="*/ 5040 h 3600"/>
              </a:gdLst>
              <a:ahLst/>
              <a:cxnLst/>
              <a:rect l="textAreaLeft" t="textAreaTop" r="textAreaRight" b="textAreaBottom"/>
              <a:pathLst>
                <a:path w="108353" h="47">
                  <a:moveTo>
                    <a:pt x="1" y="1"/>
                  </a:moveTo>
                  <a:lnTo>
                    <a:pt x="1" y="46"/>
                  </a:lnTo>
                  <a:lnTo>
                    <a:pt x="108352" y="46"/>
                  </a:lnTo>
                  <a:lnTo>
                    <a:pt x="108352" y="1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520" rIns="90000" bIns="25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89" name="Google Shape;2390;p13"/>
            <p:cNvSpPr/>
            <p:nvPr/>
          </p:nvSpPr>
          <p:spPr>
            <a:xfrm>
              <a:off x="0" y="130140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3">
                  <a:moveTo>
                    <a:pt x="1" y="0"/>
                  </a:moveTo>
                  <a:lnTo>
                    <a:pt x="1" y="23"/>
                  </a:lnTo>
                  <a:lnTo>
                    <a:pt x="108352" y="23"/>
                  </a:lnTo>
                  <a:lnTo>
                    <a:pt x="108352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90" name="Google Shape;2391;p13"/>
            <p:cNvSpPr/>
            <p:nvPr/>
          </p:nvSpPr>
          <p:spPr>
            <a:xfrm>
              <a:off x="0" y="2160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1"/>
                  </a:moveTo>
                  <a:lnTo>
                    <a:pt x="1" y="24"/>
                  </a:lnTo>
                  <a:lnTo>
                    <a:pt x="108352" y="24"/>
                  </a:lnTo>
                  <a:lnTo>
                    <a:pt x="108352" y="1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</p:grpSp>
      <p:grpSp>
        <p:nvGrpSpPr>
          <p:cNvPr id="491" name="Google Shape;2392;p13"/>
          <p:cNvGrpSpPr/>
          <p:nvPr/>
        </p:nvGrpSpPr>
        <p:grpSpPr>
          <a:xfrm>
            <a:off x="-588240" y="-405720"/>
            <a:ext cx="9833400" cy="6878880"/>
            <a:chOff x="-588240" y="-405720"/>
            <a:chExt cx="9833400" cy="6878880"/>
          </a:xfrm>
        </p:grpSpPr>
        <p:sp>
          <p:nvSpPr>
            <p:cNvPr id="492" name="Google Shape;2393;p13"/>
            <p:cNvSpPr/>
            <p:nvPr/>
          </p:nvSpPr>
          <p:spPr>
            <a:xfrm rot="10800000">
              <a:off x="746280" y="-405720"/>
              <a:ext cx="8498880" cy="6878880"/>
            </a:xfrm>
            <a:custGeom>
              <a:avLst/>
              <a:gdLst>
                <a:gd name="textAreaLeft" fmla="*/ 0 w 8498880"/>
                <a:gd name="textAreaRight" fmla="*/ 8500320 w 8498880"/>
                <a:gd name="textAreaTop" fmla="*/ 0 h 6878880"/>
                <a:gd name="textAreaBottom" fmla="*/ 6880320 h 6878880"/>
              </a:gdLst>
              <a:ahLst/>
              <a:cxnLst/>
              <a:rect l="textAreaLeft" t="textAreaTop" r="textAreaRight" b="textAreaBottom"/>
              <a:pathLst>
                <a:path w="62382" h="50491">
                  <a:moveTo>
                    <a:pt x="23853" y="1"/>
                  </a:moveTo>
                  <a:lnTo>
                    <a:pt x="14471" y="16960"/>
                  </a:lnTo>
                  <a:lnTo>
                    <a:pt x="14449" y="16983"/>
                  </a:lnTo>
                  <a:lnTo>
                    <a:pt x="19516" y="30541"/>
                  </a:lnTo>
                  <a:lnTo>
                    <a:pt x="0" y="49943"/>
                  </a:lnTo>
                  <a:lnTo>
                    <a:pt x="21022" y="50490"/>
                  </a:lnTo>
                  <a:lnTo>
                    <a:pt x="32458" y="43529"/>
                  </a:lnTo>
                  <a:lnTo>
                    <a:pt x="45263" y="47318"/>
                  </a:lnTo>
                  <a:lnTo>
                    <a:pt x="45286" y="47318"/>
                  </a:lnTo>
                  <a:lnTo>
                    <a:pt x="62382" y="32573"/>
                  </a:lnTo>
                  <a:lnTo>
                    <a:pt x="62313" y="32481"/>
                  </a:lnTo>
                  <a:lnTo>
                    <a:pt x="45263" y="47204"/>
                  </a:lnTo>
                  <a:lnTo>
                    <a:pt x="32458" y="43415"/>
                  </a:lnTo>
                  <a:lnTo>
                    <a:pt x="32435" y="43392"/>
                  </a:lnTo>
                  <a:lnTo>
                    <a:pt x="21000" y="50376"/>
                  </a:lnTo>
                  <a:lnTo>
                    <a:pt x="274" y="49828"/>
                  </a:lnTo>
                  <a:lnTo>
                    <a:pt x="19630" y="30610"/>
                  </a:lnTo>
                  <a:lnTo>
                    <a:pt x="19653" y="30564"/>
                  </a:lnTo>
                  <a:lnTo>
                    <a:pt x="14586" y="16983"/>
                  </a:lnTo>
                  <a:lnTo>
                    <a:pt x="23944" y="69"/>
                  </a:lnTo>
                  <a:lnTo>
                    <a:pt x="23853" y="1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32156"/>
                  </a:srgbClr>
                </a:gs>
                <a:gs pos="100000">
                  <a:srgbClr val="3EE7F0">
                    <a:alpha val="17254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93" name="Google Shape;2394;p13"/>
            <p:cNvSpPr/>
            <p:nvPr/>
          </p:nvSpPr>
          <p:spPr>
            <a:xfrm rot="10800000">
              <a:off x="2198520" y="39240"/>
              <a:ext cx="3049920" cy="3385800"/>
            </a:xfrm>
            <a:custGeom>
              <a:avLst/>
              <a:gdLst>
                <a:gd name="textAreaLeft" fmla="*/ 0 w 3049920"/>
                <a:gd name="textAreaRight" fmla="*/ 3051360 w 3049920"/>
                <a:gd name="textAreaTop" fmla="*/ 0 h 3385800"/>
                <a:gd name="textAreaBottom" fmla="*/ 3387240 h 3385800"/>
              </a:gdLst>
              <a:ahLst/>
              <a:cxnLst/>
              <a:rect l="textAreaLeft" t="textAreaTop" r="textAreaRight" b="textAreaBottom"/>
              <a:pathLst>
                <a:path w="22393" h="24858">
                  <a:moveTo>
                    <a:pt x="14495" y="1"/>
                  </a:moveTo>
                  <a:lnTo>
                    <a:pt x="15773" y="24538"/>
                  </a:lnTo>
                  <a:lnTo>
                    <a:pt x="15773" y="24538"/>
                  </a:lnTo>
                  <a:lnTo>
                    <a:pt x="1" y="7122"/>
                  </a:lnTo>
                  <a:lnTo>
                    <a:pt x="3059" y="21114"/>
                  </a:lnTo>
                  <a:lnTo>
                    <a:pt x="3173" y="21068"/>
                  </a:lnTo>
                  <a:lnTo>
                    <a:pt x="206" y="7533"/>
                  </a:lnTo>
                  <a:lnTo>
                    <a:pt x="15796" y="24743"/>
                  </a:lnTo>
                  <a:lnTo>
                    <a:pt x="15910" y="24857"/>
                  </a:lnTo>
                  <a:lnTo>
                    <a:pt x="15910" y="24857"/>
                  </a:lnTo>
                  <a:lnTo>
                    <a:pt x="14655" y="685"/>
                  </a:lnTo>
                  <a:lnTo>
                    <a:pt x="14655" y="685"/>
                  </a:lnTo>
                  <a:lnTo>
                    <a:pt x="22301" y="19402"/>
                  </a:lnTo>
                  <a:lnTo>
                    <a:pt x="22392" y="19357"/>
                  </a:lnTo>
                  <a:lnTo>
                    <a:pt x="14495" y="1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32156"/>
                  </a:srgbClr>
                </a:gs>
                <a:gs pos="100000">
                  <a:srgbClr val="3EE7F0">
                    <a:alpha val="17254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94" name="Google Shape;2395;p13"/>
            <p:cNvSpPr/>
            <p:nvPr/>
          </p:nvSpPr>
          <p:spPr>
            <a:xfrm rot="10800000">
              <a:off x="-588240" y="266400"/>
              <a:ext cx="3049920" cy="3385800"/>
            </a:xfrm>
            <a:custGeom>
              <a:avLst/>
              <a:gdLst>
                <a:gd name="textAreaLeft" fmla="*/ 0 w 3049920"/>
                <a:gd name="textAreaRight" fmla="*/ 3051360 w 3049920"/>
                <a:gd name="textAreaTop" fmla="*/ 0 h 3385800"/>
                <a:gd name="textAreaBottom" fmla="*/ 3387240 h 3385800"/>
              </a:gdLst>
              <a:ahLst/>
              <a:cxnLst/>
              <a:rect l="textAreaLeft" t="textAreaTop" r="textAreaRight" b="textAreaBottom"/>
              <a:pathLst>
                <a:path w="22392" h="24858">
                  <a:moveTo>
                    <a:pt x="14494" y="0"/>
                  </a:moveTo>
                  <a:lnTo>
                    <a:pt x="15750" y="24538"/>
                  </a:lnTo>
                  <a:lnTo>
                    <a:pt x="137" y="7282"/>
                  </a:lnTo>
                  <a:lnTo>
                    <a:pt x="0" y="7122"/>
                  </a:lnTo>
                  <a:lnTo>
                    <a:pt x="0" y="7122"/>
                  </a:lnTo>
                  <a:lnTo>
                    <a:pt x="3036" y="21114"/>
                  </a:lnTo>
                  <a:lnTo>
                    <a:pt x="3150" y="21068"/>
                  </a:lnTo>
                  <a:lnTo>
                    <a:pt x="206" y="7533"/>
                  </a:lnTo>
                  <a:lnTo>
                    <a:pt x="15773" y="24743"/>
                  </a:lnTo>
                  <a:lnTo>
                    <a:pt x="15887" y="24857"/>
                  </a:lnTo>
                  <a:lnTo>
                    <a:pt x="14631" y="685"/>
                  </a:lnTo>
                  <a:lnTo>
                    <a:pt x="22278" y="19402"/>
                  </a:lnTo>
                  <a:lnTo>
                    <a:pt x="22392" y="19356"/>
                  </a:lnTo>
                  <a:lnTo>
                    <a:pt x="14494" y="0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32156"/>
                  </a:srgbClr>
                </a:gs>
                <a:gs pos="100000">
                  <a:srgbClr val="3EE7F0">
                    <a:alpha val="17254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95" name="Google Shape;2396;p13"/>
            <p:cNvSpPr/>
            <p:nvPr/>
          </p:nvSpPr>
          <p:spPr>
            <a:xfrm rot="10800000">
              <a:off x="4590360" y="-387000"/>
              <a:ext cx="4421520" cy="4421520"/>
            </a:xfrm>
            <a:custGeom>
              <a:avLst/>
              <a:gdLst>
                <a:gd name="textAreaLeft" fmla="*/ 0 w 4421520"/>
                <a:gd name="textAreaRight" fmla="*/ 4422960 w 4421520"/>
                <a:gd name="textAreaTop" fmla="*/ 0 h 4421520"/>
                <a:gd name="textAreaBottom" fmla="*/ 4422960 h 4421520"/>
              </a:gdLst>
              <a:ahLst/>
              <a:cxnLst/>
              <a:rect l="textAreaLeft" t="textAreaTop" r="textAreaRight" b="textAreaBottom"/>
              <a:pathLst>
                <a:path w="32458" h="32459">
                  <a:moveTo>
                    <a:pt x="32161" y="412"/>
                  </a:moveTo>
                  <a:lnTo>
                    <a:pt x="19242" y="32093"/>
                  </a:lnTo>
                  <a:lnTo>
                    <a:pt x="17941" y="12692"/>
                  </a:lnTo>
                  <a:lnTo>
                    <a:pt x="32161" y="412"/>
                  </a:lnTo>
                  <a:close/>
                  <a:moveTo>
                    <a:pt x="206" y="6301"/>
                  </a:moveTo>
                  <a:lnTo>
                    <a:pt x="17827" y="12715"/>
                  </a:lnTo>
                  <a:lnTo>
                    <a:pt x="19128" y="32230"/>
                  </a:lnTo>
                  <a:lnTo>
                    <a:pt x="6483" y="23990"/>
                  </a:lnTo>
                  <a:lnTo>
                    <a:pt x="206" y="6301"/>
                  </a:lnTo>
                  <a:close/>
                  <a:moveTo>
                    <a:pt x="32458" y="1"/>
                  </a:moveTo>
                  <a:lnTo>
                    <a:pt x="17872" y="12600"/>
                  </a:lnTo>
                  <a:lnTo>
                    <a:pt x="0" y="6095"/>
                  </a:lnTo>
                  <a:lnTo>
                    <a:pt x="6368" y="24059"/>
                  </a:lnTo>
                  <a:lnTo>
                    <a:pt x="6368" y="24082"/>
                  </a:lnTo>
                  <a:lnTo>
                    <a:pt x="19265" y="32458"/>
                  </a:lnTo>
                  <a:lnTo>
                    <a:pt x="19265" y="32367"/>
                  </a:lnTo>
                  <a:lnTo>
                    <a:pt x="32458" y="1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32156"/>
                  </a:srgbClr>
                </a:gs>
                <a:gs pos="100000">
                  <a:srgbClr val="3EE7F0">
                    <a:alpha val="17254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96" name="Google Shape;2397;p13"/>
            <p:cNvSpPr/>
            <p:nvPr/>
          </p:nvSpPr>
          <p:spPr>
            <a:xfrm rot="10800000">
              <a:off x="3231000" y="2421720"/>
              <a:ext cx="2004840" cy="347040"/>
            </a:xfrm>
            <a:custGeom>
              <a:avLst/>
              <a:gdLst>
                <a:gd name="textAreaLeft" fmla="*/ 0 w 2004840"/>
                <a:gd name="textAreaRight" fmla="*/ 2006280 w 2004840"/>
                <a:gd name="textAreaTop" fmla="*/ 0 h 347040"/>
                <a:gd name="textAreaBottom" fmla="*/ 348480 h 347040"/>
              </a:gdLst>
              <a:ahLst/>
              <a:cxnLst/>
              <a:rect l="textAreaLeft" t="textAreaTop" r="textAreaRight" b="textAreaBottom"/>
              <a:pathLst>
                <a:path w="14723" h="2558">
                  <a:moveTo>
                    <a:pt x="14722" y="1"/>
                  </a:moveTo>
                  <a:lnTo>
                    <a:pt x="0" y="2443"/>
                  </a:lnTo>
                  <a:lnTo>
                    <a:pt x="23" y="2557"/>
                  </a:lnTo>
                  <a:lnTo>
                    <a:pt x="14722" y="115"/>
                  </a:lnTo>
                  <a:lnTo>
                    <a:pt x="14722" y="1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32156"/>
                  </a:srgbClr>
                </a:gs>
                <a:gs pos="100000">
                  <a:srgbClr val="3EE7F0">
                    <a:alpha val="17254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grpSp>
        <p:nvGrpSpPr>
          <p:cNvPr id="497" name="Google Shape;2398;p13"/>
          <p:cNvGrpSpPr/>
          <p:nvPr/>
        </p:nvGrpSpPr>
        <p:grpSpPr>
          <a:xfrm>
            <a:off x="189000" y="4741920"/>
            <a:ext cx="1046880" cy="243720"/>
            <a:chOff x="189000" y="4741920"/>
            <a:chExt cx="1046880" cy="243720"/>
          </a:xfrm>
        </p:grpSpPr>
        <p:sp>
          <p:nvSpPr>
            <p:cNvPr id="498" name="Google Shape;2399;p13"/>
            <p:cNvSpPr/>
            <p:nvPr/>
          </p:nvSpPr>
          <p:spPr>
            <a:xfrm>
              <a:off x="189000" y="4741920"/>
              <a:ext cx="212400" cy="243720"/>
            </a:xfrm>
            <a:custGeom>
              <a:avLst/>
              <a:gdLst>
                <a:gd name="textAreaLeft" fmla="*/ 0 w 212400"/>
                <a:gd name="textAreaRight" fmla="*/ 213840 w 212400"/>
                <a:gd name="textAreaTop" fmla="*/ 0 h 243720"/>
                <a:gd name="textAreaBottom" fmla="*/ 245160 h 243720"/>
              </a:gdLst>
              <a:ahLst/>
              <a:cxnLst/>
              <a:rect l="textAreaLeft" t="textAreaTop" r="textAreaRight" b="textAreaBottom"/>
              <a:pathLst>
                <a:path w="2649" h="3037">
                  <a:moveTo>
                    <a:pt x="2649" y="1"/>
                  </a:moveTo>
                  <a:lnTo>
                    <a:pt x="1" y="1530"/>
                  </a:lnTo>
                  <a:lnTo>
                    <a:pt x="2649" y="3036"/>
                  </a:lnTo>
                  <a:lnTo>
                    <a:pt x="2649" y="1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52156"/>
                  </a:srgbClr>
                </a:gs>
                <a:gs pos="100000">
                  <a:srgbClr val="3EE7F0">
                    <a:alpha val="50196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99" name="Google Shape;2400;p13"/>
            <p:cNvSpPr/>
            <p:nvPr/>
          </p:nvSpPr>
          <p:spPr>
            <a:xfrm>
              <a:off x="605160" y="4741920"/>
              <a:ext cx="212400" cy="243720"/>
            </a:xfrm>
            <a:custGeom>
              <a:avLst/>
              <a:gdLst>
                <a:gd name="textAreaLeft" fmla="*/ 0 w 212400"/>
                <a:gd name="textAreaRight" fmla="*/ 213840 w 212400"/>
                <a:gd name="textAreaTop" fmla="*/ 0 h 243720"/>
                <a:gd name="textAreaBottom" fmla="*/ 245160 h 243720"/>
              </a:gdLst>
              <a:ahLst/>
              <a:cxnLst/>
              <a:rect l="textAreaLeft" t="textAreaTop" r="textAreaRight" b="textAreaBottom"/>
              <a:pathLst>
                <a:path w="2649" h="3037">
                  <a:moveTo>
                    <a:pt x="2648" y="1"/>
                  </a:moveTo>
                  <a:lnTo>
                    <a:pt x="0" y="1530"/>
                  </a:lnTo>
                  <a:lnTo>
                    <a:pt x="2648" y="3036"/>
                  </a:lnTo>
                  <a:lnTo>
                    <a:pt x="2648" y="1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52156"/>
                  </a:srgbClr>
                </a:gs>
                <a:gs pos="100000">
                  <a:srgbClr val="3EE7F0">
                    <a:alpha val="50196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00" name="Google Shape;2401;p13"/>
            <p:cNvSpPr/>
            <p:nvPr/>
          </p:nvSpPr>
          <p:spPr>
            <a:xfrm>
              <a:off x="1023480" y="4741920"/>
              <a:ext cx="212400" cy="243720"/>
            </a:xfrm>
            <a:custGeom>
              <a:avLst/>
              <a:gdLst>
                <a:gd name="textAreaLeft" fmla="*/ 0 w 212400"/>
                <a:gd name="textAreaRight" fmla="*/ 213840 w 212400"/>
                <a:gd name="textAreaTop" fmla="*/ 0 h 243720"/>
                <a:gd name="textAreaBottom" fmla="*/ 245160 h 243720"/>
              </a:gdLst>
              <a:ahLst/>
              <a:cxnLst/>
              <a:rect l="textAreaLeft" t="textAreaTop" r="textAreaRight" b="textAreaBottom"/>
              <a:pathLst>
                <a:path w="2649" h="3037">
                  <a:moveTo>
                    <a:pt x="2648" y="1"/>
                  </a:moveTo>
                  <a:lnTo>
                    <a:pt x="1" y="1530"/>
                  </a:lnTo>
                  <a:lnTo>
                    <a:pt x="2648" y="3036"/>
                  </a:lnTo>
                  <a:lnTo>
                    <a:pt x="2648" y="1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52156"/>
                  </a:srgbClr>
                </a:gs>
                <a:gs pos="100000">
                  <a:srgbClr val="3EE7F0">
                    <a:alpha val="50196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grpSp>
        <p:nvGrpSpPr>
          <p:cNvPr id="501" name="Google Shape;2402;p13"/>
          <p:cNvGrpSpPr/>
          <p:nvPr/>
        </p:nvGrpSpPr>
        <p:grpSpPr>
          <a:xfrm>
            <a:off x="-398520" y="-297000"/>
            <a:ext cx="1389600" cy="1389960"/>
            <a:chOff x="-398520" y="-297000"/>
            <a:chExt cx="1389600" cy="1389960"/>
          </a:xfrm>
        </p:grpSpPr>
        <p:sp>
          <p:nvSpPr>
            <p:cNvPr id="502" name="Google Shape;2403;p13"/>
            <p:cNvSpPr/>
            <p:nvPr/>
          </p:nvSpPr>
          <p:spPr>
            <a:xfrm>
              <a:off x="-194760" y="74520"/>
              <a:ext cx="881640" cy="814320"/>
            </a:xfrm>
            <a:custGeom>
              <a:avLst/>
              <a:gdLst>
                <a:gd name="textAreaLeft" fmla="*/ 0 w 881640"/>
                <a:gd name="textAreaRight" fmla="*/ 883080 w 881640"/>
                <a:gd name="textAreaTop" fmla="*/ 0 h 814320"/>
                <a:gd name="textAreaBottom" fmla="*/ 815760 h 814320"/>
              </a:gdLst>
              <a:ahLst/>
              <a:cxnLst/>
              <a:rect l="textAreaLeft" t="textAreaTop" r="textAreaRight" b="textAreaBottom"/>
              <a:pathLst>
                <a:path w="17416" h="16093">
                  <a:moveTo>
                    <a:pt x="0" y="6392"/>
                  </a:moveTo>
                  <a:cubicBezTo>
                    <a:pt x="0" y="4041"/>
                    <a:pt x="845" y="1758"/>
                    <a:pt x="2397" y="1"/>
                  </a:cubicBezTo>
                  <a:lnTo>
                    <a:pt x="3424" y="914"/>
                  </a:lnTo>
                  <a:cubicBezTo>
                    <a:pt x="2100" y="2420"/>
                    <a:pt x="1370" y="4360"/>
                    <a:pt x="1370" y="6392"/>
                  </a:cubicBezTo>
                  <a:cubicBezTo>
                    <a:pt x="1370" y="10980"/>
                    <a:pt x="5113" y="14723"/>
                    <a:pt x="9701" y="14723"/>
                  </a:cubicBezTo>
                  <a:cubicBezTo>
                    <a:pt x="12326" y="14723"/>
                    <a:pt x="14722" y="13513"/>
                    <a:pt x="16320" y="11436"/>
                  </a:cubicBezTo>
                  <a:lnTo>
                    <a:pt x="17416" y="12281"/>
                  </a:lnTo>
                  <a:cubicBezTo>
                    <a:pt x="15567" y="14700"/>
                    <a:pt x="12759" y="16093"/>
                    <a:pt x="9701" y="16093"/>
                  </a:cubicBezTo>
                  <a:cubicBezTo>
                    <a:pt x="4360" y="16093"/>
                    <a:pt x="0" y="11733"/>
                    <a:pt x="0" y="6392"/>
                  </a:cubicBezTo>
                </a:path>
              </a:pathLst>
            </a:custGeom>
            <a:gradFill rotWithShape="0">
              <a:gsLst>
                <a:gs pos="0">
                  <a:srgbClr val="FFFFFF">
                    <a:alpha val="50196"/>
                  </a:srgbClr>
                </a:gs>
                <a:gs pos="100000">
                  <a:srgbClr val="00031B">
                    <a:alpha val="16078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03" name="Google Shape;2404;p13"/>
            <p:cNvSpPr/>
            <p:nvPr/>
          </p:nvSpPr>
          <p:spPr>
            <a:xfrm>
              <a:off x="-81360" y="-93240"/>
              <a:ext cx="868680" cy="807480"/>
            </a:xfrm>
            <a:custGeom>
              <a:avLst/>
              <a:gdLst>
                <a:gd name="textAreaLeft" fmla="*/ 0 w 868680"/>
                <a:gd name="textAreaRight" fmla="*/ 870120 w 868680"/>
                <a:gd name="textAreaTop" fmla="*/ 0 h 807480"/>
                <a:gd name="textAreaBottom" fmla="*/ 808920 h 807480"/>
              </a:gdLst>
              <a:ahLst/>
              <a:cxnLst/>
              <a:rect l="textAreaLeft" t="textAreaTop" r="textAreaRight" b="textAreaBottom"/>
              <a:pathLst>
                <a:path w="17166" h="15955">
                  <a:moveTo>
                    <a:pt x="161" y="3310"/>
                  </a:moveTo>
                  <a:cubicBezTo>
                    <a:pt x="47" y="3447"/>
                    <a:pt x="1" y="3606"/>
                    <a:pt x="1" y="3766"/>
                  </a:cubicBezTo>
                  <a:lnTo>
                    <a:pt x="1" y="3766"/>
                  </a:lnTo>
                  <a:cubicBezTo>
                    <a:pt x="1" y="3949"/>
                    <a:pt x="69" y="4131"/>
                    <a:pt x="229" y="4268"/>
                  </a:cubicBezTo>
                  <a:lnTo>
                    <a:pt x="229" y="4268"/>
                  </a:lnTo>
                  <a:cubicBezTo>
                    <a:pt x="503" y="4519"/>
                    <a:pt x="960" y="4497"/>
                    <a:pt x="1188" y="4223"/>
                  </a:cubicBezTo>
                  <a:lnTo>
                    <a:pt x="1188" y="4223"/>
                  </a:lnTo>
                  <a:cubicBezTo>
                    <a:pt x="2786" y="2397"/>
                    <a:pt x="5068" y="1370"/>
                    <a:pt x="7465" y="1370"/>
                  </a:cubicBezTo>
                  <a:lnTo>
                    <a:pt x="7465" y="1370"/>
                  </a:lnTo>
                  <a:cubicBezTo>
                    <a:pt x="12053" y="1370"/>
                    <a:pt x="15796" y="5113"/>
                    <a:pt x="15796" y="9701"/>
                  </a:cubicBezTo>
                  <a:lnTo>
                    <a:pt x="15796" y="9701"/>
                  </a:lnTo>
                  <a:cubicBezTo>
                    <a:pt x="15796" y="11550"/>
                    <a:pt x="15203" y="13284"/>
                    <a:pt x="14084" y="14745"/>
                  </a:cubicBezTo>
                  <a:lnTo>
                    <a:pt x="14084" y="14745"/>
                  </a:lnTo>
                  <a:cubicBezTo>
                    <a:pt x="13856" y="15065"/>
                    <a:pt x="13902" y="15498"/>
                    <a:pt x="14221" y="15727"/>
                  </a:cubicBezTo>
                  <a:lnTo>
                    <a:pt x="14221" y="15727"/>
                  </a:lnTo>
                  <a:cubicBezTo>
                    <a:pt x="14518" y="15955"/>
                    <a:pt x="14952" y="15886"/>
                    <a:pt x="15180" y="15590"/>
                  </a:cubicBezTo>
                  <a:lnTo>
                    <a:pt x="15180" y="15590"/>
                  </a:lnTo>
                  <a:cubicBezTo>
                    <a:pt x="16481" y="13878"/>
                    <a:pt x="17166" y="11846"/>
                    <a:pt x="17166" y="9701"/>
                  </a:cubicBezTo>
                  <a:lnTo>
                    <a:pt x="17166" y="9701"/>
                  </a:lnTo>
                  <a:cubicBezTo>
                    <a:pt x="17166" y="4337"/>
                    <a:pt x="12806" y="0"/>
                    <a:pt x="7465" y="0"/>
                  </a:cubicBezTo>
                  <a:lnTo>
                    <a:pt x="7465" y="0"/>
                  </a:lnTo>
                  <a:cubicBezTo>
                    <a:pt x="4657" y="0"/>
                    <a:pt x="2010" y="1210"/>
                    <a:pt x="161" y="3310"/>
                  </a:cubicBezTo>
                  <a:close/>
                </a:path>
              </a:pathLst>
            </a:custGeom>
            <a:gradFill rotWithShape="0">
              <a:gsLst>
                <a:gs pos="0">
                  <a:srgbClr val="002AB1"/>
                </a:gs>
                <a:gs pos="100000">
                  <a:srgbClr val="00E0FF"/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04" name="Google Shape;2405;p13"/>
            <p:cNvSpPr/>
            <p:nvPr/>
          </p:nvSpPr>
          <p:spPr>
            <a:xfrm>
              <a:off x="-27000" y="74520"/>
              <a:ext cx="646560" cy="587520"/>
            </a:xfrm>
            <a:custGeom>
              <a:avLst/>
              <a:gdLst>
                <a:gd name="textAreaLeft" fmla="*/ 0 w 646560"/>
                <a:gd name="textAreaRight" fmla="*/ 648000 w 646560"/>
                <a:gd name="textAreaTop" fmla="*/ 0 h 587520"/>
                <a:gd name="textAreaBottom" fmla="*/ 588960 h 587520"/>
              </a:gdLst>
              <a:ahLst/>
              <a:cxnLst/>
              <a:rect l="textAreaLeft" t="textAreaTop" r="textAreaRight" b="textAreaBottom"/>
              <a:pathLst>
                <a:path w="12783" h="11619">
                  <a:moveTo>
                    <a:pt x="1" y="6392"/>
                  </a:moveTo>
                  <a:cubicBezTo>
                    <a:pt x="1" y="2854"/>
                    <a:pt x="2877" y="1"/>
                    <a:pt x="6392" y="1"/>
                  </a:cubicBezTo>
                  <a:cubicBezTo>
                    <a:pt x="9907" y="1"/>
                    <a:pt x="12783" y="2854"/>
                    <a:pt x="12783" y="6392"/>
                  </a:cubicBezTo>
                  <a:cubicBezTo>
                    <a:pt x="12783" y="8378"/>
                    <a:pt x="11870" y="10226"/>
                    <a:pt x="10295" y="11459"/>
                  </a:cubicBezTo>
                  <a:lnTo>
                    <a:pt x="9450" y="10363"/>
                  </a:lnTo>
                  <a:cubicBezTo>
                    <a:pt x="10706" y="9405"/>
                    <a:pt x="11413" y="7967"/>
                    <a:pt x="11413" y="6392"/>
                  </a:cubicBezTo>
                  <a:cubicBezTo>
                    <a:pt x="11413" y="3630"/>
                    <a:pt x="9154" y="1370"/>
                    <a:pt x="6392" y="1370"/>
                  </a:cubicBezTo>
                  <a:cubicBezTo>
                    <a:pt x="3630" y="1370"/>
                    <a:pt x="1370" y="3630"/>
                    <a:pt x="1370" y="6392"/>
                  </a:cubicBezTo>
                  <a:cubicBezTo>
                    <a:pt x="1370" y="8012"/>
                    <a:pt x="2169" y="9542"/>
                    <a:pt x="3516" y="10500"/>
                  </a:cubicBezTo>
                  <a:lnTo>
                    <a:pt x="2717" y="11619"/>
                  </a:lnTo>
                  <a:cubicBezTo>
                    <a:pt x="1005" y="10432"/>
                    <a:pt x="1" y="8469"/>
                    <a:pt x="1" y="6392"/>
                  </a:cubicBezTo>
                </a:path>
              </a:pathLst>
            </a:custGeom>
            <a:gradFill rotWithShape="0">
              <a:gsLst>
                <a:gs pos="0">
                  <a:srgbClr val="FFFFFF">
                    <a:alpha val="50196"/>
                  </a:srgbClr>
                </a:gs>
                <a:gs pos="100000">
                  <a:srgbClr val="00031B">
                    <a:alpha val="16078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05" name="Google Shape;2406;p13"/>
            <p:cNvSpPr/>
            <p:nvPr/>
          </p:nvSpPr>
          <p:spPr>
            <a:xfrm>
              <a:off x="95400" y="592920"/>
              <a:ext cx="416520" cy="128160"/>
            </a:xfrm>
            <a:custGeom>
              <a:avLst/>
              <a:gdLst>
                <a:gd name="textAreaLeft" fmla="*/ 0 w 416520"/>
                <a:gd name="textAreaRight" fmla="*/ 417960 w 416520"/>
                <a:gd name="textAreaTop" fmla="*/ 0 h 128160"/>
                <a:gd name="textAreaBottom" fmla="*/ 129600 h 128160"/>
              </a:gdLst>
              <a:ahLst/>
              <a:cxnLst/>
              <a:rect l="textAreaLeft" t="textAreaTop" r="textAreaRight" b="textAreaBottom"/>
              <a:pathLst>
                <a:path w="8241" h="2557">
                  <a:moveTo>
                    <a:pt x="7030" y="137"/>
                  </a:moveTo>
                  <a:cubicBezTo>
                    <a:pt x="6140" y="822"/>
                    <a:pt x="5090" y="1187"/>
                    <a:pt x="3972" y="1187"/>
                  </a:cubicBezTo>
                  <a:lnTo>
                    <a:pt x="3972" y="1187"/>
                  </a:lnTo>
                  <a:cubicBezTo>
                    <a:pt x="2922" y="1187"/>
                    <a:pt x="1940" y="868"/>
                    <a:pt x="1096" y="274"/>
                  </a:cubicBezTo>
                  <a:lnTo>
                    <a:pt x="1096" y="274"/>
                  </a:lnTo>
                  <a:cubicBezTo>
                    <a:pt x="776" y="46"/>
                    <a:pt x="343" y="115"/>
                    <a:pt x="137" y="434"/>
                  </a:cubicBezTo>
                  <a:lnTo>
                    <a:pt x="137" y="434"/>
                  </a:lnTo>
                  <a:cubicBezTo>
                    <a:pt x="46" y="548"/>
                    <a:pt x="0" y="685"/>
                    <a:pt x="0" y="822"/>
                  </a:cubicBezTo>
                  <a:lnTo>
                    <a:pt x="0" y="822"/>
                  </a:lnTo>
                  <a:cubicBezTo>
                    <a:pt x="0" y="1050"/>
                    <a:pt x="92" y="1256"/>
                    <a:pt x="297" y="1393"/>
                  </a:cubicBezTo>
                  <a:lnTo>
                    <a:pt x="297" y="1393"/>
                  </a:lnTo>
                  <a:cubicBezTo>
                    <a:pt x="1370" y="2146"/>
                    <a:pt x="2648" y="2557"/>
                    <a:pt x="3972" y="2557"/>
                  </a:cubicBezTo>
                  <a:lnTo>
                    <a:pt x="3972" y="2557"/>
                  </a:lnTo>
                  <a:cubicBezTo>
                    <a:pt x="5387" y="2557"/>
                    <a:pt x="6757" y="2100"/>
                    <a:pt x="7875" y="1233"/>
                  </a:cubicBezTo>
                  <a:lnTo>
                    <a:pt x="7875" y="1233"/>
                  </a:lnTo>
                  <a:cubicBezTo>
                    <a:pt x="8172" y="1005"/>
                    <a:pt x="8240" y="571"/>
                    <a:pt x="7989" y="274"/>
                  </a:cubicBezTo>
                  <a:lnTo>
                    <a:pt x="7989" y="274"/>
                  </a:lnTo>
                  <a:cubicBezTo>
                    <a:pt x="7852" y="92"/>
                    <a:pt x="7647" y="0"/>
                    <a:pt x="7441" y="0"/>
                  </a:cubicBezTo>
                  <a:lnTo>
                    <a:pt x="7441" y="0"/>
                  </a:lnTo>
                  <a:cubicBezTo>
                    <a:pt x="7304" y="0"/>
                    <a:pt x="7167" y="46"/>
                    <a:pt x="7030" y="137"/>
                  </a:cubicBezTo>
                </a:path>
              </a:pathLst>
            </a:custGeom>
            <a:gradFill rotWithShape="0">
              <a:gsLst>
                <a:gs pos="0">
                  <a:srgbClr val="002AB1"/>
                </a:gs>
                <a:gs pos="100000">
                  <a:srgbClr val="00E0FF"/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64800" rIns="90000" bIns="648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06" name="Google Shape;2407;p13"/>
            <p:cNvSpPr/>
            <p:nvPr/>
          </p:nvSpPr>
          <p:spPr>
            <a:xfrm>
              <a:off x="-398520" y="-297000"/>
              <a:ext cx="1117440" cy="1278360"/>
            </a:xfrm>
            <a:custGeom>
              <a:avLst/>
              <a:gdLst>
                <a:gd name="textAreaLeft" fmla="*/ 0 w 1117440"/>
                <a:gd name="textAreaRight" fmla="*/ 1118880 w 1117440"/>
                <a:gd name="textAreaTop" fmla="*/ 0 h 1278360"/>
                <a:gd name="textAreaBottom" fmla="*/ 1279800 h 1278360"/>
              </a:gdLst>
              <a:ahLst/>
              <a:cxnLst/>
              <a:rect l="textAreaLeft" t="textAreaTop" r="textAreaRight" b="textAreaBottom"/>
              <a:pathLst>
                <a:path w="22073" h="25246">
                  <a:moveTo>
                    <a:pt x="1" y="13719"/>
                  </a:moveTo>
                  <a:cubicBezTo>
                    <a:pt x="1" y="6141"/>
                    <a:pt x="6141" y="1"/>
                    <a:pt x="13719" y="1"/>
                  </a:cubicBezTo>
                  <a:cubicBezTo>
                    <a:pt x="16755" y="1"/>
                    <a:pt x="19653" y="959"/>
                    <a:pt x="22073" y="2808"/>
                  </a:cubicBezTo>
                  <a:lnTo>
                    <a:pt x="21228" y="3904"/>
                  </a:lnTo>
                  <a:cubicBezTo>
                    <a:pt x="19060" y="2238"/>
                    <a:pt x="16458" y="1370"/>
                    <a:pt x="13719" y="1370"/>
                  </a:cubicBezTo>
                  <a:cubicBezTo>
                    <a:pt x="6917" y="1370"/>
                    <a:pt x="1370" y="6917"/>
                    <a:pt x="1370" y="13719"/>
                  </a:cubicBezTo>
                  <a:cubicBezTo>
                    <a:pt x="1370" y="17919"/>
                    <a:pt x="3493" y="21799"/>
                    <a:pt x="7008" y="24081"/>
                  </a:cubicBezTo>
                  <a:lnTo>
                    <a:pt x="6278" y="25246"/>
                  </a:lnTo>
                  <a:cubicBezTo>
                    <a:pt x="2329" y="22712"/>
                    <a:pt x="1" y="18398"/>
                    <a:pt x="1" y="13719"/>
                  </a:cubicBezTo>
                </a:path>
              </a:pathLst>
            </a:custGeom>
            <a:gradFill rotWithShape="0">
              <a:gsLst>
                <a:gs pos="0">
                  <a:srgbClr val="FFFFFF">
                    <a:alpha val="50196"/>
                  </a:srgbClr>
                </a:gs>
                <a:gs pos="100000">
                  <a:srgbClr val="00031B">
                    <a:alpha val="16078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07" name="Google Shape;2408;p13"/>
            <p:cNvSpPr/>
            <p:nvPr/>
          </p:nvSpPr>
          <p:spPr>
            <a:xfrm>
              <a:off x="-96480" y="-161280"/>
              <a:ext cx="1087560" cy="1254240"/>
            </a:xfrm>
            <a:custGeom>
              <a:avLst/>
              <a:gdLst>
                <a:gd name="textAreaLeft" fmla="*/ 0 w 1087560"/>
                <a:gd name="textAreaRight" fmla="*/ 1089000 w 1087560"/>
                <a:gd name="textAreaTop" fmla="*/ 0 h 1254240"/>
                <a:gd name="textAreaBottom" fmla="*/ 1255680 h 1254240"/>
              </a:gdLst>
              <a:ahLst/>
              <a:cxnLst/>
              <a:rect l="textAreaLeft" t="textAreaTop" r="textAreaRight" b="textAreaBottom"/>
              <a:pathLst>
                <a:path w="21479" h="24766">
                  <a:moveTo>
                    <a:pt x="15133" y="274"/>
                  </a:moveTo>
                  <a:cubicBezTo>
                    <a:pt x="14905" y="571"/>
                    <a:pt x="14974" y="1005"/>
                    <a:pt x="15270" y="1233"/>
                  </a:cubicBezTo>
                  <a:lnTo>
                    <a:pt x="15270" y="1233"/>
                  </a:lnTo>
                  <a:cubicBezTo>
                    <a:pt x="18352" y="3607"/>
                    <a:pt x="20109" y="7167"/>
                    <a:pt x="20109" y="11048"/>
                  </a:cubicBezTo>
                  <a:lnTo>
                    <a:pt x="20109" y="11048"/>
                  </a:lnTo>
                  <a:cubicBezTo>
                    <a:pt x="20109" y="17850"/>
                    <a:pt x="14563" y="23396"/>
                    <a:pt x="7761" y="23396"/>
                  </a:cubicBezTo>
                  <a:lnTo>
                    <a:pt x="7761" y="23396"/>
                  </a:lnTo>
                  <a:cubicBezTo>
                    <a:pt x="5364" y="23396"/>
                    <a:pt x="3059" y="22711"/>
                    <a:pt x="1050" y="21410"/>
                  </a:cubicBezTo>
                  <a:lnTo>
                    <a:pt x="1050" y="21410"/>
                  </a:lnTo>
                  <a:cubicBezTo>
                    <a:pt x="731" y="21205"/>
                    <a:pt x="320" y="21296"/>
                    <a:pt x="114" y="21616"/>
                  </a:cubicBezTo>
                  <a:lnTo>
                    <a:pt x="114" y="21616"/>
                  </a:lnTo>
                  <a:cubicBezTo>
                    <a:pt x="23" y="21730"/>
                    <a:pt x="0" y="21867"/>
                    <a:pt x="0" y="22004"/>
                  </a:cubicBezTo>
                  <a:lnTo>
                    <a:pt x="0" y="22004"/>
                  </a:lnTo>
                  <a:cubicBezTo>
                    <a:pt x="0" y="22232"/>
                    <a:pt x="114" y="22438"/>
                    <a:pt x="320" y="22575"/>
                  </a:cubicBezTo>
                  <a:lnTo>
                    <a:pt x="320" y="22575"/>
                  </a:lnTo>
                  <a:cubicBezTo>
                    <a:pt x="2534" y="24013"/>
                    <a:pt x="5113" y="24766"/>
                    <a:pt x="7761" y="24766"/>
                  </a:cubicBezTo>
                  <a:lnTo>
                    <a:pt x="7761" y="24766"/>
                  </a:lnTo>
                  <a:cubicBezTo>
                    <a:pt x="15339" y="24766"/>
                    <a:pt x="21479" y="18603"/>
                    <a:pt x="21479" y="11048"/>
                  </a:cubicBezTo>
                  <a:lnTo>
                    <a:pt x="21479" y="11048"/>
                  </a:lnTo>
                  <a:cubicBezTo>
                    <a:pt x="21479" y="6734"/>
                    <a:pt x="19516" y="2762"/>
                    <a:pt x="16115" y="137"/>
                  </a:cubicBezTo>
                  <a:lnTo>
                    <a:pt x="16115" y="137"/>
                  </a:lnTo>
                  <a:cubicBezTo>
                    <a:pt x="15978" y="46"/>
                    <a:pt x="15841" y="0"/>
                    <a:pt x="15681" y="0"/>
                  </a:cubicBezTo>
                  <a:lnTo>
                    <a:pt x="15681" y="0"/>
                  </a:lnTo>
                  <a:cubicBezTo>
                    <a:pt x="15476" y="0"/>
                    <a:pt x="15270" y="92"/>
                    <a:pt x="15133" y="27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2AB1"/>
                </a:gs>
                <a:gs pos="100000">
                  <a:srgbClr val="00E0FF"/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grpSp>
        <p:nvGrpSpPr>
          <p:cNvPr id="508" name="Google Shape;2409;p13"/>
          <p:cNvGrpSpPr/>
          <p:nvPr/>
        </p:nvGrpSpPr>
        <p:grpSpPr>
          <a:xfrm>
            <a:off x="7168320" y="3005640"/>
            <a:ext cx="3458160" cy="3195360"/>
            <a:chOff x="7168320" y="3005640"/>
            <a:chExt cx="3458160" cy="3195360"/>
          </a:xfrm>
        </p:grpSpPr>
        <p:sp>
          <p:nvSpPr>
            <p:cNvPr id="509" name="Google Shape;2410;p13"/>
            <p:cNvSpPr/>
            <p:nvPr/>
          </p:nvSpPr>
          <p:spPr>
            <a:xfrm>
              <a:off x="8136000" y="3005640"/>
              <a:ext cx="2490480" cy="2594520"/>
            </a:xfrm>
            <a:custGeom>
              <a:avLst/>
              <a:gdLst>
                <a:gd name="textAreaLeft" fmla="*/ 0 w 2490480"/>
                <a:gd name="textAreaRight" fmla="*/ 2491920 w 2490480"/>
                <a:gd name="textAreaTop" fmla="*/ 0 h 2594520"/>
                <a:gd name="textAreaBottom" fmla="*/ 2595960 h 2594520"/>
              </a:gdLst>
              <a:ahLst/>
              <a:cxnLst/>
              <a:rect l="textAreaLeft" t="textAreaTop" r="textAreaRight" b="textAreaBottom"/>
              <a:pathLst>
                <a:path w="41566" h="43301">
                  <a:moveTo>
                    <a:pt x="1" y="41497"/>
                  </a:moveTo>
                  <a:lnTo>
                    <a:pt x="252" y="43300"/>
                  </a:lnTo>
                  <a:lnTo>
                    <a:pt x="41566" y="1804"/>
                  </a:lnTo>
                  <a:lnTo>
                    <a:pt x="41315" y="1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71372"/>
                  </a:srgbClr>
                </a:gs>
                <a:gs pos="100000">
                  <a:srgbClr val="00E0FF">
                    <a:alpha val="69019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10" name="Google Shape;2411;p13"/>
            <p:cNvSpPr/>
            <p:nvPr/>
          </p:nvSpPr>
          <p:spPr>
            <a:xfrm>
              <a:off x="7550280" y="4036320"/>
              <a:ext cx="1877400" cy="1956600"/>
            </a:xfrm>
            <a:custGeom>
              <a:avLst/>
              <a:gdLst>
                <a:gd name="textAreaLeft" fmla="*/ 0 w 1877400"/>
                <a:gd name="textAreaRight" fmla="*/ 1878840 w 1877400"/>
                <a:gd name="textAreaTop" fmla="*/ 0 h 1956600"/>
                <a:gd name="textAreaBottom" fmla="*/ 1958040 h 1956600"/>
              </a:gdLst>
              <a:ahLst/>
              <a:cxnLst/>
              <a:rect l="textAreaLeft" t="textAreaTop" r="textAreaRight" b="textAreaBottom"/>
              <a:pathLst>
                <a:path w="31340" h="32663">
                  <a:moveTo>
                    <a:pt x="31157" y="0"/>
                  </a:moveTo>
                  <a:lnTo>
                    <a:pt x="1" y="31293"/>
                  </a:lnTo>
                  <a:lnTo>
                    <a:pt x="183" y="32663"/>
                  </a:lnTo>
                  <a:lnTo>
                    <a:pt x="31340" y="1370"/>
                  </a:lnTo>
                  <a:lnTo>
                    <a:pt x="31157" y="0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71372"/>
                  </a:srgbClr>
                </a:gs>
                <a:gs pos="100000">
                  <a:srgbClr val="00E0FF">
                    <a:alpha val="69019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11" name="Google Shape;2412;p13"/>
            <p:cNvSpPr/>
            <p:nvPr/>
          </p:nvSpPr>
          <p:spPr>
            <a:xfrm>
              <a:off x="8629920" y="3466800"/>
              <a:ext cx="1877400" cy="1955520"/>
            </a:xfrm>
            <a:custGeom>
              <a:avLst/>
              <a:gdLst>
                <a:gd name="textAreaLeft" fmla="*/ 0 w 1877400"/>
                <a:gd name="textAreaRight" fmla="*/ 1878840 w 1877400"/>
                <a:gd name="textAreaTop" fmla="*/ 0 h 1955520"/>
                <a:gd name="textAreaBottom" fmla="*/ 1956960 h 1955520"/>
              </a:gdLst>
              <a:ahLst/>
              <a:cxnLst/>
              <a:rect l="textAreaLeft" t="textAreaTop" r="textAreaRight" b="textAreaBottom"/>
              <a:pathLst>
                <a:path w="31340" h="32641">
                  <a:moveTo>
                    <a:pt x="31157" y="1"/>
                  </a:moveTo>
                  <a:lnTo>
                    <a:pt x="1" y="31294"/>
                  </a:lnTo>
                  <a:lnTo>
                    <a:pt x="183" y="32641"/>
                  </a:lnTo>
                  <a:lnTo>
                    <a:pt x="31340" y="1370"/>
                  </a:lnTo>
                  <a:lnTo>
                    <a:pt x="31157" y="1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71372"/>
                  </a:srgbClr>
                </a:gs>
                <a:gs pos="100000">
                  <a:srgbClr val="00E0FF">
                    <a:alpha val="69019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12" name="Google Shape;2413;p13"/>
            <p:cNvSpPr/>
            <p:nvPr/>
          </p:nvSpPr>
          <p:spPr>
            <a:xfrm>
              <a:off x="8083800" y="3852720"/>
              <a:ext cx="1877400" cy="1955520"/>
            </a:xfrm>
            <a:custGeom>
              <a:avLst/>
              <a:gdLst>
                <a:gd name="textAreaLeft" fmla="*/ 0 w 1877400"/>
                <a:gd name="textAreaRight" fmla="*/ 1878840 w 1877400"/>
                <a:gd name="textAreaTop" fmla="*/ 0 h 1955520"/>
                <a:gd name="textAreaBottom" fmla="*/ 1956960 h 1955520"/>
              </a:gdLst>
              <a:ahLst/>
              <a:cxnLst/>
              <a:rect l="textAreaLeft" t="textAreaTop" r="textAreaRight" b="textAreaBottom"/>
              <a:pathLst>
                <a:path w="31340" h="32641">
                  <a:moveTo>
                    <a:pt x="31157" y="0"/>
                  </a:moveTo>
                  <a:lnTo>
                    <a:pt x="0" y="31294"/>
                  </a:lnTo>
                  <a:lnTo>
                    <a:pt x="183" y="32641"/>
                  </a:lnTo>
                  <a:lnTo>
                    <a:pt x="31340" y="1347"/>
                  </a:lnTo>
                  <a:lnTo>
                    <a:pt x="31157" y="0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71372"/>
                  </a:srgbClr>
                </a:gs>
                <a:gs pos="100000">
                  <a:srgbClr val="00E0FF">
                    <a:alpha val="69019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13" name="Google Shape;2414;p13"/>
            <p:cNvSpPr/>
            <p:nvPr/>
          </p:nvSpPr>
          <p:spPr>
            <a:xfrm>
              <a:off x="7168320" y="3607920"/>
              <a:ext cx="2489040" cy="2593080"/>
            </a:xfrm>
            <a:custGeom>
              <a:avLst/>
              <a:gdLst>
                <a:gd name="textAreaLeft" fmla="*/ 0 w 2489040"/>
                <a:gd name="textAreaRight" fmla="*/ 2490480 w 2489040"/>
                <a:gd name="textAreaTop" fmla="*/ 0 h 2593080"/>
                <a:gd name="textAreaBottom" fmla="*/ 2594520 h 2593080"/>
              </a:gdLst>
              <a:ahLst/>
              <a:cxnLst/>
              <a:rect l="textAreaLeft" t="textAreaTop" r="textAreaRight" b="textAreaBottom"/>
              <a:pathLst>
                <a:path w="41543" h="43278">
                  <a:moveTo>
                    <a:pt x="41314" y="1"/>
                  </a:moveTo>
                  <a:lnTo>
                    <a:pt x="0" y="41474"/>
                  </a:lnTo>
                  <a:lnTo>
                    <a:pt x="229" y="43277"/>
                  </a:lnTo>
                  <a:lnTo>
                    <a:pt x="41542" y="1804"/>
                  </a:lnTo>
                  <a:lnTo>
                    <a:pt x="41314" y="1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71372"/>
                  </a:srgbClr>
                </a:gs>
                <a:gs pos="100000">
                  <a:srgbClr val="00E0FF">
                    <a:alpha val="69019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14" name="Google Shape;2415;p13"/>
            <p:cNvSpPr/>
            <p:nvPr/>
          </p:nvSpPr>
          <p:spPr>
            <a:xfrm>
              <a:off x="8820000" y="3491640"/>
              <a:ext cx="1284840" cy="1379160"/>
            </a:xfrm>
            <a:custGeom>
              <a:avLst/>
              <a:gdLst>
                <a:gd name="textAreaLeft" fmla="*/ 0 w 1284840"/>
                <a:gd name="textAreaRight" fmla="*/ 1286280 w 1284840"/>
                <a:gd name="textAreaTop" fmla="*/ 0 h 1379160"/>
                <a:gd name="textAreaBottom" fmla="*/ 1380600 h 1379160"/>
              </a:gdLst>
              <a:ahLst/>
              <a:cxnLst/>
              <a:rect l="textAreaLeft" t="textAreaTop" r="textAreaRight" b="textAreaBottom"/>
              <a:pathLst>
                <a:path w="21457" h="23032">
                  <a:moveTo>
                    <a:pt x="21411" y="1"/>
                  </a:moveTo>
                  <a:lnTo>
                    <a:pt x="0" y="21434"/>
                  </a:lnTo>
                  <a:lnTo>
                    <a:pt x="23" y="23031"/>
                  </a:lnTo>
                  <a:lnTo>
                    <a:pt x="21456" y="1598"/>
                  </a:lnTo>
                  <a:lnTo>
                    <a:pt x="21411" y="1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71372"/>
                  </a:srgbClr>
                </a:gs>
                <a:gs pos="100000">
                  <a:srgbClr val="00E0FF">
                    <a:alpha val="69019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5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GB" sz="4400" b="0" strike="noStrike" spc="-1">
                <a:solidFill>
                  <a:srgbClr val="FFFFFF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51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3200" b="0" strike="noStrike" spc="-1">
                <a:solidFill>
                  <a:srgbClr val="FFFFFF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GB" sz="2800" b="0" strike="noStrike" spc="-1">
                <a:solidFill>
                  <a:srgbClr val="FFFFFF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2400" b="0" strike="noStrike" spc="-1">
                <a:solidFill>
                  <a:srgbClr val="FFFFFF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GB" sz="2000" b="0" strike="noStrike" spc="-1">
                <a:solidFill>
                  <a:srgbClr val="FFFFFF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solidFill>
                  <a:srgbClr val="FFFFFF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solidFill>
                  <a:srgbClr val="FFFFFF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solidFill>
                  <a:srgbClr val="FFFFFF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2AB1"/>
            </a:gs>
            <a:gs pos="100000">
              <a:srgbClr val="00031B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1" name="Google Shape;2436;p14"/>
          <p:cNvGrpSpPr/>
          <p:nvPr/>
        </p:nvGrpSpPr>
        <p:grpSpPr>
          <a:xfrm>
            <a:off x="0" y="0"/>
            <a:ext cx="9142560" cy="5142240"/>
            <a:chOff x="0" y="0"/>
            <a:chExt cx="9142560" cy="5142240"/>
          </a:xfrm>
        </p:grpSpPr>
        <p:sp>
          <p:nvSpPr>
            <p:cNvPr id="982" name="Google Shape;2437;p14"/>
            <p:cNvSpPr/>
            <p:nvPr/>
          </p:nvSpPr>
          <p:spPr>
            <a:xfrm>
              <a:off x="9104760" y="0"/>
              <a:ext cx="3240" cy="5139720"/>
            </a:xfrm>
            <a:custGeom>
              <a:avLst/>
              <a:gdLst>
                <a:gd name="textAreaLeft" fmla="*/ 0 w 3240"/>
                <a:gd name="textAreaRight" fmla="*/ 4680 w 324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46" h="49235">
                  <a:moveTo>
                    <a:pt x="0" y="0"/>
                  </a:moveTo>
                  <a:lnTo>
                    <a:pt x="0" y="49235"/>
                  </a:lnTo>
                  <a:lnTo>
                    <a:pt x="46" y="4923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983" name="Google Shape;2438;p14"/>
            <p:cNvSpPr/>
            <p:nvPr/>
          </p:nvSpPr>
          <p:spPr>
            <a:xfrm>
              <a:off x="8775720" y="0"/>
              <a:ext cx="3240" cy="5139720"/>
            </a:xfrm>
            <a:custGeom>
              <a:avLst/>
              <a:gdLst>
                <a:gd name="textAreaLeft" fmla="*/ 0 w 3240"/>
                <a:gd name="textAreaRight" fmla="*/ 4680 w 324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46" h="49235">
                  <a:moveTo>
                    <a:pt x="0" y="0"/>
                  </a:moveTo>
                  <a:lnTo>
                    <a:pt x="0" y="49235"/>
                  </a:lnTo>
                  <a:lnTo>
                    <a:pt x="46" y="4923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984" name="Google Shape;2439;p14"/>
            <p:cNvSpPr/>
            <p:nvPr/>
          </p:nvSpPr>
          <p:spPr>
            <a:xfrm>
              <a:off x="844920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0" y="0"/>
                  </a:moveTo>
                  <a:lnTo>
                    <a:pt x="0" y="49235"/>
                  </a:lnTo>
                  <a:lnTo>
                    <a:pt x="23" y="4923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985" name="Google Shape;2440;p14"/>
            <p:cNvSpPr/>
            <p:nvPr/>
          </p:nvSpPr>
          <p:spPr>
            <a:xfrm>
              <a:off x="812052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0" y="0"/>
                  </a:moveTo>
                  <a:lnTo>
                    <a:pt x="0" y="49235"/>
                  </a:lnTo>
                  <a:lnTo>
                    <a:pt x="23" y="4923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986" name="Google Shape;2441;p14"/>
            <p:cNvSpPr/>
            <p:nvPr/>
          </p:nvSpPr>
          <p:spPr>
            <a:xfrm>
              <a:off x="779148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0" y="0"/>
                  </a:moveTo>
                  <a:lnTo>
                    <a:pt x="0" y="49235"/>
                  </a:lnTo>
                  <a:lnTo>
                    <a:pt x="23" y="4923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987" name="Google Shape;2442;p14"/>
            <p:cNvSpPr/>
            <p:nvPr/>
          </p:nvSpPr>
          <p:spPr>
            <a:xfrm>
              <a:off x="746244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1" y="0"/>
                  </a:moveTo>
                  <a:lnTo>
                    <a:pt x="1" y="49235"/>
                  </a:lnTo>
                  <a:lnTo>
                    <a:pt x="23" y="4923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988" name="Google Shape;2443;p14"/>
            <p:cNvSpPr/>
            <p:nvPr/>
          </p:nvSpPr>
          <p:spPr>
            <a:xfrm>
              <a:off x="7133760" y="0"/>
              <a:ext cx="3600" cy="5139720"/>
            </a:xfrm>
            <a:custGeom>
              <a:avLst/>
              <a:gdLst>
                <a:gd name="textAreaLeft" fmla="*/ 0 w 3600"/>
                <a:gd name="textAreaRight" fmla="*/ 5040 w 360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47" h="49235">
                  <a:moveTo>
                    <a:pt x="1" y="0"/>
                  </a:moveTo>
                  <a:lnTo>
                    <a:pt x="1" y="49235"/>
                  </a:lnTo>
                  <a:lnTo>
                    <a:pt x="46" y="4923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989" name="Google Shape;2444;p14"/>
            <p:cNvSpPr/>
            <p:nvPr/>
          </p:nvSpPr>
          <p:spPr>
            <a:xfrm>
              <a:off x="6804720" y="0"/>
              <a:ext cx="3600" cy="5139720"/>
            </a:xfrm>
            <a:custGeom>
              <a:avLst/>
              <a:gdLst>
                <a:gd name="textAreaLeft" fmla="*/ 0 w 3600"/>
                <a:gd name="textAreaRight" fmla="*/ 5040 w 360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47" h="49235">
                  <a:moveTo>
                    <a:pt x="1" y="0"/>
                  </a:moveTo>
                  <a:lnTo>
                    <a:pt x="1" y="49235"/>
                  </a:lnTo>
                  <a:lnTo>
                    <a:pt x="46" y="4923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990" name="Google Shape;2445;p14"/>
            <p:cNvSpPr/>
            <p:nvPr/>
          </p:nvSpPr>
          <p:spPr>
            <a:xfrm>
              <a:off x="647820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1" y="0"/>
                  </a:moveTo>
                  <a:lnTo>
                    <a:pt x="1" y="49235"/>
                  </a:lnTo>
                  <a:lnTo>
                    <a:pt x="24" y="49235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991" name="Google Shape;2446;p14"/>
            <p:cNvSpPr/>
            <p:nvPr/>
          </p:nvSpPr>
          <p:spPr>
            <a:xfrm>
              <a:off x="614916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1" y="0"/>
                  </a:moveTo>
                  <a:lnTo>
                    <a:pt x="1" y="49235"/>
                  </a:lnTo>
                  <a:lnTo>
                    <a:pt x="24" y="49235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992" name="Google Shape;2447;p14"/>
            <p:cNvSpPr/>
            <p:nvPr/>
          </p:nvSpPr>
          <p:spPr>
            <a:xfrm>
              <a:off x="582048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1" y="0"/>
                  </a:moveTo>
                  <a:lnTo>
                    <a:pt x="1" y="49235"/>
                  </a:lnTo>
                  <a:lnTo>
                    <a:pt x="24" y="49235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993" name="Google Shape;2448;p14"/>
            <p:cNvSpPr/>
            <p:nvPr/>
          </p:nvSpPr>
          <p:spPr>
            <a:xfrm>
              <a:off x="549144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3" h="49235">
                  <a:moveTo>
                    <a:pt x="0" y="0"/>
                  </a:moveTo>
                  <a:lnTo>
                    <a:pt x="0" y="49235"/>
                  </a:lnTo>
                  <a:lnTo>
                    <a:pt x="23" y="4923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994" name="Google Shape;2449;p14"/>
            <p:cNvSpPr/>
            <p:nvPr/>
          </p:nvSpPr>
          <p:spPr>
            <a:xfrm>
              <a:off x="516276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3" h="49235">
                  <a:moveTo>
                    <a:pt x="0" y="0"/>
                  </a:moveTo>
                  <a:lnTo>
                    <a:pt x="0" y="49235"/>
                  </a:lnTo>
                  <a:lnTo>
                    <a:pt x="23" y="4923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995" name="Google Shape;2450;p14"/>
            <p:cNvSpPr/>
            <p:nvPr/>
          </p:nvSpPr>
          <p:spPr>
            <a:xfrm>
              <a:off x="4833720" y="0"/>
              <a:ext cx="3240" cy="5139720"/>
            </a:xfrm>
            <a:custGeom>
              <a:avLst/>
              <a:gdLst>
                <a:gd name="textAreaLeft" fmla="*/ 0 w 3240"/>
                <a:gd name="textAreaRight" fmla="*/ 4680 w 324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46" h="49235">
                  <a:moveTo>
                    <a:pt x="0" y="0"/>
                  </a:moveTo>
                  <a:lnTo>
                    <a:pt x="0" y="49235"/>
                  </a:lnTo>
                  <a:lnTo>
                    <a:pt x="46" y="4923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996" name="Google Shape;2451;p14"/>
            <p:cNvSpPr/>
            <p:nvPr/>
          </p:nvSpPr>
          <p:spPr>
            <a:xfrm>
              <a:off x="4504680" y="0"/>
              <a:ext cx="3600" cy="5139720"/>
            </a:xfrm>
            <a:custGeom>
              <a:avLst/>
              <a:gdLst>
                <a:gd name="textAreaLeft" fmla="*/ 0 w 3600"/>
                <a:gd name="textAreaRight" fmla="*/ 5040 w 360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47" h="49235">
                  <a:moveTo>
                    <a:pt x="0" y="0"/>
                  </a:moveTo>
                  <a:lnTo>
                    <a:pt x="0" y="49235"/>
                  </a:lnTo>
                  <a:lnTo>
                    <a:pt x="46" y="4923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997" name="Google Shape;2452;p14"/>
            <p:cNvSpPr/>
            <p:nvPr/>
          </p:nvSpPr>
          <p:spPr>
            <a:xfrm>
              <a:off x="417816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0" y="0"/>
                  </a:moveTo>
                  <a:lnTo>
                    <a:pt x="0" y="49235"/>
                  </a:lnTo>
                  <a:lnTo>
                    <a:pt x="23" y="4923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998" name="Google Shape;2453;p14"/>
            <p:cNvSpPr/>
            <p:nvPr/>
          </p:nvSpPr>
          <p:spPr>
            <a:xfrm>
              <a:off x="319140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1" y="0"/>
                  </a:moveTo>
                  <a:lnTo>
                    <a:pt x="1" y="49235"/>
                  </a:lnTo>
                  <a:lnTo>
                    <a:pt x="23" y="4923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999" name="Google Shape;2454;p14"/>
            <p:cNvSpPr/>
            <p:nvPr/>
          </p:nvSpPr>
          <p:spPr>
            <a:xfrm>
              <a:off x="2533680" y="0"/>
              <a:ext cx="3600" cy="5139720"/>
            </a:xfrm>
            <a:custGeom>
              <a:avLst/>
              <a:gdLst>
                <a:gd name="textAreaLeft" fmla="*/ 0 w 3600"/>
                <a:gd name="textAreaRight" fmla="*/ 5040 w 360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47" h="49235">
                  <a:moveTo>
                    <a:pt x="1" y="0"/>
                  </a:moveTo>
                  <a:lnTo>
                    <a:pt x="1" y="49235"/>
                  </a:lnTo>
                  <a:lnTo>
                    <a:pt x="46" y="4923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000" name="Google Shape;2455;p14"/>
            <p:cNvSpPr/>
            <p:nvPr/>
          </p:nvSpPr>
          <p:spPr>
            <a:xfrm>
              <a:off x="187812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1" y="0"/>
                  </a:moveTo>
                  <a:lnTo>
                    <a:pt x="1" y="49235"/>
                  </a:lnTo>
                  <a:lnTo>
                    <a:pt x="24" y="49235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001" name="Google Shape;2456;p14"/>
            <p:cNvSpPr/>
            <p:nvPr/>
          </p:nvSpPr>
          <p:spPr>
            <a:xfrm>
              <a:off x="220716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1" y="0"/>
                  </a:moveTo>
                  <a:lnTo>
                    <a:pt x="1" y="49235"/>
                  </a:lnTo>
                  <a:lnTo>
                    <a:pt x="24" y="49235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002" name="Google Shape;2457;p14"/>
            <p:cNvSpPr/>
            <p:nvPr/>
          </p:nvSpPr>
          <p:spPr>
            <a:xfrm>
              <a:off x="2862360" y="0"/>
              <a:ext cx="3600" cy="5139720"/>
            </a:xfrm>
            <a:custGeom>
              <a:avLst/>
              <a:gdLst>
                <a:gd name="textAreaLeft" fmla="*/ 0 w 3600"/>
                <a:gd name="textAreaRight" fmla="*/ 5040 w 360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47" h="49235">
                  <a:moveTo>
                    <a:pt x="1" y="0"/>
                  </a:moveTo>
                  <a:lnTo>
                    <a:pt x="1" y="49235"/>
                  </a:lnTo>
                  <a:lnTo>
                    <a:pt x="46" y="4923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003" name="Google Shape;2458;p14"/>
            <p:cNvSpPr/>
            <p:nvPr/>
          </p:nvSpPr>
          <p:spPr>
            <a:xfrm>
              <a:off x="352044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1" y="0"/>
                  </a:moveTo>
                  <a:lnTo>
                    <a:pt x="1" y="49235"/>
                  </a:lnTo>
                  <a:lnTo>
                    <a:pt x="23" y="4923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004" name="Google Shape;2459;p14"/>
            <p:cNvSpPr/>
            <p:nvPr/>
          </p:nvSpPr>
          <p:spPr>
            <a:xfrm>
              <a:off x="384948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0" y="0"/>
                  </a:moveTo>
                  <a:lnTo>
                    <a:pt x="0" y="49235"/>
                  </a:lnTo>
                  <a:lnTo>
                    <a:pt x="23" y="4923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005" name="Google Shape;2460;p14"/>
            <p:cNvSpPr/>
            <p:nvPr/>
          </p:nvSpPr>
          <p:spPr>
            <a:xfrm>
              <a:off x="154908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1" y="0"/>
                  </a:moveTo>
                  <a:lnTo>
                    <a:pt x="1" y="49235"/>
                  </a:lnTo>
                  <a:lnTo>
                    <a:pt x="24" y="49235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006" name="Google Shape;2461;p14"/>
            <p:cNvSpPr/>
            <p:nvPr/>
          </p:nvSpPr>
          <p:spPr>
            <a:xfrm>
              <a:off x="122040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3" h="49235">
                  <a:moveTo>
                    <a:pt x="0" y="0"/>
                  </a:moveTo>
                  <a:lnTo>
                    <a:pt x="0" y="49235"/>
                  </a:lnTo>
                  <a:lnTo>
                    <a:pt x="23" y="4923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007" name="Google Shape;2462;p14"/>
            <p:cNvSpPr/>
            <p:nvPr/>
          </p:nvSpPr>
          <p:spPr>
            <a:xfrm>
              <a:off x="891360" y="0"/>
              <a:ext cx="3240" cy="5139720"/>
            </a:xfrm>
            <a:custGeom>
              <a:avLst/>
              <a:gdLst>
                <a:gd name="textAreaLeft" fmla="*/ 0 w 3240"/>
                <a:gd name="textAreaRight" fmla="*/ 4680 w 324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46" h="49235">
                  <a:moveTo>
                    <a:pt x="0" y="0"/>
                  </a:moveTo>
                  <a:lnTo>
                    <a:pt x="0" y="49235"/>
                  </a:lnTo>
                  <a:lnTo>
                    <a:pt x="46" y="4923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008" name="Google Shape;2463;p14"/>
            <p:cNvSpPr/>
            <p:nvPr/>
          </p:nvSpPr>
          <p:spPr>
            <a:xfrm>
              <a:off x="562680" y="0"/>
              <a:ext cx="3240" cy="5139720"/>
            </a:xfrm>
            <a:custGeom>
              <a:avLst/>
              <a:gdLst>
                <a:gd name="textAreaLeft" fmla="*/ 0 w 3240"/>
                <a:gd name="textAreaRight" fmla="*/ 4680 w 324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46" h="49235">
                  <a:moveTo>
                    <a:pt x="0" y="0"/>
                  </a:moveTo>
                  <a:lnTo>
                    <a:pt x="0" y="49235"/>
                  </a:lnTo>
                  <a:lnTo>
                    <a:pt x="46" y="4923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009" name="Google Shape;2464;p14"/>
            <p:cNvSpPr/>
            <p:nvPr/>
          </p:nvSpPr>
          <p:spPr>
            <a:xfrm>
              <a:off x="23616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0" y="0"/>
                  </a:moveTo>
                  <a:lnTo>
                    <a:pt x="0" y="49235"/>
                  </a:lnTo>
                  <a:lnTo>
                    <a:pt x="23" y="4923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010" name="Google Shape;2465;p14"/>
            <p:cNvSpPr/>
            <p:nvPr/>
          </p:nvSpPr>
          <p:spPr>
            <a:xfrm>
              <a:off x="0" y="514116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1"/>
                  </a:moveTo>
                  <a:lnTo>
                    <a:pt x="1" y="23"/>
                  </a:lnTo>
                  <a:lnTo>
                    <a:pt x="108352" y="23"/>
                  </a:lnTo>
                  <a:lnTo>
                    <a:pt x="108352" y="1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011" name="Google Shape;2466;p14"/>
            <p:cNvSpPr/>
            <p:nvPr/>
          </p:nvSpPr>
          <p:spPr>
            <a:xfrm>
              <a:off x="0" y="492660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0"/>
                  </a:moveTo>
                  <a:lnTo>
                    <a:pt x="1" y="23"/>
                  </a:lnTo>
                  <a:lnTo>
                    <a:pt x="108352" y="23"/>
                  </a:lnTo>
                  <a:lnTo>
                    <a:pt x="108352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012" name="Google Shape;2467;p14"/>
            <p:cNvSpPr/>
            <p:nvPr/>
          </p:nvSpPr>
          <p:spPr>
            <a:xfrm>
              <a:off x="0" y="471456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1"/>
                  </a:moveTo>
                  <a:lnTo>
                    <a:pt x="1" y="24"/>
                  </a:lnTo>
                  <a:lnTo>
                    <a:pt x="108352" y="24"/>
                  </a:lnTo>
                  <a:lnTo>
                    <a:pt x="108352" y="1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013" name="Google Shape;2468;p14"/>
            <p:cNvSpPr/>
            <p:nvPr/>
          </p:nvSpPr>
          <p:spPr>
            <a:xfrm>
              <a:off x="0" y="450000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1"/>
                  </a:moveTo>
                  <a:lnTo>
                    <a:pt x="1" y="23"/>
                  </a:lnTo>
                  <a:lnTo>
                    <a:pt x="108352" y="23"/>
                  </a:lnTo>
                  <a:lnTo>
                    <a:pt x="108352" y="1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014" name="Google Shape;2469;p14"/>
            <p:cNvSpPr/>
            <p:nvPr/>
          </p:nvSpPr>
          <p:spPr>
            <a:xfrm>
              <a:off x="0" y="428796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3">
                  <a:moveTo>
                    <a:pt x="1" y="0"/>
                  </a:moveTo>
                  <a:lnTo>
                    <a:pt x="1" y="23"/>
                  </a:lnTo>
                  <a:lnTo>
                    <a:pt x="108352" y="23"/>
                  </a:lnTo>
                  <a:lnTo>
                    <a:pt x="108352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015" name="Google Shape;2470;p14"/>
            <p:cNvSpPr/>
            <p:nvPr/>
          </p:nvSpPr>
          <p:spPr>
            <a:xfrm>
              <a:off x="0" y="407340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1"/>
                  </a:moveTo>
                  <a:lnTo>
                    <a:pt x="1" y="24"/>
                  </a:lnTo>
                  <a:lnTo>
                    <a:pt x="108352" y="24"/>
                  </a:lnTo>
                  <a:lnTo>
                    <a:pt x="108352" y="1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016" name="Google Shape;2471;p14"/>
            <p:cNvSpPr/>
            <p:nvPr/>
          </p:nvSpPr>
          <p:spPr>
            <a:xfrm>
              <a:off x="0" y="386136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0"/>
                  </a:moveTo>
                  <a:lnTo>
                    <a:pt x="1" y="23"/>
                  </a:lnTo>
                  <a:lnTo>
                    <a:pt x="108352" y="23"/>
                  </a:lnTo>
                  <a:lnTo>
                    <a:pt x="108352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017" name="Google Shape;2472;p14"/>
            <p:cNvSpPr/>
            <p:nvPr/>
          </p:nvSpPr>
          <p:spPr>
            <a:xfrm>
              <a:off x="0" y="364680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3">
                  <a:moveTo>
                    <a:pt x="1" y="0"/>
                  </a:moveTo>
                  <a:lnTo>
                    <a:pt x="1" y="23"/>
                  </a:lnTo>
                  <a:lnTo>
                    <a:pt x="108352" y="23"/>
                  </a:lnTo>
                  <a:lnTo>
                    <a:pt x="108352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018" name="Google Shape;2473;p14"/>
            <p:cNvSpPr/>
            <p:nvPr/>
          </p:nvSpPr>
          <p:spPr>
            <a:xfrm>
              <a:off x="0" y="343440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1"/>
                  </a:moveTo>
                  <a:lnTo>
                    <a:pt x="1" y="23"/>
                  </a:lnTo>
                  <a:lnTo>
                    <a:pt x="108352" y="23"/>
                  </a:lnTo>
                  <a:lnTo>
                    <a:pt x="108352" y="1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019" name="Google Shape;2474;p14"/>
            <p:cNvSpPr/>
            <p:nvPr/>
          </p:nvSpPr>
          <p:spPr>
            <a:xfrm>
              <a:off x="0" y="322020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0"/>
                  </a:moveTo>
                  <a:lnTo>
                    <a:pt x="1" y="23"/>
                  </a:lnTo>
                  <a:lnTo>
                    <a:pt x="108352" y="23"/>
                  </a:lnTo>
                  <a:lnTo>
                    <a:pt x="108352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020" name="Google Shape;2475;p14"/>
            <p:cNvSpPr/>
            <p:nvPr/>
          </p:nvSpPr>
          <p:spPr>
            <a:xfrm>
              <a:off x="0" y="300780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1"/>
                  </a:moveTo>
                  <a:lnTo>
                    <a:pt x="1" y="24"/>
                  </a:lnTo>
                  <a:lnTo>
                    <a:pt x="108352" y="24"/>
                  </a:lnTo>
                  <a:lnTo>
                    <a:pt x="108352" y="1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021" name="Google Shape;2476;p14"/>
            <p:cNvSpPr/>
            <p:nvPr/>
          </p:nvSpPr>
          <p:spPr>
            <a:xfrm>
              <a:off x="0" y="279324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1"/>
                  </a:moveTo>
                  <a:lnTo>
                    <a:pt x="1" y="23"/>
                  </a:lnTo>
                  <a:lnTo>
                    <a:pt x="108352" y="23"/>
                  </a:lnTo>
                  <a:lnTo>
                    <a:pt x="108352" y="1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022" name="Google Shape;2477;p14"/>
            <p:cNvSpPr/>
            <p:nvPr/>
          </p:nvSpPr>
          <p:spPr>
            <a:xfrm>
              <a:off x="0" y="258120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3">
                  <a:moveTo>
                    <a:pt x="1" y="0"/>
                  </a:moveTo>
                  <a:lnTo>
                    <a:pt x="1" y="23"/>
                  </a:lnTo>
                  <a:lnTo>
                    <a:pt x="108352" y="23"/>
                  </a:lnTo>
                  <a:lnTo>
                    <a:pt x="108352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023" name="Google Shape;2478;p14"/>
            <p:cNvSpPr/>
            <p:nvPr/>
          </p:nvSpPr>
          <p:spPr>
            <a:xfrm>
              <a:off x="0" y="236664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1"/>
                  </a:moveTo>
                  <a:lnTo>
                    <a:pt x="1" y="24"/>
                  </a:lnTo>
                  <a:lnTo>
                    <a:pt x="108352" y="24"/>
                  </a:lnTo>
                  <a:lnTo>
                    <a:pt x="108352" y="1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024" name="Google Shape;2479;p14"/>
            <p:cNvSpPr/>
            <p:nvPr/>
          </p:nvSpPr>
          <p:spPr>
            <a:xfrm>
              <a:off x="0" y="215460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0"/>
                  </a:moveTo>
                  <a:lnTo>
                    <a:pt x="1" y="23"/>
                  </a:lnTo>
                  <a:lnTo>
                    <a:pt x="108352" y="23"/>
                  </a:lnTo>
                  <a:lnTo>
                    <a:pt x="108352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025" name="Google Shape;2480;p14"/>
            <p:cNvSpPr/>
            <p:nvPr/>
          </p:nvSpPr>
          <p:spPr>
            <a:xfrm>
              <a:off x="0" y="1940040"/>
              <a:ext cx="9142560" cy="324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3240"/>
                <a:gd name="textAreaBottom" fmla="*/ 4680 h 3240"/>
              </a:gdLst>
              <a:ahLst/>
              <a:cxnLst/>
              <a:rect l="textAreaLeft" t="textAreaTop" r="textAreaRight" b="textAreaBottom"/>
              <a:pathLst>
                <a:path w="108353" h="46">
                  <a:moveTo>
                    <a:pt x="1" y="0"/>
                  </a:moveTo>
                  <a:lnTo>
                    <a:pt x="1" y="46"/>
                  </a:lnTo>
                  <a:lnTo>
                    <a:pt x="108352" y="46"/>
                  </a:lnTo>
                  <a:lnTo>
                    <a:pt x="108352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160" rIns="90000" bIns="21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026" name="Google Shape;2481;p14"/>
            <p:cNvSpPr/>
            <p:nvPr/>
          </p:nvSpPr>
          <p:spPr>
            <a:xfrm>
              <a:off x="0" y="172800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1"/>
                  </a:moveTo>
                  <a:lnTo>
                    <a:pt x="1" y="24"/>
                  </a:lnTo>
                  <a:lnTo>
                    <a:pt x="108352" y="24"/>
                  </a:lnTo>
                  <a:lnTo>
                    <a:pt x="108352" y="1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027" name="Google Shape;2482;p14"/>
            <p:cNvSpPr/>
            <p:nvPr/>
          </p:nvSpPr>
          <p:spPr>
            <a:xfrm>
              <a:off x="0" y="1513440"/>
              <a:ext cx="9142560" cy="360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3600"/>
                <a:gd name="textAreaBottom" fmla="*/ 5040 h 3600"/>
              </a:gdLst>
              <a:ahLst/>
              <a:cxnLst/>
              <a:rect l="textAreaLeft" t="textAreaTop" r="textAreaRight" b="textAreaBottom"/>
              <a:pathLst>
                <a:path w="108353" h="47">
                  <a:moveTo>
                    <a:pt x="1" y="0"/>
                  </a:moveTo>
                  <a:lnTo>
                    <a:pt x="1" y="46"/>
                  </a:lnTo>
                  <a:lnTo>
                    <a:pt x="108352" y="46"/>
                  </a:lnTo>
                  <a:lnTo>
                    <a:pt x="108352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520" rIns="90000" bIns="25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028" name="Google Shape;2483;p14"/>
            <p:cNvSpPr/>
            <p:nvPr/>
          </p:nvSpPr>
          <p:spPr>
            <a:xfrm>
              <a:off x="0" y="87480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0"/>
                  </a:moveTo>
                  <a:lnTo>
                    <a:pt x="1" y="23"/>
                  </a:lnTo>
                  <a:lnTo>
                    <a:pt x="108352" y="23"/>
                  </a:lnTo>
                  <a:lnTo>
                    <a:pt x="108352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029" name="Google Shape;2484;p14"/>
            <p:cNvSpPr/>
            <p:nvPr/>
          </p:nvSpPr>
          <p:spPr>
            <a:xfrm>
              <a:off x="0" y="233640"/>
              <a:ext cx="9142560" cy="324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3240"/>
                <a:gd name="textAreaBottom" fmla="*/ 4680 h 3240"/>
              </a:gdLst>
              <a:ahLst/>
              <a:cxnLst/>
              <a:rect l="textAreaLeft" t="textAreaTop" r="textAreaRight" b="textAreaBottom"/>
              <a:pathLst>
                <a:path w="108353" h="46">
                  <a:moveTo>
                    <a:pt x="1" y="0"/>
                  </a:moveTo>
                  <a:lnTo>
                    <a:pt x="1" y="46"/>
                  </a:lnTo>
                  <a:lnTo>
                    <a:pt x="108352" y="46"/>
                  </a:lnTo>
                  <a:lnTo>
                    <a:pt x="108352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160" rIns="90000" bIns="21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030" name="Google Shape;2485;p14"/>
            <p:cNvSpPr/>
            <p:nvPr/>
          </p:nvSpPr>
          <p:spPr>
            <a:xfrm>
              <a:off x="0" y="44820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1"/>
                  </a:moveTo>
                  <a:lnTo>
                    <a:pt x="1" y="23"/>
                  </a:lnTo>
                  <a:lnTo>
                    <a:pt x="108352" y="23"/>
                  </a:lnTo>
                  <a:lnTo>
                    <a:pt x="108352" y="1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031" name="Google Shape;2486;p14"/>
            <p:cNvSpPr/>
            <p:nvPr/>
          </p:nvSpPr>
          <p:spPr>
            <a:xfrm>
              <a:off x="0" y="660240"/>
              <a:ext cx="9142560" cy="324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3240"/>
                <a:gd name="textAreaBottom" fmla="*/ 4680 h 3240"/>
              </a:gdLst>
              <a:ahLst/>
              <a:cxnLst/>
              <a:rect l="textAreaLeft" t="textAreaTop" r="textAreaRight" b="textAreaBottom"/>
              <a:pathLst>
                <a:path w="108353" h="46">
                  <a:moveTo>
                    <a:pt x="1" y="0"/>
                  </a:moveTo>
                  <a:lnTo>
                    <a:pt x="1" y="46"/>
                  </a:lnTo>
                  <a:lnTo>
                    <a:pt x="108352" y="46"/>
                  </a:lnTo>
                  <a:lnTo>
                    <a:pt x="108352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160" rIns="90000" bIns="21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032" name="Google Shape;2487;p14"/>
            <p:cNvSpPr/>
            <p:nvPr/>
          </p:nvSpPr>
          <p:spPr>
            <a:xfrm>
              <a:off x="0" y="1086840"/>
              <a:ext cx="9142560" cy="360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3600"/>
                <a:gd name="textAreaBottom" fmla="*/ 5040 h 3600"/>
              </a:gdLst>
              <a:ahLst/>
              <a:cxnLst/>
              <a:rect l="textAreaLeft" t="textAreaTop" r="textAreaRight" b="textAreaBottom"/>
              <a:pathLst>
                <a:path w="108353" h="47">
                  <a:moveTo>
                    <a:pt x="1" y="1"/>
                  </a:moveTo>
                  <a:lnTo>
                    <a:pt x="1" y="46"/>
                  </a:lnTo>
                  <a:lnTo>
                    <a:pt x="108352" y="46"/>
                  </a:lnTo>
                  <a:lnTo>
                    <a:pt x="108352" y="1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520" rIns="90000" bIns="25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033" name="Google Shape;2488;p14"/>
            <p:cNvSpPr/>
            <p:nvPr/>
          </p:nvSpPr>
          <p:spPr>
            <a:xfrm>
              <a:off x="0" y="130140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3">
                  <a:moveTo>
                    <a:pt x="1" y="0"/>
                  </a:moveTo>
                  <a:lnTo>
                    <a:pt x="1" y="23"/>
                  </a:lnTo>
                  <a:lnTo>
                    <a:pt x="108352" y="23"/>
                  </a:lnTo>
                  <a:lnTo>
                    <a:pt x="108352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034" name="Google Shape;2489;p14"/>
            <p:cNvSpPr/>
            <p:nvPr/>
          </p:nvSpPr>
          <p:spPr>
            <a:xfrm>
              <a:off x="0" y="2160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1"/>
                  </a:moveTo>
                  <a:lnTo>
                    <a:pt x="1" y="24"/>
                  </a:lnTo>
                  <a:lnTo>
                    <a:pt x="108352" y="24"/>
                  </a:lnTo>
                  <a:lnTo>
                    <a:pt x="108352" y="1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1035" name="Google Shape;2490;p14"/>
          <p:cNvSpPr/>
          <p:nvPr/>
        </p:nvSpPr>
        <p:spPr>
          <a:xfrm rot="1845600">
            <a:off x="4160880" y="-662400"/>
            <a:ext cx="1585440" cy="1646280"/>
          </a:xfrm>
          <a:custGeom>
            <a:avLst/>
            <a:gdLst>
              <a:gd name="textAreaLeft" fmla="*/ 0 w 1585440"/>
              <a:gd name="textAreaRight" fmla="*/ 1586880 w 1585440"/>
              <a:gd name="textAreaTop" fmla="*/ 0 h 1646280"/>
              <a:gd name="textAreaBottom" fmla="*/ 1647720 h 1646280"/>
            </a:gdLst>
            <a:ahLst/>
            <a:cxnLst/>
            <a:rect l="textAreaLeft" t="textAreaTop" r="textAreaRight" b="textAreaBottom"/>
            <a:pathLst>
              <a:path w="10090" h="10478">
                <a:moveTo>
                  <a:pt x="6072" y="1"/>
                </a:moveTo>
                <a:lnTo>
                  <a:pt x="1" y="10478"/>
                </a:lnTo>
                <a:lnTo>
                  <a:pt x="10090" y="4520"/>
                </a:lnTo>
                <a:lnTo>
                  <a:pt x="6072" y="1"/>
                </a:lnTo>
                <a:close/>
              </a:path>
            </a:pathLst>
          </a:custGeom>
          <a:gradFill rotWithShape="0">
            <a:gsLst>
              <a:gs pos="0">
                <a:srgbClr val="002AB1">
                  <a:alpha val="71372"/>
                </a:srgbClr>
              </a:gs>
              <a:gs pos="100000">
                <a:srgbClr val="00E0FF">
                  <a:alpha val="69019"/>
                </a:srgbClr>
              </a:gs>
            </a:gsLst>
            <a:lin ang="12642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GB" sz="14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36" name="Google Shape;2491;p14"/>
          <p:cNvSpPr/>
          <p:nvPr/>
        </p:nvSpPr>
        <p:spPr>
          <a:xfrm>
            <a:off x="7835400" y="3385080"/>
            <a:ext cx="1755360" cy="1452240"/>
          </a:xfrm>
          <a:custGeom>
            <a:avLst/>
            <a:gdLst>
              <a:gd name="textAreaLeft" fmla="*/ 0 w 1755360"/>
              <a:gd name="textAreaRight" fmla="*/ 1756800 w 1755360"/>
              <a:gd name="textAreaTop" fmla="*/ 0 h 1452240"/>
              <a:gd name="textAreaBottom" fmla="*/ 1453680 h 1452240"/>
            </a:gdLst>
            <a:ahLst/>
            <a:cxnLst/>
            <a:rect l="textAreaLeft" t="textAreaTop" r="textAreaRight" b="textAreaBottom"/>
            <a:pathLst>
              <a:path w="18376" h="15203">
                <a:moveTo>
                  <a:pt x="18375" y="0"/>
                </a:moveTo>
                <a:lnTo>
                  <a:pt x="1" y="11596"/>
                </a:lnTo>
                <a:lnTo>
                  <a:pt x="15910" y="15202"/>
                </a:lnTo>
                <a:lnTo>
                  <a:pt x="18375" y="0"/>
                </a:lnTo>
                <a:close/>
              </a:path>
            </a:pathLst>
          </a:custGeom>
          <a:gradFill rotWithShape="0">
            <a:gsLst>
              <a:gs pos="0">
                <a:srgbClr val="002AB1">
                  <a:alpha val="71372"/>
                </a:srgbClr>
              </a:gs>
              <a:gs pos="100000">
                <a:srgbClr val="00E0FF">
                  <a:alpha val="69019"/>
                </a:srgbClr>
              </a:gs>
            </a:gsLst>
            <a:lin ang="10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GB" sz="14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grpSp>
        <p:nvGrpSpPr>
          <p:cNvPr id="1037" name="Google Shape;2492;p14"/>
          <p:cNvGrpSpPr/>
          <p:nvPr/>
        </p:nvGrpSpPr>
        <p:grpSpPr>
          <a:xfrm>
            <a:off x="-829440" y="-6567480"/>
            <a:ext cx="11566440" cy="7970760"/>
            <a:chOff x="-829440" y="-6567480"/>
            <a:chExt cx="11566440" cy="7970760"/>
          </a:xfrm>
        </p:grpSpPr>
        <p:sp>
          <p:nvSpPr>
            <p:cNvPr id="1038" name="Google Shape;2493;p14"/>
            <p:cNvSpPr/>
            <p:nvPr/>
          </p:nvSpPr>
          <p:spPr>
            <a:xfrm>
              <a:off x="-829440" y="-6567480"/>
              <a:ext cx="10103760" cy="7970760"/>
            </a:xfrm>
            <a:custGeom>
              <a:avLst/>
              <a:gdLst>
                <a:gd name="textAreaLeft" fmla="*/ 0 w 10103760"/>
                <a:gd name="textAreaRight" fmla="*/ 10105200 w 10103760"/>
                <a:gd name="textAreaTop" fmla="*/ 0 h 7970760"/>
                <a:gd name="textAreaBottom" fmla="*/ 7972200 h 7970760"/>
              </a:gdLst>
              <a:ahLst/>
              <a:cxnLst/>
              <a:rect l="textAreaLeft" t="textAreaTop" r="textAreaRight" b="textAreaBottom"/>
              <a:pathLst>
                <a:path w="57087" h="45035">
                  <a:moveTo>
                    <a:pt x="24811" y="0"/>
                  </a:moveTo>
                  <a:lnTo>
                    <a:pt x="15247" y="14540"/>
                  </a:lnTo>
                  <a:lnTo>
                    <a:pt x="15225" y="14563"/>
                  </a:lnTo>
                  <a:lnTo>
                    <a:pt x="18831" y="27048"/>
                  </a:lnTo>
                  <a:lnTo>
                    <a:pt x="91" y="43003"/>
                  </a:lnTo>
                  <a:lnTo>
                    <a:pt x="0" y="43095"/>
                  </a:lnTo>
                  <a:lnTo>
                    <a:pt x="18785" y="45035"/>
                  </a:lnTo>
                  <a:lnTo>
                    <a:pt x="18808" y="45035"/>
                  </a:lnTo>
                  <a:lnTo>
                    <a:pt x="29513" y="39579"/>
                  </a:lnTo>
                  <a:lnTo>
                    <a:pt x="40743" y="43848"/>
                  </a:lnTo>
                  <a:lnTo>
                    <a:pt x="40766" y="43871"/>
                  </a:lnTo>
                  <a:lnTo>
                    <a:pt x="57086" y="31819"/>
                  </a:lnTo>
                  <a:lnTo>
                    <a:pt x="57041" y="31750"/>
                  </a:lnTo>
                  <a:lnTo>
                    <a:pt x="40743" y="43734"/>
                  </a:lnTo>
                  <a:lnTo>
                    <a:pt x="29536" y="39465"/>
                  </a:lnTo>
                  <a:lnTo>
                    <a:pt x="29513" y="39465"/>
                  </a:lnTo>
                  <a:lnTo>
                    <a:pt x="18785" y="44921"/>
                  </a:lnTo>
                  <a:lnTo>
                    <a:pt x="251" y="43003"/>
                  </a:lnTo>
                  <a:lnTo>
                    <a:pt x="18922" y="27117"/>
                  </a:lnTo>
                  <a:lnTo>
                    <a:pt x="18945" y="27094"/>
                  </a:lnTo>
                  <a:lnTo>
                    <a:pt x="15339" y="14586"/>
                  </a:lnTo>
                  <a:lnTo>
                    <a:pt x="24902" y="46"/>
                  </a:lnTo>
                  <a:lnTo>
                    <a:pt x="24811" y="0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32156"/>
                  </a:srgbClr>
                </a:gs>
                <a:gs pos="100000">
                  <a:srgbClr val="3EE7F0">
                    <a:alpha val="17254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039" name="Google Shape;2494;p14"/>
            <p:cNvSpPr/>
            <p:nvPr/>
          </p:nvSpPr>
          <p:spPr>
            <a:xfrm>
              <a:off x="4071600" y="-2777400"/>
              <a:ext cx="3400920" cy="3954600"/>
            </a:xfrm>
            <a:custGeom>
              <a:avLst/>
              <a:gdLst>
                <a:gd name="textAreaLeft" fmla="*/ 0 w 3400920"/>
                <a:gd name="textAreaRight" fmla="*/ 3402360 w 3400920"/>
                <a:gd name="textAreaTop" fmla="*/ 0 h 3954600"/>
                <a:gd name="textAreaBottom" fmla="*/ 3956040 h 3954600"/>
              </a:gdLst>
              <a:ahLst/>
              <a:cxnLst/>
              <a:rect l="textAreaLeft" t="textAreaTop" r="textAreaRight" b="textAreaBottom"/>
              <a:pathLst>
                <a:path w="19220" h="22347">
                  <a:moveTo>
                    <a:pt x="13490" y="1"/>
                  </a:moveTo>
                  <a:lnTo>
                    <a:pt x="12942" y="22073"/>
                  </a:lnTo>
                  <a:lnTo>
                    <a:pt x="137" y="5547"/>
                  </a:lnTo>
                  <a:lnTo>
                    <a:pt x="0" y="5387"/>
                  </a:lnTo>
                  <a:lnTo>
                    <a:pt x="1781" y="18124"/>
                  </a:lnTo>
                  <a:lnTo>
                    <a:pt x="1895" y="18101"/>
                  </a:lnTo>
                  <a:lnTo>
                    <a:pt x="160" y="5752"/>
                  </a:lnTo>
                  <a:lnTo>
                    <a:pt x="13033" y="22346"/>
                  </a:lnTo>
                  <a:lnTo>
                    <a:pt x="13581" y="617"/>
                  </a:lnTo>
                  <a:lnTo>
                    <a:pt x="19128" y="17896"/>
                  </a:lnTo>
                  <a:lnTo>
                    <a:pt x="19219" y="17873"/>
                  </a:lnTo>
                  <a:lnTo>
                    <a:pt x="13490" y="1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32156"/>
                  </a:srgbClr>
                </a:gs>
                <a:gs pos="100000">
                  <a:srgbClr val="3EE7F0">
                    <a:alpha val="17254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040" name="Google Shape;2495;p14"/>
            <p:cNvSpPr/>
            <p:nvPr/>
          </p:nvSpPr>
          <p:spPr>
            <a:xfrm>
              <a:off x="7336440" y="-2793600"/>
              <a:ext cx="3400560" cy="3958200"/>
            </a:xfrm>
            <a:custGeom>
              <a:avLst/>
              <a:gdLst>
                <a:gd name="textAreaLeft" fmla="*/ 0 w 3400560"/>
                <a:gd name="textAreaRight" fmla="*/ 3402000 w 3400560"/>
                <a:gd name="textAreaTop" fmla="*/ 0 h 3958200"/>
                <a:gd name="textAreaBottom" fmla="*/ 3959640 h 3958200"/>
              </a:gdLst>
              <a:ahLst/>
              <a:cxnLst/>
              <a:rect l="textAreaLeft" t="textAreaTop" r="textAreaRight" b="textAreaBottom"/>
              <a:pathLst>
                <a:path w="19219" h="22369">
                  <a:moveTo>
                    <a:pt x="13467" y="0"/>
                  </a:moveTo>
                  <a:lnTo>
                    <a:pt x="12919" y="22072"/>
                  </a:lnTo>
                  <a:lnTo>
                    <a:pt x="114" y="5547"/>
                  </a:lnTo>
                  <a:lnTo>
                    <a:pt x="0" y="5387"/>
                  </a:lnTo>
                  <a:lnTo>
                    <a:pt x="1758" y="18123"/>
                  </a:lnTo>
                  <a:lnTo>
                    <a:pt x="1872" y="18101"/>
                  </a:lnTo>
                  <a:lnTo>
                    <a:pt x="160" y="5752"/>
                  </a:lnTo>
                  <a:lnTo>
                    <a:pt x="13010" y="22369"/>
                  </a:lnTo>
                  <a:lnTo>
                    <a:pt x="13558" y="616"/>
                  </a:lnTo>
                  <a:lnTo>
                    <a:pt x="19105" y="17895"/>
                  </a:lnTo>
                  <a:lnTo>
                    <a:pt x="19219" y="17872"/>
                  </a:lnTo>
                  <a:lnTo>
                    <a:pt x="13467" y="0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32156"/>
                  </a:srgbClr>
                </a:gs>
                <a:gs pos="100000">
                  <a:srgbClr val="3EE7F0">
                    <a:alpha val="17254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041" name="Google Shape;2496;p14"/>
            <p:cNvSpPr/>
            <p:nvPr/>
          </p:nvSpPr>
          <p:spPr>
            <a:xfrm>
              <a:off x="-239400" y="-3605760"/>
              <a:ext cx="5218920" cy="4984560"/>
            </a:xfrm>
            <a:custGeom>
              <a:avLst/>
              <a:gdLst>
                <a:gd name="textAreaLeft" fmla="*/ 0 w 5218920"/>
                <a:gd name="textAreaRight" fmla="*/ 5220360 w 5218920"/>
                <a:gd name="textAreaTop" fmla="*/ 0 h 4984560"/>
                <a:gd name="textAreaBottom" fmla="*/ 4986000 h 4984560"/>
              </a:gdLst>
              <a:ahLst/>
              <a:cxnLst/>
              <a:rect l="textAreaLeft" t="textAreaTop" r="textAreaRight" b="textAreaBottom"/>
              <a:pathLst>
                <a:path w="29491" h="28167">
                  <a:moveTo>
                    <a:pt x="29194" y="343"/>
                  </a:moveTo>
                  <a:lnTo>
                    <a:pt x="15430" y="27847"/>
                  </a:lnTo>
                  <a:lnTo>
                    <a:pt x="15430" y="27847"/>
                  </a:lnTo>
                  <a:lnTo>
                    <a:pt x="15613" y="10363"/>
                  </a:lnTo>
                  <a:lnTo>
                    <a:pt x="29194" y="343"/>
                  </a:lnTo>
                  <a:close/>
                  <a:moveTo>
                    <a:pt x="160" y="3424"/>
                  </a:moveTo>
                  <a:lnTo>
                    <a:pt x="15499" y="10386"/>
                  </a:lnTo>
                  <a:lnTo>
                    <a:pt x="15339" y="27961"/>
                  </a:lnTo>
                  <a:lnTo>
                    <a:pt x="4566" y="19721"/>
                  </a:lnTo>
                  <a:lnTo>
                    <a:pt x="160" y="3424"/>
                  </a:lnTo>
                  <a:close/>
                  <a:moveTo>
                    <a:pt x="29491" y="0"/>
                  </a:moveTo>
                  <a:lnTo>
                    <a:pt x="15545" y="10272"/>
                  </a:lnTo>
                  <a:lnTo>
                    <a:pt x="92" y="3287"/>
                  </a:lnTo>
                  <a:lnTo>
                    <a:pt x="1" y="3242"/>
                  </a:lnTo>
                  <a:lnTo>
                    <a:pt x="4474" y="19767"/>
                  </a:lnTo>
                  <a:lnTo>
                    <a:pt x="15362" y="28121"/>
                  </a:lnTo>
                  <a:lnTo>
                    <a:pt x="15430" y="28167"/>
                  </a:lnTo>
                  <a:lnTo>
                    <a:pt x="15430" y="28075"/>
                  </a:lnTo>
                  <a:lnTo>
                    <a:pt x="29491" y="0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32156"/>
                  </a:srgbClr>
                </a:gs>
                <a:gs pos="100000">
                  <a:srgbClr val="3EE7F0">
                    <a:alpha val="17254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042" name="Google Shape;2497;p14"/>
            <p:cNvSpPr/>
            <p:nvPr/>
          </p:nvSpPr>
          <p:spPr>
            <a:xfrm>
              <a:off x="4087800" y="-2013840"/>
              <a:ext cx="2358360" cy="228960"/>
            </a:xfrm>
            <a:custGeom>
              <a:avLst/>
              <a:gdLst>
                <a:gd name="textAreaLeft" fmla="*/ 0 w 2358360"/>
                <a:gd name="textAreaRight" fmla="*/ 2359800 w 2358360"/>
                <a:gd name="textAreaTop" fmla="*/ 0 h 228960"/>
                <a:gd name="textAreaBottom" fmla="*/ 230400 h 228960"/>
              </a:gdLst>
              <a:ahLst/>
              <a:cxnLst/>
              <a:rect l="textAreaLeft" t="textAreaTop" r="textAreaRight" b="textAreaBottom"/>
              <a:pathLst>
                <a:path w="13331" h="1302">
                  <a:moveTo>
                    <a:pt x="13330" y="0"/>
                  </a:moveTo>
                  <a:lnTo>
                    <a:pt x="0" y="1210"/>
                  </a:lnTo>
                  <a:lnTo>
                    <a:pt x="0" y="1302"/>
                  </a:lnTo>
                  <a:lnTo>
                    <a:pt x="13330" y="115"/>
                  </a:lnTo>
                  <a:lnTo>
                    <a:pt x="1333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32156"/>
                  </a:srgbClr>
                </a:gs>
                <a:gs pos="100000">
                  <a:srgbClr val="3EE7F0">
                    <a:alpha val="17254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grpSp>
        <p:nvGrpSpPr>
          <p:cNvPr id="1043" name="Google Shape;2498;p14"/>
          <p:cNvGrpSpPr/>
          <p:nvPr/>
        </p:nvGrpSpPr>
        <p:grpSpPr>
          <a:xfrm>
            <a:off x="4572000" y="416880"/>
            <a:ext cx="6431040" cy="6054480"/>
            <a:chOff x="4572000" y="416880"/>
            <a:chExt cx="6431040" cy="6054480"/>
          </a:xfrm>
        </p:grpSpPr>
        <p:sp>
          <p:nvSpPr>
            <p:cNvPr id="1044" name="Google Shape;2499;p14"/>
            <p:cNvSpPr/>
            <p:nvPr/>
          </p:nvSpPr>
          <p:spPr>
            <a:xfrm>
              <a:off x="8941320" y="4421520"/>
              <a:ext cx="27360" cy="2376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23760"/>
                <a:gd name="textAreaBottom" fmla="*/ 25200 h 23760"/>
              </a:gdLst>
              <a:ahLst/>
              <a:cxnLst/>
              <a:rect l="textAreaLeft" t="textAreaTop" r="textAreaRight" b="textAreaBottom"/>
              <a:pathLst>
                <a:path w="320" h="281">
                  <a:moveTo>
                    <a:pt x="147" y="0"/>
                  </a:moveTo>
                  <a:cubicBezTo>
                    <a:pt x="91" y="0"/>
                    <a:pt x="42" y="41"/>
                    <a:pt x="23" y="98"/>
                  </a:cubicBezTo>
                  <a:cubicBezTo>
                    <a:pt x="0" y="166"/>
                    <a:pt x="46" y="257"/>
                    <a:pt x="114" y="280"/>
                  </a:cubicBezTo>
                  <a:cubicBezTo>
                    <a:pt x="206" y="280"/>
                    <a:pt x="274" y="235"/>
                    <a:pt x="297" y="166"/>
                  </a:cubicBezTo>
                  <a:cubicBezTo>
                    <a:pt x="320" y="98"/>
                    <a:pt x="274" y="29"/>
                    <a:pt x="183" y="6"/>
                  </a:cubicBezTo>
                  <a:cubicBezTo>
                    <a:pt x="171" y="2"/>
                    <a:pt x="158" y="0"/>
                    <a:pt x="147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600" rIns="90000" bIns="126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045" name="Google Shape;2500;p14"/>
            <p:cNvSpPr/>
            <p:nvPr/>
          </p:nvSpPr>
          <p:spPr>
            <a:xfrm>
              <a:off x="8396640" y="3829680"/>
              <a:ext cx="39600" cy="36360"/>
            </a:xfrm>
            <a:custGeom>
              <a:avLst/>
              <a:gdLst>
                <a:gd name="textAreaLeft" fmla="*/ 0 w 39600"/>
                <a:gd name="textAreaRight" fmla="*/ 41040 w 39600"/>
                <a:gd name="textAreaTop" fmla="*/ 0 h 36360"/>
                <a:gd name="textAreaBottom" fmla="*/ 37800 h 36360"/>
              </a:gdLst>
              <a:ahLst/>
              <a:cxnLst/>
              <a:rect l="textAreaLeft" t="textAreaTop" r="textAreaRight" b="textAreaBottom"/>
              <a:pathLst>
                <a:path w="458" h="421">
                  <a:moveTo>
                    <a:pt x="238" y="1"/>
                  </a:moveTo>
                  <a:cubicBezTo>
                    <a:pt x="155" y="1"/>
                    <a:pt x="63" y="65"/>
                    <a:pt x="23" y="165"/>
                  </a:cubicBezTo>
                  <a:cubicBezTo>
                    <a:pt x="1" y="279"/>
                    <a:pt x="69" y="393"/>
                    <a:pt x="183" y="416"/>
                  </a:cubicBezTo>
                  <a:cubicBezTo>
                    <a:pt x="198" y="419"/>
                    <a:pt x="213" y="420"/>
                    <a:pt x="227" y="420"/>
                  </a:cubicBezTo>
                  <a:cubicBezTo>
                    <a:pt x="325" y="420"/>
                    <a:pt x="414" y="355"/>
                    <a:pt x="434" y="256"/>
                  </a:cubicBezTo>
                  <a:cubicBezTo>
                    <a:pt x="457" y="165"/>
                    <a:pt x="389" y="51"/>
                    <a:pt x="274" y="5"/>
                  </a:cubicBezTo>
                  <a:cubicBezTo>
                    <a:pt x="263" y="2"/>
                    <a:pt x="250" y="1"/>
                    <a:pt x="238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8720" rIns="90000" bIns="187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046" name="Google Shape;2501;p14"/>
            <p:cNvSpPr/>
            <p:nvPr/>
          </p:nvSpPr>
          <p:spPr>
            <a:xfrm>
              <a:off x="7794360" y="4036680"/>
              <a:ext cx="33480" cy="3024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30240"/>
                <a:gd name="textAreaBottom" fmla="*/ 31680 h 30240"/>
              </a:gdLst>
              <a:ahLst/>
              <a:cxnLst/>
              <a:rect l="textAreaLeft" t="textAreaTop" r="textAreaRight" b="textAreaBottom"/>
              <a:pathLst>
                <a:path w="389" h="354">
                  <a:moveTo>
                    <a:pt x="193" y="1"/>
                  </a:moveTo>
                  <a:cubicBezTo>
                    <a:pt x="115" y="1"/>
                    <a:pt x="44" y="63"/>
                    <a:pt x="24" y="142"/>
                  </a:cubicBezTo>
                  <a:cubicBezTo>
                    <a:pt x="1" y="234"/>
                    <a:pt x="69" y="325"/>
                    <a:pt x="161" y="348"/>
                  </a:cubicBezTo>
                  <a:cubicBezTo>
                    <a:pt x="176" y="352"/>
                    <a:pt x="192" y="353"/>
                    <a:pt x="207" y="353"/>
                  </a:cubicBezTo>
                  <a:cubicBezTo>
                    <a:pt x="281" y="353"/>
                    <a:pt x="347" y="309"/>
                    <a:pt x="366" y="234"/>
                  </a:cubicBezTo>
                  <a:cubicBezTo>
                    <a:pt x="389" y="142"/>
                    <a:pt x="320" y="28"/>
                    <a:pt x="229" y="5"/>
                  </a:cubicBezTo>
                  <a:cubicBezTo>
                    <a:pt x="217" y="2"/>
                    <a:pt x="205" y="1"/>
                    <a:pt x="193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840" rIns="90000" bIns="158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047" name="Google Shape;2502;p14"/>
            <p:cNvSpPr/>
            <p:nvPr/>
          </p:nvSpPr>
          <p:spPr>
            <a:xfrm>
              <a:off x="7806600" y="3981240"/>
              <a:ext cx="35640" cy="34200"/>
            </a:xfrm>
            <a:custGeom>
              <a:avLst/>
              <a:gdLst>
                <a:gd name="textAreaLeft" fmla="*/ 0 w 35640"/>
                <a:gd name="textAreaRight" fmla="*/ 37080 w 35640"/>
                <a:gd name="textAreaTop" fmla="*/ 0 h 34200"/>
                <a:gd name="textAreaBottom" fmla="*/ 35640 h 34200"/>
              </a:gdLst>
              <a:ahLst/>
              <a:cxnLst/>
              <a:rect l="textAreaLeft" t="textAreaTop" r="textAreaRight" b="textAreaBottom"/>
              <a:pathLst>
                <a:path w="412" h="398">
                  <a:moveTo>
                    <a:pt x="209" y="1"/>
                  </a:moveTo>
                  <a:cubicBezTo>
                    <a:pt x="115" y="1"/>
                    <a:pt x="44" y="65"/>
                    <a:pt x="24" y="165"/>
                  </a:cubicBezTo>
                  <a:cubicBezTo>
                    <a:pt x="1" y="256"/>
                    <a:pt x="47" y="370"/>
                    <a:pt x="161" y="393"/>
                  </a:cubicBezTo>
                  <a:cubicBezTo>
                    <a:pt x="173" y="396"/>
                    <a:pt x="185" y="397"/>
                    <a:pt x="198" y="397"/>
                  </a:cubicBezTo>
                  <a:cubicBezTo>
                    <a:pt x="280" y="397"/>
                    <a:pt x="369" y="335"/>
                    <a:pt x="389" y="256"/>
                  </a:cubicBezTo>
                  <a:cubicBezTo>
                    <a:pt x="412" y="142"/>
                    <a:pt x="343" y="51"/>
                    <a:pt x="252" y="5"/>
                  </a:cubicBezTo>
                  <a:cubicBezTo>
                    <a:pt x="237" y="2"/>
                    <a:pt x="223" y="1"/>
                    <a:pt x="209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7640" rIns="90000" bIns="176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048" name="Google Shape;2503;p14"/>
            <p:cNvSpPr/>
            <p:nvPr/>
          </p:nvSpPr>
          <p:spPr>
            <a:xfrm>
              <a:off x="7749000" y="3979440"/>
              <a:ext cx="31320" cy="28440"/>
            </a:xfrm>
            <a:custGeom>
              <a:avLst/>
              <a:gdLst>
                <a:gd name="textAreaLeft" fmla="*/ 0 w 31320"/>
                <a:gd name="textAreaRight" fmla="*/ 32760 w 31320"/>
                <a:gd name="textAreaTop" fmla="*/ 0 h 28440"/>
                <a:gd name="textAreaBottom" fmla="*/ 29880 h 28440"/>
              </a:gdLst>
              <a:ahLst/>
              <a:cxnLst/>
              <a:rect l="textAreaLeft" t="textAreaTop" r="textAreaRight" b="textAreaBottom"/>
              <a:pathLst>
                <a:path w="366" h="331">
                  <a:moveTo>
                    <a:pt x="192" y="1"/>
                  </a:moveTo>
                  <a:cubicBezTo>
                    <a:pt x="114" y="1"/>
                    <a:pt x="43" y="60"/>
                    <a:pt x="24" y="119"/>
                  </a:cubicBezTo>
                  <a:cubicBezTo>
                    <a:pt x="1" y="211"/>
                    <a:pt x="69" y="302"/>
                    <a:pt x="138" y="325"/>
                  </a:cubicBezTo>
                  <a:cubicBezTo>
                    <a:pt x="153" y="329"/>
                    <a:pt x="169" y="331"/>
                    <a:pt x="184" y="331"/>
                  </a:cubicBezTo>
                  <a:cubicBezTo>
                    <a:pt x="258" y="331"/>
                    <a:pt x="324" y="286"/>
                    <a:pt x="343" y="211"/>
                  </a:cubicBezTo>
                  <a:cubicBezTo>
                    <a:pt x="366" y="119"/>
                    <a:pt x="320" y="28"/>
                    <a:pt x="229" y="5"/>
                  </a:cubicBezTo>
                  <a:cubicBezTo>
                    <a:pt x="217" y="2"/>
                    <a:pt x="205" y="1"/>
                    <a:pt x="192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4760" rIns="90000" bIns="147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049" name="Google Shape;2504;p14"/>
            <p:cNvSpPr/>
            <p:nvPr/>
          </p:nvSpPr>
          <p:spPr>
            <a:xfrm>
              <a:off x="6419880" y="2670120"/>
              <a:ext cx="33480" cy="2844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28440"/>
                <a:gd name="textAreaBottom" fmla="*/ 29880 h 28440"/>
              </a:gdLst>
              <a:ahLst/>
              <a:cxnLst/>
              <a:rect l="textAreaLeft" t="textAreaTop" r="textAreaRight" b="textAreaBottom"/>
              <a:pathLst>
                <a:path w="389" h="333">
                  <a:moveTo>
                    <a:pt x="182" y="1"/>
                  </a:moveTo>
                  <a:cubicBezTo>
                    <a:pt x="108" y="1"/>
                    <a:pt x="42" y="45"/>
                    <a:pt x="23" y="121"/>
                  </a:cubicBezTo>
                  <a:cubicBezTo>
                    <a:pt x="0" y="212"/>
                    <a:pt x="69" y="304"/>
                    <a:pt x="160" y="326"/>
                  </a:cubicBezTo>
                  <a:cubicBezTo>
                    <a:pt x="176" y="330"/>
                    <a:pt x="191" y="332"/>
                    <a:pt x="207" y="332"/>
                  </a:cubicBezTo>
                  <a:cubicBezTo>
                    <a:pt x="281" y="332"/>
                    <a:pt x="346" y="288"/>
                    <a:pt x="365" y="212"/>
                  </a:cubicBezTo>
                  <a:cubicBezTo>
                    <a:pt x="388" y="121"/>
                    <a:pt x="320" y="30"/>
                    <a:pt x="228" y="7"/>
                  </a:cubicBezTo>
                  <a:cubicBezTo>
                    <a:pt x="213" y="3"/>
                    <a:pt x="197" y="1"/>
                    <a:pt x="182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4760" rIns="90000" bIns="147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050" name="Google Shape;2505;p14"/>
            <p:cNvSpPr/>
            <p:nvPr/>
          </p:nvSpPr>
          <p:spPr>
            <a:xfrm>
              <a:off x="8957880" y="3682800"/>
              <a:ext cx="23400" cy="21240"/>
            </a:xfrm>
            <a:custGeom>
              <a:avLst/>
              <a:gdLst>
                <a:gd name="textAreaLeft" fmla="*/ 0 w 23400"/>
                <a:gd name="textAreaRight" fmla="*/ 24840 w 23400"/>
                <a:gd name="textAreaTop" fmla="*/ 0 h 21240"/>
                <a:gd name="textAreaBottom" fmla="*/ 22680 h 21240"/>
              </a:gdLst>
              <a:ahLst/>
              <a:cxnLst/>
              <a:rect l="textAreaLeft" t="textAreaTop" r="textAreaRight" b="textAreaBottom"/>
              <a:pathLst>
                <a:path w="275" h="252">
                  <a:moveTo>
                    <a:pt x="160" y="0"/>
                  </a:moveTo>
                  <a:cubicBezTo>
                    <a:pt x="92" y="0"/>
                    <a:pt x="24" y="23"/>
                    <a:pt x="24" y="92"/>
                  </a:cubicBezTo>
                  <a:cubicBezTo>
                    <a:pt x="1" y="160"/>
                    <a:pt x="46" y="229"/>
                    <a:pt x="115" y="252"/>
                  </a:cubicBezTo>
                  <a:cubicBezTo>
                    <a:pt x="160" y="252"/>
                    <a:pt x="229" y="229"/>
                    <a:pt x="252" y="160"/>
                  </a:cubicBezTo>
                  <a:cubicBezTo>
                    <a:pt x="275" y="92"/>
                    <a:pt x="229" y="23"/>
                    <a:pt x="160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160" rIns="90000" bIns="111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051" name="Google Shape;2506;p14"/>
            <p:cNvSpPr/>
            <p:nvPr/>
          </p:nvSpPr>
          <p:spPr>
            <a:xfrm>
              <a:off x="9373680" y="4573080"/>
              <a:ext cx="25200" cy="24480"/>
            </a:xfrm>
            <a:custGeom>
              <a:avLst/>
              <a:gdLst>
                <a:gd name="textAreaLeft" fmla="*/ 0 w 25200"/>
                <a:gd name="textAreaRight" fmla="*/ 26640 w 25200"/>
                <a:gd name="textAreaTop" fmla="*/ 0 h 24480"/>
                <a:gd name="textAreaBottom" fmla="*/ 25920 h 24480"/>
              </a:gdLst>
              <a:ahLst/>
              <a:cxnLst/>
              <a:rect l="textAreaLeft" t="textAreaTop" r="textAreaRight" b="textAreaBottom"/>
              <a:pathLst>
                <a:path w="297" h="287">
                  <a:moveTo>
                    <a:pt x="137" y="1"/>
                  </a:moveTo>
                  <a:cubicBezTo>
                    <a:pt x="69" y="1"/>
                    <a:pt x="19" y="41"/>
                    <a:pt x="0" y="98"/>
                  </a:cubicBezTo>
                  <a:cubicBezTo>
                    <a:pt x="0" y="189"/>
                    <a:pt x="46" y="258"/>
                    <a:pt x="114" y="280"/>
                  </a:cubicBezTo>
                  <a:cubicBezTo>
                    <a:pt x="126" y="284"/>
                    <a:pt x="138" y="286"/>
                    <a:pt x="149" y="286"/>
                  </a:cubicBezTo>
                  <a:cubicBezTo>
                    <a:pt x="205" y="286"/>
                    <a:pt x="255" y="242"/>
                    <a:pt x="274" y="166"/>
                  </a:cubicBezTo>
                  <a:cubicBezTo>
                    <a:pt x="297" y="98"/>
                    <a:pt x="251" y="29"/>
                    <a:pt x="183" y="6"/>
                  </a:cubicBezTo>
                  <a:cubicBezTo>
                    <a:pt x="167" y="2"/>
                    <a:pt x="151" y="1"/>
                    <a:pt x="137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052" name="Google Shape;2507;p14"/>
            <p:cNvSpPr/>
            <p:nvPr/>
          </p:nvSpPr>
          <p:spPr>
            <a:xfrm>
              <a:off x="9445320" y="3848040"/>
              <a:ext cx="39600" cy="34560"/>
            </a:xfrm>
            <a:custGeom>
              <a:avLst/>
              <a:gdLst>
                <a:gd name="textAreaLeft" fmla="*/ 0 w 39600"/>
                <a:gd name="textAreaRight" fmla="*/ 41040 w 39600"/>
                <a:gd name="textAreaTop" fmla="*/ 0 h 34560"/>
                <a:gd name="textAreaBottom" fmla="*/ 36000 h 34560"/>
              </a:gdLst>
              <a:ahLst/>
              <a:cxnLst/>
              <a:rect l="textAreaLeft" t="textAreaTop" r="textAreaRight" b="textAreaBottom"/>
              <a:pathLst>
                <a:path w="457" h="400">
                  <a:moveTo>
                    <a:pt x="238" y="1"/>
                  </a:moveTo>
                  <a:cubicBezTo>
                    <a:pt x="155" y="1"/>
                    <a:pt x="66" y="66"/>
                    <a:pt x="46" y="165"/>
                  </a:cubicBezTo>
                  <a:cubicBezTo>
                    <a:pt x="0" y="256"/>
                    <a:pt x="69" y="371"/>
                    <a:pt x="183" y="393"/>
                  </a:cubicBezTo>
                  <a:cubicBezTo>
                    <a:pt x="202" y="397"/>
                    <a:pt x="220" y="399"/>
                    <a:pt x="238" y="399"/>
                  </a:cubicBezTo>
                  <a:cubicBezTo>
                    <a:pt x="326" y="399"/>
                    <a:pt x="396" y="352"/>
                    <a:pt x="434" y="256"/>
                  </a:cubicBezTo>
                  <a:cubicBezTo>
                    <a:pt x="457" y="142"/>
                    <a:pt x="388" y="28"/>
                    <a:pt x="274" y="5"/>
                  </a:cubicBezTo>
                  <a:cubicBezTo>
                    <a:pt x="262" y="2"/>
                    <a:pt x="250" y="1"/>
                    <a:pt x="238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8000" rIns="90000" bIns="180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053" name="Google Shape;2508;p14"/>
            <p:cNvSpPr/>
            <p:nvPr/>
          </p:nvSpPr>
          <p:spPr>
            <a:xfrm>
              <a:off x="9080640" y="4653000"/>
              <a:ext cx="33480" cy="3024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30240"/>
                <a:gd name="textAreaBottom" fmla="*/ 31680 h 30240"/>
              </a:gdLst>
              <a:ahLst/>
              <a:cxnLst/>
              <a:rect l="textAreaLeft" t="textAreaTop" r="textAreaRight" b="textAreaBottom"/>
              <a:pathLst>
                <a:path w="389" h="354">
                  <a:moveTo>
                    <a:pt x="182" y="1"/>
                  </a:moveTo>
                  <a:cubicBezTo>
                    <a:pt x="108" y="1"/>
                    <a:pt x="42" y="45"/>
                    <a:pt x="23" y="121"/>
                  </a:cubicBezTo>
                  <a:cubicBezTo>
                    <a:pt x="0" y="235"/>
                    <a:pt x="46" y="326"/>
                    <a:pt x="160" y="349"/>
                  </a:cubicBezTo>
                  <a:cubicBezTo>
                    <a:pt x="172" y="352"/>
                    <a:pt x="184" y="353"/>
                    <a:pt x="196" y="353"/>
                  </a:cubicBezTo>
                  <a:cubicBezTo>
                    <a:pt x="274" y="353"/>
                    <a:pt x="346" y="291"/>
                    <a:pt x="365" y="212"/>
                  </a:cubicBezTo>
                  <a:cubicBezTo>
                    <a:pt x="388" y="121"/>
                    <a:pt x="343" y="29"/>
                    <a:pt x="228" y="7"/>
                  </a:cubicBezTo>
                  <a:cubicBezTo>
                    <a:pt x="213" y="3"/>
                    <a:pt x="197" y="1"/>
                    <a:pt x="182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840" rIns="90000" bIns="158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054" name="Google Shape;2509;p14"/>
            <p:cNvSpPr/>
            <p:nvPr/>
          </p:nvSpPr>
          <p:spPr>
            <a:xfrm>
              <a:off x="9174960" y="4511880"/>
              <a:ext cx="39600" cy="36360"/>
            </a:xfrm>
            <a:custGeom>
              <a:avLst/>
              <a:gdLst>
                <a:gd name="textAreaLeft" fmla="*/ 0 w 39600"/>
                <a:gd name="textAreaRight" fmla="*/ 41040 w 39600"/>
                <a:gd name="textAreaTop" fmla="*/ 0 h 36360"/>
                <a:gd name="textAreaBottom" fmla="*/ 37800 h 36360"/>
              </a:gdLst>
              <a:ahLst/>
              <a:cxnLst/>
              <a:rect l="textAreaLeft" t="textAreaTop" r="textAreaRight" b="textAreaBottom"/>
              <a:pathLst>
                <a:path w="457" h="420">
                  <a:moveTo>
                    <a:pt x="230" y="0"/>
                  </a:moveTo>
                  <a:cubicBezTo>
                    <a:pt x="132" y="0"/>
                    <a:pt x="43" y="65"/>
                    <a:pt x="23" y="165"/>
                  </a:cubicBezTo>
                  <a:cubicBezTo>
                    <a:pt x="0" y="256"/>
                    <a:pt x="69" y="370"/>
                    <a:pt x="183" y="416"/>
                  </a:cubicBezTo>
                  <a:cubicBezTo>
                    <a:pt x="195" y="419"/>
                    <a:pt x="207" y="420"/>
                    <a:pt x="219" y="420"/>
                  </a:cubicBezTo>
                  <a:cubicBezTo>
                    <a:pt x="302" y="420"/>
                    <a:pt x="391" y="355"/>
                    <a:pt x="411" y="256"/>
                  </a:cubicBezTo>
                  <a:cubicBezTo>
                    <a:pt x="457" y="142"/>
                    <a:pt x="388" y="28"/>
                    <a:pt x="274" y="5"/>
                  </a:cubicBezTo>
                  <a:cubicBezTo>
                    <a:pt x="259" y="2"/>
                    <a:pt x="245" y="0"/>
                    <a:pt x="230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8720" rIns="90000" bIns="187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055" name="Google Shape;2510;p14"/>
            <p:cNvSpPr/>
            <p:nvPr/>
          </p:nvSpPr>
          <p:spPr>
            <a:xfrm>
              <a:off x="9068400" y="4151160"/>
              <a:ext cx="33480" cy="3024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30240"/>
                <a:gd name="textAreaBottom" fmla="*/ 31680 h 30240"/>
              </a:gdLst>
              <a:ahLst/>
              <a:cxnLst/>
              <a:rect l="textAreaLeft" t="textAreaTop" r="textAreaRight" b="textAreaBottom"/>
              <a:pathLst>
                <a:path w="389" h="354">
                  <a:moveTo>
                    <a:pt x="182" y="1"/>
                  </a:moveTo>
                  <a:cubicBezTo>
                    <a:pt x="108" y="1"/>
                    <a:pt x="42" y="45"/>
                    <a:pt x="23" y="121"/>
                  </a:cubicBezTo>
                  <a:cubicBezTo>
                    <a:pt x="0" y="212"/>
                    <a:pt x="69" y="303"/>
                    <a:pt x="160" y="349"/>
                  </a:cubicBezTo>
                  <a:cubicBezTo>
                    <a:pt x="172" y="352"/>
                    <a:pt x="184" y="353"/>
                    <a:pt x="196" y="353"/>
                  </a:cubicBezTo>
                  <a:cubicBezTo>
                    <a:pt x="274" y="353"/>
                    <a:pt x="346" y="291"/>
                    <a:pt x="365" y="212"/>
                  </a:cubicBezTo>
                  <a:cubicBezTo>
                    <a:pt x="388" y="121"/>
                    <a:pt x="320" y="29"/>
                    <a:pt x="229" y="6"/>
                  </a:cubicBezTo>
                  <a:cubicBezTo>
                    <a:pt x="213" y="3"/>
                    <a:pt x="197" y="1"/>
                    <a:pt x="182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840" rIns="90000" bIns="158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056" name="Google Shape;2511;p14"/>
            <p:cNvSpPr/>
            <p:nvPr/>
          </p:nvSpPr>
          <p:spPr>
            <a:xfrm>
              <a:off x="9480240" y="3950640"/>
              <a:ext cx="31320" cy="30240"/>
            </a:xfrm>
            <a:custGeom>
              <a:avLst/>
              <a:gdLst>
                <a:gd name="textAreaLeft" fmla="*/ 0 w 31320"/>
                <a:gd name="textAreaRight" fmla="*/ 32760 w 31320"/>
                <a:gd name="textAreaTop" fmla="*/ 0 h 30240"/>
                <a:gd name="textAreaBottom" fmla="*/ 31680 h 30240"/>
              </a:gdLst>
              <a:ahLst/>
              <a:cxnLst/>
              <a:rect l="textAreaLeft" t="textAreaTop" r="textAreaRight" b="textAreaBottom"/>
              <a:pathLst>
                <a:path w="366" h="352">
                  <a:moveTo>
                    <a:pt x="193" y="0"/>
                  </a:moveTo>
                  <a:cubicBezTo>
                    <a:pt x="114" y="0"/>
                    <a:pt x="43" y="62"/>
                    <a:pt x="23" y="142"/>
                  </a:cubicBezTo>
                  <a:cubicBezTo>
                    <a:pt x="0" y="233"/>
                    <a:pt x="46" y="324"/>
                    <a:pt x="137" y="347"/>
                  </a:cubicBezTo>
                  <a:cubicBezTo>
                    <a:pt x="149" y="350"/>
                    <a:pt x="161" y="351"/>
                    <a:pt x="173" y="351"/>
                  </a:cubicBezTo>
                  <a:cubicBezTo>
                    <a:pt x="251" y="351"/>
                    <a:pt x="323" y="289"/>
                    <a:pt x="343" y="210"/>
                  </a:cubicBezTo>
                  <a:cubicBezTo>
                    <a:pt x="365" y="119"/>
                    <a:pt x="320" y="27"/>
                    <a:pt x="228" y="5"/>
                  </a:cubicBezTo>
                  <a:cubicBezTo>
                    <a:pt x="216" y="2"/>
                    <a:pt x="204" y="0"/>
                    <a:pt x="193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840" rIns="90000" bIns="158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057" name="Google Shape;2512;p14"/>
            <p:cNvSpPr/>
            <p:nvPr/>
          </p:nvSpPr>
          <p:spPr>
            <a:xfrm>
              <a:off x="8965800" y="3477240"/>
              <a:ext cx="25200" cy="22320"/>
            </a:xfrm>
            <a:custGeom>
              <a:avLst/>
              <a:gdLst>
                <a:gd name="textAreaLeft" fmla="*/ 0 w 25200"/>
                <a:gd name="textAreaRight" fmla="*/ 26640 w 25200"/>
                <a:gd name="textAreaTop" fmla="*/ 0 h 22320"/>
                <a:gd name="textAreaBottom" fmla="*/ 23760 h 22320"/>
              </a:gdLst>
              <a:ahLst/>
              <a:cxnLst/>
              <a:rect l="textAreaLeft" t="textAreaTop" r="textAreaRight" b="textAreaBottom"/>
              <a:pathLst>
                <a:path w="298" h="263">
                  <a:moveTo>
                    <a:pt x="147" y="0"/>
                  </a:moveTo>
                  <a:cubicBezTo>
                    <a:pt x="92" y="0"/>
                    <a:pt x="43" y="41"/>
                    <a:pt x="24" y="97"/>
                  </a:cubicBezTo>
                  <a:cubicBezTo>
                    <a:pt x="1" y="166"/>
                    <a:pt x="47" y="234"/>
                    <a:pt x="115" y="257"/>
                  </a:cubicBezTo>
                  <a:cubicBezTo>
                    <a:pt x="127" y="261"/>
                    <a:pt x="139" y="263"/>
                    <a:pt x="151" y="263"/>
                  </a:cubicBezTo>
                  <a:cubicBezTo>
                    <a:pt x="206" y="263"/>
                    <a:pt x="256" y="222"/>
                    <a:pt x="275" y="166"/>
                  </a:cubicBezTo>
                  <a:cubicBezTo>
                    <a:pt x="298" y="97"/>
                    <a:pt x="252" y="29"/>
                    <a:pt x="184" y="6"/>
                  </a:cubicBezTo>
                  <a:cubicBezTo>
                    <a:pt x="171" y="2"/>
                    <a:pt x="159" y="0"/>
                    <a:pt x="147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880" rIns="90000" bIns="118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058" name="Google Shape;2513;p14"/>
            <p:cNvSpPr/>
            <p:nvPr/>
          </p:nvSpPr>
          <p:spPr>
            <a:xfrm>
              <a:off x="9469800" y="4221000"/>
              <a:ext cx="37440" cy="34200"/>
            </a:xfrm>
            <a:custGeom>
              <a:avLst/>
              <a:gdLst>
                <a:gd name="textAreaLeft" fmla="*/ 0 w 37440"/>
                <a:gd name="textAreaRight" fmla="*/ 38880 w 37440"/>
                <a:gd name="textAreaTop" fmla="*/ 0 h 34200"/>
                <a:gd name="textAreaBottom" fmla="*/ 35640 h 34200"/>
              </a:gdLst>
              <a:ahLst/>
              <a:cxnLst/>
              <a:rect l="textAreaLeft" t="textAreaTop" r="textAreaRight" b="textAreaBottom"/>
              <a:pathLst>
                <a:path w="434" h="397">
                  <a:moveTo>
                    <a:pt x="231" y="0"/>
                  </a:moveTo>
                  <a:cubicBezTo>
                    <a:pt x="137" y="0"/>
                    <a:pt x="63" y="65"/>
                    <a:pt x="23" y="164"/>
                  </a:cubicBezTo>
                  <a:cubicBezTo>
                    <a:pt x="0" y="256"/>
                    <a:pt x="68" y="370"/>
                    <a:pt x="183" y="393"/>
                  </a:cubicBezTo>
                  <a:cubicBezTo>
                    <a:pt x="195" y="396"/>
                    <a:pt x="207" y="397"/>
                    <a:pt x="220" y="397"/>
                  </a:cubicBezTo>
                  <a:cubicBezTo>
                    <a:pt x="302" y="397"/>
                    <a:pt x="391" y="335"/>
                    <a:pt x="411" y="256"/>
                  </a:cubicBezTo>
                  <a:cubicBezTo>
                    <a:pt x="434" y="141"/>
                    <a:pt x="365" y="50"/>
                    <a:pt x="274" y="5"/>
                  </a:cubicBezTo>
                  <a:cubicBezTo>
                    <a:pt x="259" y="2"/>
                    <a:pt x="245" y="0"/>
                    <a:pt x="231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7640" rIns="90000" bIns="176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059" name="Google Shape;2514;p14"/>
            <p:cNvSpPr/>
            <p:nvPr/>
          </p:nvSpPr>
          <p:spPr>
            <a:xfrm>
              <a:off x="8990640" y="3669840"/>
              <a:ext cx="25200" cy="24480"/>
            </a:xfrm>
            <a:custGeom>
              <a:avLst/>
              <a:gdLst>
                <a:gd name="textAreaLeft" fmla="*/ 0 w 25200"/>
                <a:gd name="textAreaRight" fmla="*/ 26640 w 25200"/>
                <a:gd name="textAreaTop" fmla="*/ 0 h 24480"/>
                <a:gd name="textAreaBottom" fmla="*/ 25920 h 24480"/>
              </a:gdLst>
              <a:ahLst/>
              <a:cxnLst/>
              <a:rect l="textAreaLeft" t="textAreaTop" r="textAreaRight" b="textAreaBottom"/>
              <a:pathLst>
                <a:path w="298" h="287">
                  <a:moveTo>
                    <a:pt x="147" y="1"/>
                  </a:moveTo>
                  <a:cubicBezTo>
                    <a:pt x="86" y="1"/>
                    <a:pt x="24" y="45"/>
                    <a:pt x="24" y="121"/>
                  </a:cubicBezTo>
                  <a:cubicBezTo>
                    <a:pt x="1" y="189"/>
                    <a:pt x="47" y="258"/>
                    <a:pt x="115" y="280"/>
                  </a:cubicBezTo>
                  <a:cubicBezTo>
                    <a:pt x="127" y="284"/>
                    <a:pt x="140" y="286"/>
                    <a:pt x="153" y="286"/>
                  </a:cubicBezTo>
                  <a:cubicBezTo>
                    <a:pt x="214" y="286"/>
                    <a:pt x="279" y="245"/>
                    <a:pt x="298" y="189"/>
                  </a:cubicBezTo>
                  <a:cubicBezTo>
                    <a:pt x="298" y="98"/>
                    <a:pt x="252" y="29"/>
                    <a:pt x="183" y="7"/>
                  </a:cubicBezTo>
                  <a:cubicBezTo>
                    <a:pt x="172" y="3"/>
                    <a:pt x="159" y="1"/>
                    <a:pt x="147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060" name="Google Shape;2515;p14"/>
            <p:cNvSpPr/>
            <p:nvPr/>
          </p:nvSpPr>
          <p:spPr>
            <a:xfrm>
              <a:off x="5479560" y="1762920"/>
              <a:ext cx="35640" cy="32400"/>
            </a:xfrm>
            <a:custGeom>
              <a:avLst/>
              <a:gdLst>
                <a:gd name="textAreaLeft" fmla="*/ 0 w 35640"/>
                <a:gd name="textAreaRight" fmla="*/ 37080 w 35640"/>
                <a:gd name="textAreaTop" fmla="*/ 0 h 32400"/>
                <a:gd name="textAreaBottom" fmla="*/ 33840 h 32400"/>
              </a:gdLst>
              <a:ahLst/>
              <a:cxnLst/>
              <a:rect l="textAreaLeft" t="textAreaTop" r="textAreaRight" b="textAreaBottom"/>
              <a:pathLst>
                <a:path w="412" h="376">
                  <a:moveTo>
                    <a:pt x="204" y="1"/>
                  </a:moveTo>
                  <a:cubicBezTo>
                    <a:pt x="125" y="1"/>
                    <a:pt x="42" y="48"/>
                    <a:pt x="23" y="143"/>
                  </a:cubicBezTo>
                  <a:cubicBezTo>
                    <a:pt x="0" y="234"/>
                    <a:pt x="69" y="349"/>
                    <a:pt x="160" y="371"/>
                  </a:cubicBezTo>
                  <a:cubicBezTo>
                    <a:pt x="172" y="374"/>
                    <a:pt x="184" y="376"/>
                    <a:pt x="197" y="376"/>
                  </a:cubicBezTo>
                  <a:cubicBezTo>
                    <a:pt x="280" y="376"/>
                    <a:pt x="369" y="314"/>
                    <a:pt x="388" y="234"/>
                  </a:cubicBezTo>
                  <a:cubicBezTo>
                    <a:pt x="411" y="143"/>
                    <a:pt x="343" y="29"/>
                    <a:pt x="251" y="6"/>
                  </a:cubicBezTo>
                  <a:cubicBezTo>
                    <a:pt x="236" y="2"/>
                    <a:pt x="220" y="1"/>
                    <a:pt x="204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6920" rIns="90000" bIns="169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061" name="Google Shape;2516;p14"/>
            <p:cNvSpPr/>
            <p:nvPr/>
          </p:nvSpPr>
          <p:spPr>
            <a:xfrm>
              <a:off x="9279360" y="4728960"/>
              <a:ext cx="39600" cy="36360"/>
            </a:xfrm>
            <a:custGeom>
              <a:avLst/>
              <a:gdLst>
                <a:gd name="textAreaLeft" fmla="*/ 0 w 39600"/>
                <a:gd name="textAreaRight" fmla="*/ 41040 w 39600"/>
                <a:gd name="textAreaTop" fmla="*/ 0 h 36360"/>
                <a:gd name="textAreaBottom" fmla="*/ 37800 h 36360"/>
              </a:gdLst>
              <a:ahLst/>
              <a:cxnLst/>
              <a:rect l="textAreaLeft" t="textAreaTop" r="textAreaRight" b="textAreaBottom"/>
              <a:pathLst>
                <a:path w="457" h="421">
                  <a:moveTo>
                    <a:pt x="230" y="1"/>
                  </a:moveTo>
                  <a:cubicBezTo>
                    <a:pt x="132" y="1"/>
                    <a:pt x="43" y="66"/>
                    <a:pt x="23" y="165"/>
                  </a:cubicBezTo>
                  <a:cubicBezTo>
                    <a:pt x="0" y="279"/>
                    <a:pt x="69" y="370"/>
                    <a:pt x="160" y="416"/>
                  </a:cubicBezTo>
                  <a:cubicBezTo>
                    <a:pt x="175" y="419"/>
                    <a:pt x="190" y="420"/>
                    <a:pt x="204" y="420"/>
                  </a:cubicBezTo>
                  <a:cubicBezTo>
                    <a:pt x="302" y="420"/>
                    <a:pt x="391" y="356"/>
                    <a:pt x="411" y="256"/>
                  </a:cubicBezTo>
                  <a:cubicBezTo>
                    <a:pt x="457" y="142"/>
                    <a:pt x="388" y="28"/>
                    <a:pt x="274" y="5"/>
                  </a:cubicBezTo>
                  <a:cubicBezTo>
                    <a:pt x="259" y="2"/>
                    <a:pt x="245" y="1"/>
                    <a:pt x="230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8720" rIns="90000" bIns="187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062" name="Google Shape;2517;p14"/>
            <p:cNvSpPr/>
            <p:nvPr/>
          </p:nvSpPr>
          <p:spPr>
            <a:xfrm>
              <a:off x="9152280" y="4716720"/>
              <a:ext cx="29520" cy="17640"/>
            </a:xfrm>
            <a:custGeom>
              <a:avLst/>
              <a:gdLst>
                <a:gd name="textAreaLeft" fmla="*/ 0 w 29520"/>
                <a:gd name="textAreaRight" fmla="*/ 30960 w 29520"/>
                <a:gd name="textAreaTop" fmla="*/ 0 h 17640"/>
                <a:gd name="textAreaBottom" fmla="*/ 19080 h 17640"/>
              </a:gdLst>
              <a:ahLst/>
              <a:cxnLst/>
              <a:rect l="textAreaLeft" t="textAreaTop" r="textAreaRight" b="textAreaBottom"/>
              <a:pathLst>
                <a:path w="343" h="211">
                  <a:moveTo>
                    <a:pt x="154" y="1"/>
                  </a:moveTo>
                  <a:cubicBezTo>
                    <a:pt x="91" y="1"/>
                    <a:pt x="20" y="60"/>
                    <a:pt x="0" y="119"/>
                  </a:cubicBezTo>
                  <a:lnTo>
                    <a:pt x="320" y="211"/>
                  </a:lnTo>
                  <a:cubicBezTo>
                    <a:pt x="342" y="119"/>
                    <a:pt x="274" y="28"/>
                    <a:pt x="183" y="5"/>
                  </a:cubicBezTo>
                  <a:cubicBezTo>
                    <a:pt x="174" y="2"/>
                    <a:pt x="164" y="1"/>
                    <a:pt x="154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360" rIns="90000" bIns="93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063" name="Google Shape;2518;p14"/>
            <p:cNvSpPr/>
            <p:nvPr/>
          </p:nvSpPr>
          <p:spPr>
            <a:xfrm>
              <a:off x="10545480" y="3300480"/>
              <a:ext cx="33480" cy="3132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31320"/>
                <a:gd name="textAreaBottom" fmla="*/ 32760 h 31320"/>
              </a:gdLst>
              <a:ahLst/>
              <a:cxnLst/>
              <a:rect l="textAreaLeft" t="textAreaTop" r="textAreaRight" b="textAreaBottom"/>
              <a:pathLst>
                <a:path w="389" h="364">
                  <a:moveTo>
                    <a:pt x="180" y="0"/>
                  </a:moveTo>
                  <a:cubicBezTo>
                    <a:pt x="101" y="0"/>
                    <a:pt x="41" y="58"/>
                    <a:pt x="23" y="129"/>
                  </a:cubicBezTo>
                  <a:cubicBezTo>
                    <a:pt x="0" y="243"/>
                    <a:pt x="46" y="335"/>
                    <a:pt x="160" y="357"/>
                  </a:cubicBezTo>
                  <a:cubicBezTo>
                    <a:pt x="175" y="361"/>
                    <a:pt x="191" y="363"/>
                    <a:pt x="205" y="363"/>
                  </a:cubicBezTo>
                  <a:cubicBezTo>
                    <a:pt x="280" y="363"/>
                    <a:pt x="346" y="316"/>
                    <a:pt x="366" y="220"/>
                  </a:cubicBezTo>
                  <a:cubicBezTo>
                    <a:pt x="388" y="129"/>
                    <a:pt x="343" y="38"/>
                    <a:pt x="251" y="15"/>
                  </a:cubicBezTo>
                  <a:cubicBezTo>
                    <a:pt x="226" y="5"/>
                    <a:pt x="202" y="0"/>
                    <a:pt x="180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6200" rIns="90000" bIns="162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064" name="Google Shape;2519;p14"/>
            <p:cNvSpPr/>
            <p:nvPr/>
          </p:nvSpPr>
          <p:spPr>
            <a:xfrm>
              <a:off x="10522800" y="3219120"/>
              <a:ext cx="33480" cy="3240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32400"/>
                <a:gd name="textAreaBottom" fmla="*/ 33840 h 32400"/>
              </a:gdLst>
              <a:ahLst/>
              <a:cxnLst/>
              <a:rect l="textAreaLeft" t="textAreaTop" r="textAreaRight" b="textAreaBottom"/>
              <a:pathLst>
                <a:path w="389" h="376">
                  <a:moveTo>
                    <a:pt x="183" y="0"/>
                  </a:moveTo>
                  <a:cubicBezTo>
                    <a:pt x="109" y="0"/>
                    <a:pt x="42" y="48"/>
                    <a:pt x="23" y="143"/>
                  </a:cubicBezTo>
                  <a:cubicBezTo>
                    <a:pt x="0" y="234"/>
                    <a:pt x="46" y="326"/>
                    <a:pt x="137" y="371"/>
                  </a:cubicBezTo>
                  <a:cubicBezTo>
                    <a:pt x="152" y="374"/>
                    <a:pt x="167" y="376"/>
                    <a:pt x="181" y="376"/>
                  </a:cubicBezTo>
                  <a:cubicBezTo>
                    <a:pt x="274" y="376"/>
                    <a:pt x="346" y="314"/>
                    <a:pt x="365" y="234"/>
                  </a:cubicBezTo>
                  <a:cubicBezTo>
                    <a:pt x="388" y="120"/>
                    <a:pt x="343" y="29"/>
                    <a:pt x="228" y="6"/>
                  </a:cubicBezTo>
                  <a:cubicBezTo>
                    <a:pt x="213" y="2"/>
                    <a:pt x="198" y="0"/>
                    <a:pt x="183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6920" rIns="90000" bIns="169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065" name="Google Shape;2520;p14"/>
            <p:cNvSpPr/>
            <p:nvPr/>
          </p:nvSpPr>
          <p:spPr>
            <a:xfrm>
              <a:off x="10602720" y="3879360"/>
              <a:ext cx="27360" cy="2592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25920"/>
                <a:gd name="textAreaBottom" fmla="*/ 27360 h 25920"/>
              </a:gdLst>
              <a:ahLst/>
              <a:cxnLst/>
              <a:rect l="textAreaLeft" t="textAreaTop" r="textAreaRight" b="textAreaBottom"/>
              <a:pathLst>
                <a:path w="320" h="304">
                  <a:moveTo>
                    <a:pt x="206" y="1"/>
                  </a:moveTo>
                  <a:cubicBezTo>
                    <a:pt x="115" y="1"/>
                    <a:pt x="46" y="46"/>
                    <a:pt x="23" y="115"/>
                  </a:cubicBezTo>
                  <a:cubicBezTo>
                    <a:pt x="0" y="206"/>
                    <a:pt x="46" y="297"/>
                    <a:pt x="115" y="297"/>
                  </a:cubicBezTo>
                  <a:cubicBezTo>
                    <a:pt x="131" y="301"/>
                    <a:pt x="147" y="303"/>
                    <a:pt x="163" y="303"/>
                  </a:cubicBezTo>
                  <a:cubicBezTo>
                    <a:pt x="236" y="303"/>
                    <a:pt x="301" y="262"/>
                    <a:pt x="320" y="206"/>
                  </a:cubicBezTo>
                  <a:cubicBezTo>
                    <a:pt x="320" y="115"/>
                    <a:pt x="274" y="24"/>
                    <a:pt x="206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3680" rIns="90000" bIns="136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066" name="Google Shape;2521;p14"/>
            <p:cNvSpPr/>
            <p:nvPr/>
          </p:nvSpPr>
          <p:spPr>
            <a:xfrm>
              <a:off x="10598400" y="3018600"/>
              <a:ext cx="29520" cy="26280"/>
            </a:xfrm>
            <a:custGeom>
              <a:avLst/>
              <a:gdLst>
                <a:gd name="textAreaLeft" fmla="*/ 0 w 29520"/>
                <a:gd name="textAreaRight" fmla="*/ 30960 w 29520"/>
                <a:gd name="textAreaTop" fmla="*/ 0 h 26280"/>
                <a:gd name="textAreaBottom" fmla="*/ 27720 h 26280"/>
              </a:gdLst>
              <a:ahLst/>
              <a:cxnLst/>
              <a:rect l="textAreaLeft" t="textAreaTop" r="textAreaRight" b="textAreaBottom"/>
              <a:pathLst>
                <a:path w="344" h="309">
                  <a:moveTo>
                    <a:pt x="160" y="0"/>
                  </a:moveTo>
                  <a:cubicBezTo>
                    <a:pt x="86" y="0"/>
                    <a:pt x="20" y="45"/>
                    <a:pt x="1" y="120"/>
                  </a:cubicBezTo>
                  <a:cubicBezTo>
                    <a:pt x="1" y="212"/>
                    <a:pt x="46" y="280"/>
                    <a:pt x="115" y="303"/>
                  </a:cubicBezTo>
                  <a:cubicBezTo>
                    <a:pt x="131" y="307"/>
                    <a:pt x="146" y="309"/>
                    <a:pt x="162" y="309"/>
                  </a:cubicBezTo>
                  <a:cubicBezTo>
                    <a:pt x="236" y="309"/>
                    <a:pt x="301" y="264"/>
                    <a:pt x="320" y="189"/>
                  </a:cubicBezTo>
                  <a:cubicBezTo>
                    <a:pt x="343" y="97"/>
                    <a:pt x="297" y="29"/>
                    <a:pt x="206" y="6"/>
                  </a:cubicBezTo>
                  <a:cubicBezTo>
                    <a:pt x="191" y="2"/>
                    <a:pt x="175" y="0"/>
                    <a:pt x="160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3680" rIns="90000" bIns="136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067" name="Google Shape;2522;p14"/>
            <p:cNvSpPr/>
            <p:nvPr/>
          </p:nvSpPr>
          <p:spPr>
            <a:xfrm>
              <a:off x="9996480" y="4554720"/>
              <a:ext cx="37440" cy="35280"/>
            </a:xfrm>
            <a:custGeom>
              <a:avLst/>
              <a:gdLst>
                <a:gd name="textAreaLeft" fmla="*/ 0 w 37440"/>
                <a:gd name="textAreaRight" fmla="*/ 38880 w 37440"/>
                <a:gd name="textAreaTop" fmla="*/ 0 h 35280"/>
                <a:gd name="textAreaBottom" fmla="*/ 36720 h 35280"/>
              </a:gdLst>
              <a:ahLst/>
              <a:cxnLst/>
              <a:rect l="textAreaLeft" t="textAreaTop" r="textAreaRight" b="textAreaBottom"/>
              <a:pathLst>
                <a:path w="434" h="408">
                  <a:moveTo>
                    <a:pt x="230" y="1"/>
                  </a:moveTo>
                  <a:cubicBezTo>
                    <a:pt x="132" y="1"/>
                    <a:pt x="43" y="65"/>
                    <a:pt x="23" y="165"/>
                  </a:cubicBezTo>
                  <a:cubicBezTo>
                    <a:pt x="0" y="256"/>
                    <a:pt x="69" y="370"/>
                    <a:pt x="160" y="393"/>
                  </a:cubicBezTo>
                  <a:cubicBezTo>
                    <a:pt x="184" y="403"/>
                    <a:pt x="209" y="407"/>
                    <a:pt x="232" y="407"/>
                  </a:cubicBezTo>
                  <a:cubicBezTo>
                    <a:pt x="319" y="407"/>
                    <a:pt x="393" y="346"/>
                    <a:pt x="411" y="256"/>
                  </a:cubicBezTo>
                  <a:cubicBezTo>
                    <a:pt x="434" y="142"/>
                    <a:pt x="388" y="28"/>
                    <a:pt x="274" y="5"/>
                  </a:cubicBezTo>
                  <a:cubicBezTo>
                    <a:pt x="259" y="2"/>
                    <a:pt x="245" y="1"/>
                    <a:pt x="230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8360" rIns="90000" bIns="183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068" name="Google Shape;2523;p14"/>
            <p:cNvSpPr/>
            <p:nvPr/>
          </p:nvSpPr>
          <p:spPr>
            <a:xfrm>
              <a:off x="9840600" y="3561480"/>
              <a:ext cx="33480" cy="3024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30240"/>
                <a:gd name="textAreaBottom" fmla="*/ 31680 h 30240"/>
              </a:gdLst>
              <a:ahLst/>
              <a:cxnLst/>
              <a:rect l="textAreaLeft" t="textAreaTop" r="textAreaRight" b="textAreaBottom"/>
              <a:pathLst>
                <a:path w="389" h="353">
                  <a:moveTo>
                    <a:pt x="193" y="0"/>
                  </a:moveTo>
                  <a:cubicBezTo>
                    <a:pt x="115" y="0"/>
                    <a:pt x="43" y="62"/>
                    <a:pt x="23" y="142"/>
                  </a:cubicBezTo>
                  <a:cubicBezTo>
                    <a:pt x="0" y="233"/>
                    <a:pt x="46" y="324"/>
                    <a:pt x="137" y="347"/>
                  </a:cubicBezTo>
                  <a:cubicBezTo>
                    <a:pt x="157" y="351"/>
                    <a:pt x="176" y="353"/>
                    <a:pt x="194" y="353"/>
                  </a:cubicBezTo>
                  <a:cubicBezTo>
                    <a:pt x="281" y="353"/>
                    <a:pt x="347" y="309"/>
                    <a:pt x="366" y="233"/>
                  </a:cubicBezTo>
                  <a:cubicBezTo>
                    <a:pt x="388" y="142"/>
                    <a:pt x="320" y="28"/>
                    <a:pt x="229" y="5"/>
                  </a:cubicBezTo>
                  <a:cubicBezTo>
                    <a:pt x="217" y="2"/>
                    <a:pt x="205" y="0"/>
                    <a:pt x="193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840" rIns="90000" bIns="158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069" name="Google Shape;2524;p14"/>
            <p:cNvSpPr/>
            <p:nvPr/>
          </p:nvSpPr>
          <p:spPr>
            <a:xfrm>
              <a:off x="9633960" y="2998080"/>
              <a:ext cx="35280" cy="32400"/>
            </a:xfrm>
            <a:custGeom>
              <a:avLst/>
              <a:gdLst>
                <a:gd name="textAreaLeft" fmla="*/ 0 w 35280"/>
                <a:gd name="textAreaRight" fmla="*/ 36720 w 35280"/>
                <a:gd name="textAreaTop" fmla="*/ 0 h 32400"/>
                <a:gd name="textAreaBottom" fmla="*/ 33840 h 32400"/>
              </a:gdLst>
              <a:ahLst/>
              <a:cxnLst/>
              <a:rect l="textAreaLeft" t="textAreaTop" r="textAreaRight" b="textAreaBottom"/>
              <a:pathLst>
                <a:path w="411" h="376">
                  <a:moveTo>
                    <a:pt x="214" y="0"/>
                  </a:moveTo>
                  <a:cubicBezTo>
                    <a:pt x="131" y="0"/>
                    <a:pt x="43" y="63"/>
                    <a:pt x="23" y="142"/>
                  </a:cubicBezTo>
                  <a:cubicBezTo>
                    <a:pt x="0" y="256"/>
                    <a:pt x="69" y="347"/>
                    <a:pt x="160" y="370"/>
                  </a:cubicBezTo>
                  <a:cubicBezTo>
                    <a:pt x="179" y="374"/>
                    <a:pt x="197" y="376"/>
                    <a:pt x="215" y="376"/>
                  </a:cubicBezTo>
                  <a:cubicBezTo>
                    <a:pt x="302" y="376"/>
                    <a:pt x="369" y="328"/>
                    <a:pt x="388" y="233"/>
                  </a:cubicBezTo>
                  <a:cubicBezTo>
                    <a:pt x="411" y="142"/>
                    <a:pt x="365" y="28"/>
                    <a:pt x="251" y="5"/>
                  </a:cubicBezTo>
                  <a:cubicBezTo>
                    <a:pt x="239" y="2"/>
                    <a:pt x="227" y="0"/>
                    <a:pt x="214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6920" rIns="90000" bIns="169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070" name="Google Shape;2525;p14"/>
            <p:cNvSpPr/>
            <p:nvPr/>
          </p:nvSpPr>
          <p:spPr>
            <a:xfrm>
              <a:off x="9455400" y="2543400"/>
              <a:ext cx="31320" cy="28440"/>
            </a:xfrm>
            <a:custGeom>
              <a:avLst/>
              <a:gdLst>
                <a:gd name="textAreaLeft" fmla="*/ 0 w 31320"/>
                <a:gd name="textAreaRight" fmla="*/ 32760 w 31320"/>
                <a:gd name="textAreaTop" fmla="*/ 0 h 28440"/>
                <a:gd name="textAreaBottom" fmla="*/ 29880 h 28440"/>
              </a:gdLst>
              <a:ahLst/>
              <a:cxnLst/>
              <a:rect l="textAreaLeft" t="textAreaTop" r="textAreaRight" b="textAreaBottom"/>
              <a:pathLst>
                <a:path w="366" h="331">
                  <a:moveTo>
                    <a:pt x="171" y="0"/>
                  </a:moveTo>
                  <a:cubicBezTo>
                    <a:pt x="97" y="0"/>
                    <a:pt x="43" y="62"/>
                    <a:pt x="23" y="142"/>
                  </a:cubicBezTo>
                  <a:cubicBezTo>
                    <a:pt x="0" y="210"/>
                    <a:pt x="46" y="301"/>
                    <a:pt x="137" y="324"/>
                  </a:cubicBezTo>
                  <a:cubicBezTo>
                    <a:pt x="153" y="328"/>
                    <a:pt x="169" y="330"/>
                    <a:pt x="184" y="330"/>
                  </a:cubicBezTo>
                  <a:cubicBezTo>
                    <a:pt x="258" y="330"/>
                    <a:pt x="324" y="286"/>
                    <a:pt x="343" y="210"/>
                  </a:cubicBezTo>
                  <a:cubicBezTo>
                    <a:pt x="365" y="119"/>
                    <a:pt x="297" y="27"/>
                    <a:pt x="206" y="5"/>
                  </a:cubicBezTo>
                  <a:cubicBezTo>
                    <a:pt x="194" y="2"/>
                    <a:pt x="182" y="0"/>
                    <a:pt x="171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4760" rIns="90000" bIns="147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071" name="Google Shape;2526;p14"/>
            <p:cNvSpPr/>
            <p:nvPr/>
          </p:nvSpPr>
          <p:spPr>
            <a:xfrm>
              <a:off x="9494280" y="2642760"/>
              <a:ext cx="39600" cy="35280"/>
            </a:xfrm>
            <a:custGeom>
              <a:avLst/>
              <a:gdLst>
                <a:gd name="textAreaLeft" fmla="*/ 0 w 39600"/>
                <a:gd name="textAreaRight" fmla="*/ 41040 w 39600"/>
                <a:gd name="textAreaTop" fmla="*/ 0 h 35280"/>
                <a:gd name="textAreaBottom" fmla="*/ 36720 h 35280"/>
              </a:gdLst>
              <a:ahLst/>
              <a:cxnLst/>
              <a:rect l="textAreaLeft" t="textAreaTop" r="textAreaRight" b="textAreaBottom"/>
              <a:pathLst>
                <a:path w="458" h="408">
                  <a:moveTo>
                    <a:pt x="203" y="1"/>
                  </a:moveTo>
                  <a:cubicBezTo>
                    <a:pt x="116" y="1"/>
                    <a:pt x="42" y="62"/>
                    <a:pt x="24" y="152"/>
                  </a:cubicBezTo>
                  <a:cubicBezTo>
                    <a:pt x="1" y="266"/>
                    <a:pt x="69" y="380"/>
                    <a:pt x="161" y="403"/>
                  </a:cubicBezTo>
                  <a:cubicBezTo>
                    <a:pt x="175" y="406"/>
                    <a:pt x="190" y="407"/>
                    <a:pt x="205" y="407"/>
                  </a:cubicBezTo>
                  <a:cubicBezTo>
                    <a:pt x="303" y="407"/>
                    <a:pt x="392" y="343"/>
                    <a:pt x="412" y="243"/>
                  </a:cubicBezTo>
                  <a:cubicBezTo>
                    <a:pt x="457" y="152"/>
                    <a:pt x="389" y="38"/>
                    <a:pt x="275" y="15"/>
                  </a:cubicBezTo>
                  <a:cubicBezTo>
                    <a:pt x="250" y="5"/>
                    <a:pt x="226" y="1"/>
                    <a:pt x="203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8360" rIns="90000" bIns="183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072" name="Google Shape;2527;p14"/>
            <p:cNvSpPr/>
            <p:nvPr/>
          </p:nvSpPr>
          <p:spPr>
            <a:xfrm>
              <a:off x="9402120" y="2551320"/>
              <a:ext cx="21240" cy="18360"/>
            </a:xfrm>
            <a:custGeom>
              <a:avLst/>
              <a:gdLst>
                <a:gd name="textAreaLeft" fmla="*/ 0 w 21240"/>
                <a:gd name="textAreaRight" fmla="*/ 22680 w 21240"/>
                <a:gd name="textAreaTop" fmla="*/ 0 h 18360"/>
                <a:gd name="textAreaBottom" fmla="*/ 19800 h 18360"/>
              </a:gdLst>
              <a:ahLst/>
              <a:cxnLst/>
              <a:rect l="textAreaLeft" t="textAreaTop" r="textAreaRight" b="textAreaBottom"/>
              <a:pathLst>
                <a:path w="252" h="219">
                  <a:moveTo>
                    <a:pt x="111" y="1"/>
                  </a:moveTo>
                  <a:cubicBezTo>
                    <a:pt x="68" y="1"/>
                    <a:pt x="19" y="38"/>
                    <a:pt x="1" y="75"/>
                  </a:cubicBezTo>
                  <a:cubicBezTo>
                    <a:pt x="1" y="144"/>
                    <a:pt x="24" y="212"/>
                    <a:pt x="92" y="212"/>
                  </a:cubicBezTo>
                  <a:cubicBezTo>
                    <a:pt x="100" y="217"/>
                    <a:pt x="110" y="218"/>
                    <a:pt x="119" y="218"/>
                  </a:cubicBezTo>
                  <a:cubicBezTo>
                    <a:pt x="161" y="218"/>
                    <a:pt x="210" y="181"/>
                    <a:pt x="229" y="144"/>
                  </a:cubicBezTo>
                  <a:cubicBezTo>
                    <a:pt x="252" y="75"/>
                    <a:pt x="206" y="7"/>
                    <a:pt x="138" y="7"/>
                  </a:cubicBezTo>
                  <a:cubicBezTo>
                    <a:pt x="129" y="3"/>
                    <a:pt x="120" y="1"/>
                    <a:pt x="111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720" rIns="90000" bIns="97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073" name="Google Shape;2528;p14"/>
            <p:cNvSpPr/>
            <p:nvPr/>
          </p:nvSpPr>
          <p:spPr>
            <a:xfrm>
              <a:off x="9447480" y="2647800"/>
              <a:ext cx="25200" cy="22320"/>
            </a:xfrm>
            <a:custGeom>
              <a:avLst/>
              <a:gdLst>
                <a:gd name="textAreaLeft" fmla="*/ 0 w 25200"/>
                <a:gd name="textAreaRight" fmla="*/ 26640 w 25200"/>
                <a:gd name="textAreaTop" fmla="*/ 0 h 22320"/>
                <a:gd name="textAreaBottom" fmla="*/ 23760 h 22320"/>
              </a:gdLst>
              <a:ahLst/>
              <a:cxnLst/>
              <a:rect l="textAreaLeft" t="textAreaTop" r="textAreaRight" b="textAreaBottom"/>
              <a:pathLst>
                <a:path w="298" h="264">
                  <a:moveTo>
                    <a:pt x="146" y="1"/>
                  </a:moveTo>
                  <a:cubicBezTo>
                    <a:pt x="85" y="1"/>
                    <a:pt x="20" y="42"/>
                    <a:pt x="1" y="98"/>
                  </a:cubicBezTo>
                  <a:cubicBezTo>
                    <a:pt x="1" y="167"/>
                    <a:pt x="47" y="258"/>
                    <a:pt x="115" y="258"/>
                  </a:cubicBezTo>
                  <a:cubicBezTo>
                    <a:pt x="127" y="262"/>
                    <a:pt x="139" y="264"/>
                    <a:pt x="151" y="264"/>
                  </a:cubicBezTo>
                  <a:cubicBezTo>
                    <a:pt x="206" y="264"/>
                    <a:pt x="256" y="223"/>
                    <a:pt x="275" y="167"/>
                  </a:cubicBezTo>
                  <a:cubicBezTo>
                    <a:pt x="298" y="98"/>
                    <a:pt x="252" y="30"/>
                    <a:pt x="184" y="7"/>
                  </a:cubicBezTo>
                  <a:cubicBezTo>
                    <a:pt x="171" y="3"/>
                    <a:pt x="159" y="1"/>
                    <a:pt x="146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880" rIns="90000" bIns="118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074" name="Google Shape;2529;p14"/>
            <p:cNvSpPr/>
            <p:nvPr/>
          </p:nvSpPr>
          <p:spPr>
            <a:xfrm>
              <a:off x="9887760" y="4571280"/>
              <a:ext cx="35640" cy="30240"/>
            </a:xfrm>
            <a:custGeom>
              <a:avLst/>
              <a:gdLst>
                <a:gd name="textAreaLeft" fmla="*/ 0 w 35640"/>
                <a:gd name="textAreaRight" fmla="*/ 37080 w 35640"/>
                <a:gd name="textAreaTop" fmla="*/ 0 h 30240"/>
                <a:gd name="textAreaBottom" fmla="*/ 31680 h 30240"/>
              </a:gdLst>
              <a:ahLst/>
              <a:cxnLst/>
              <a:rect l="textAreaLeft" t="textAreaTop" r="textAreaRight" b="textAreaBottom"/>
              <a:pathLst>
                <a:path w="412" h="355">
                  <a:moveTo>
                    <a:pt x="204" y="1"/>
                  </a:moveTo>
                  <a:cubicBezTo>
                    <a:pt x="125" y="1"/>
                    <a:pt x="42" y="49"/>
                    <a:pt x="23" y="144"/>
                  </a:cubicBezTo>
                  <a:cubicBezTo>
                    <a:pt x="0" y="235"/>
                    <a:pt x="69" y="326"/>
                    <a:pt x="160" y="349"/>
                  </a:cubicBezTo>
                  <a:cubicBezTo>
                    <a:pt x="176" y="353"/>
                    <a:pt x="192" y="355"/>
                    <a:pt x="209" y="355"/>
                  </a:cubicBezTo>
                  <a:cubicBezTo>
                    <a:pt x="288" y="355"/>
                    <a:pt x="370" y="311"/>
                    <a:pt x="388" y="235"/>
                  </a:cubicBezTo>
                  <a:cubicBezTo>
                    <a:pt x="411" y="121"/>
                    <a:pt x="343" y="29"/>
                    <a:pt x="251" y="7"/>
                  </a:cubicBezTo>
                  <a:cubicBezTo>
                    <a:pt x="236" y="3"/>
                    <a:pt x="220" y="1"/>
                    <a:pt x="204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840" rIns="90000" bIns="158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075" name="Google Shape;2530;p14"/>
            <p:cNvSpPr/>
            <p:nvPr/>
          </p:nvSpPr>
          <p:spPr>
            <a:xfrm>
              <a:off x="9086760" y="2959200"/>
              <a:ext cx="39600" cy="34200"/>
            </a:xfrm>
            <a:custGeom>
              <a:avLst/>
              <a:gdLst>
                <a:gd name="textAreaLeft" fmla="*/ 0 w 39600"/>
                <a:gd name="textAreaRight" fmla="*/ 41040 w 39600"/>
                <a:gd name="textAreaTop" fmla="*/ 0 h 34200"/>
                <a:gd name="textAreaBottom" fmla="*/ 35640 h 34200"/>
              </a:gdLst>
              <a:ahLst/>
              <a:cxnLst/>
              <a:rect l="textAreaLeft" t="textAreaTop" r="textAreaRight" b="textAreaBottom"/>
              <a:pathLst>
                <a:path w="458" h="399">
                  <a:moveTo>
                    <a:pt x="232" y="1"/>
                  </a:moveTo>
                  <a:cubicBezTo>
                    <a:pt x="138" y="1"/>
                    <a:pt x="63" y="66"/>
                    <a:pt x="24" y="165"/>
                  </a:cubicBezTo>
                  <a:cubicBezTo>
                    <a:pt x="1" y="256"/>
                    <a:pt x="69" y="370"/>
                    <a:pt x="183" y="393"/>
                  </a:cubicBezTo>
                  <a:cubicBezTo>
                    <a:pt x="199" y="397"/>
                    <a:pt x="214" y="399"/>
                    <a:pt x="230" y="399"/>
                  </a:cubicBezTo>
                  <a:cubicBezTo>
                    <a:pt x="310" y="399"/>
                    <a:pt x="393" y="351"/>
                    <a:pt x="412" y="256"/>
                  </a:cubicBezTo>
                  <a:cubicBezTo>
                    <a:pt x="457" y="142"/>
                    <a:pt x="389" y="51"/>
                    <a:pt x="275" y="5"/>
                  </a:cubicBezTo>
                  <a:cubicBezTo>
                    <a:pt x="260" y="2"/>
                    <a:pt x="245" y="1"/>
                    <a:pt x="232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7640" rIns="90000" bIns="176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076" name="Google Shape;2531;p14"/>
            <p:cNvSpPr/>
            <p:nvPr/>
          </p:nvSpPr>
          <p:spPr>
            <a:xfrm>
              <a:off x="9570240" y="3123360"/>
              <a:ext cx="21240" cy="17640"/>
            </a:xfrm>
            <a:custGeom>
              <a:avLst/>
              <a:gdLst>
                <a:gd name="textAreaLeft" fmla="*/ 0 w 21240"/>
                <a:gd name="textAreaRight" fmla="*/ 22680 w 21240"/>
                <a:gd name="textAreaTop" fmla="*/ 0 h 17640"/>
                <a:gd name="textAreaBottom" fmla="*/ 19080 h 17640"/>
              </a:gdLst>
              <a:ahLst/>
              <a:cxnLst/>
              <a:rect l="textAreaLeft" t="textAreaTop" r="textAreaRight" b="textAreaBottom"/>
              <a:pathLst>
                <a:path w="252" h="212">
                  <a:moveTo>
                    <a:pt x="160" y="0"/>
                  </a:moveTo>
                  <a:cubicBezTo>
                    <a:pt x="92" y="0"/>
                    <a:pt x="46" y="23"/>
                    <a:pt x="23" y="91"/>
                  </a:cubicBezTo>
                  <a:cubicBezTo>
                    <a:pt x="0" y="137"/>
                    <a:pt x="46" y="183"/>
                    <a:pt x="92" y="206"/>
                  </a:cubicBezTo>
                  <a:cubicBezTo>
                    <a:pt x="104" y="210"/>
                    <a:pt x="116" y="212"/>
                    <a:pt x="127" y="212"/>
                  </a:cubicBezTo>
                  <a:cubicBezTo>
                    <a:pt x="176" y="212"/>
                    <a:pt x="210" y="174"/>
                    <a:pt x="229" y="137"/>
                  </a:cubicBezTo>
                  <a:cubicBezTo>
                    <a:pt x="252" y="69"/>
                    <a:pt x="206" y="23"/>
                    <a:pt x="160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360" rIns="90000" bIns="93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077" name="Google Shape;2532;p14"/>
            <p:cNvSpPr/>
            <p:nvPr/>
          </p:nvSpPr>
          <p:spPr>
            <a:xfrm>
              <a:off x="10238040" y="4089600"/>
              <a:ext cx="29520" cy="26280"/>
            </a:xfrm>
            <a:custGeom>
              <a:avLst/>
              <a:gdLst>
                <a:gd name="textAreaLeft" fmla="*/ 0 w 29520"/>
                <a:gd name="textAreaRight" fmla="*/ 30960 w 29520"/>
                <a:gd name="textAreaTop" fmla="*/ 0 h 26280"/>
                <a:gd name="textAreaBottom" fmla="*/ 27720 h 26280"/>
              </a:gdLst>
              <a:ahLst/>
              <a:cxnLst/>
              <a:rect l="textAreaLeft" t="textAreaTop" r="textAreaRight" b="textAreaBottom"/>
              <a:pathLst>
                <a:path w="343" h="310">
                  <a:moveTo>
                    <a:pt x="161" y="1"/>
                  </a:moveTo>
                  <a:cubicBezTo>
                    <a:pt x="92" y="1"/>
                    <a:pt x="42" y="45"/>
                    <a:pt x="23" y="121"/>
                  </a:cubicBezTo>
                  <a:cubicBezTo>
                    <a:pt x="1" y="212"/>
                    <a:pt x="46" y="281"/>
                    <a:pt x="137" y="303"/>
                  </a:cubicBezTo>
                  <a:cubicBezTo>
                    <a:pt x="149" y="307"/>
                    <a:pt x="162" y="309"/>
                    <a:pt x="174" y="309"/>
                  </a:cubicBezTo>
                  <a:cubicBezTo>
                    <a:pt x="235" y="309"/>
                    <a:pt x="301" y="265"/>
                    <a:pt x="320" y="189"/>
                  </a:cubicBezTo>
                  <a:cubicBezTo>
                    <a:pt x="343" y="121"/>
                    <a:pt x="297" y="30"/>
                    <a:pt x="206" y="7"/>
                  </a:cubicBezTo>
                  <a:cubicBezTo>
                    <a:pt x="190" y="3"/>
                    <a:pt x="175" y="1"/>
                    <a:pt x="161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3680" rIns="90000" bIns="136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078" name="Google Shape;2533;p14"/>
            <p:cNvSpPr/>
            <p:nvPr/>
          </p:nvSpPr>
          <p:spPr>
            <a:xfrm>
              <a:off x="9041760" y="1756440"/>
              <a:ext cx="27360" cy="2448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24480"/>
                <a:gd name="textAreaBottom" fmla="*/ 25920 h 24480"/>
              </a:gdLst>
              <a:ahLst/>
              <a:cxnLst/>
              <a:rect l="textAreaLeft" t="textAreaTop" r="textAreaRight" b="textAreaBottom"/>
              <a:pathLst>
                <a:path w="321" h="287">
                  <a:moveTo>
                    <a:pt x="160" y="1"/>
                  </a:moveTo>
                  <a:cubicBezTo>
                    <a:pt x="92" y="1"/>
                    <a:pt x="42" y="42"/>
                    <a:pt x="23" y="98"/>
                  </a:cubicBezTo>
                  <a:cubicBezTo>
                    <a:pt x="1" y="189"/>
                    <a:pt x="46" y="258"/>
                    <a:pt x="115" y="281"/>
                  </a:cubicBezTo>
                  <a:cubicBezTo>
                    <a:pt x="131" y="285"/>
                    <a:pt x="146" y="287"/>
                    <a:pt x="161" y="287"/>
                  </a:cubicBezTo>
                  <a:cubicBezTo>
                    <a:pt x="229" y="287"/>
                    <a:pt x="278" y="246"/>
                    <a:pt x="297" y="189"/>
                  </a:cubicBezTo>
                  <a:cubicBezTo>
                    <a:pt x="320" y="98"/>
                    <a:pt x="274" y="7"/>
                    <a:pt x="206" y="7"/>
                  </a:cubicBezTo>
                  <a:cubicBezTo>
                    <a:pt x="190" y="3"/>
                    <a:pt x="174" y="1"/>
                    <a:pt x="160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079" name="Google Shape;2534;p14"/>
            <p:cNvSpPr/>
            <p:nvPr/>
          </p:nvSpPr>
          <p:spPr>
            <a:xfrm>
              <a:off x="9537480" y="2803320"/>
              <a:ext cx="33480" cy="3024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30240"/>
                <a:gd name="textAreaBottom" fmla="*/ 31680 h 30240"/>
              </a:gdLst>
              <a:ahLst/>
              <a:cxnLst/>
              <a:rect l="textAreaLeft" t="textAreaTop" r="textAreaRight" b="textAreaBottom"/>
              <a:pathLst>
                <a:path w="389" h="354">
                  <a:moveTo>
                    <a:pt x="195" y="1"/>
                  </a:moveTo>
                  <a:cubicBezTo>
                    <a:pt x="108" y="1"/>
                    <a:pt x="42" y="45"/>
                    <a:pt x="23" y="121"/>
                  </a:cubicBezTo>
                  <a:cubicBezTo>
                    <a:pt x="0" y="212"/>
                    <a:pt x="69" y="326"/>
                    <a:pt x="160" y="349"/>
                  </a:cubicBezTo>
                  <a:cubicBezTo>
                    <a:pt x="172" y="352"/>
                    <a:pt x="184" y="353"/>
                    <a:pt x="196" y="353"/>
                  </a:cubicBezTo>
                  <a:cubicBezTo>
                    <a:pt x="274" y="353"/>
                    <a:pt x="346" y="291"/>
                    <a:pt x="365" y="212"/>
                  </a:cubicBezTo>
                  <a:cubicBezTo>
                    <a:pt x="388" y="121"/>
                    <a:pt x="343" y="29"/>
                    <a:pt x="251" y="6"/>
                  </a:cubicBezTo>
                  <a:cubicBezTo>
                    <a:pt x="232" y="3"/>
                    <a:pt x="213" y="1"/>
                    <a:pt x="195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840" rIns="90000" bIns="158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080" name="Google Shape;2535;p14"/>
            <p:cNvSpPr/>
            <p:nvPr/>
          </p:nvSpPr>
          <p:spPr>
            <a:xfrm>
              <a:off x="9500760" y="2715480"/>
              <a:ext cx="27360" cy="2628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26280"/>
                <a:gd name="textAreaBottom" fmla="*/ 27720 h 26280"/>
              </a:gdLst>
              <a:ahLst/>
              <a:cxnLst/>
              <a:rect l="textAreaLeft" t="textAreaTop" r="textAreaRight" b="textAreaBottom"/>
              <a:pathLst>
                <a:path w="320" h="308">
                  <a:moveTo>
                    <a:pt x="170" y="0"/>
                  </a:moveTo>
                  <a:cubicBezTo>
                    <a:pt x="97" y="0"/>
                    <a:pt x="43" y="60"/>
                    <a:pt x="23" y="119"/>
                  </a:cubicBezTo>
                  <a:cubicBezTo>
                    <a:pt x="0" y="210"/>
                    <a:pt x="46" y="279"/>
                    <a:pt x="115" y="302"/>
                  </a:cubicBezTo>
                  <a:cubicBezTo>
                    <a:pt x="130" y="306"/>
                    <a:pt x="146" y="308"/>
                    <a:pt x="161" y="308"/>
                  </a:cubicBezTo>
                  <a:cubicBezTo>
                    <a:pt x="234" y="308"/>
                    <a:pt x="297" y="263"/>
                    <a:pt x="297" y="188"/>
                  </a:cubicBezTo>
                  <a:cubicBezTo>
                    <a:pt x="320" y="119"/>
                    <a:pt x="274" y="28"/>
                    <a:pt x="206" y="5"/>
                  </a:cubicBezTo>
                  <a:cubicBezTo>
                    <a:pt x="194" y="2"/>
                    <a:pt x="182" y="0"/>
                    <a:pt x="170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3680" rIns="90000" bIns="136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081" name="Google Shape;2536;p14"/>
            <p:cNvSpPr/>
            <p:nvPr/>
          </p:nvSpPr>
          <p:spPr>
            <a:xfrm>
              <a:off x="9170640" y="2078280"/>
              <a:ext cx="31320" cy="28440"/>
            </a:xfrm>
            <a:custGeom>
              <a:avLst/>
              <a:gdLst>
                <a:gd name="textAreaLeft" fmla="*/ 0 w 31320"/>
                <a:gd name="textAreaRight" fmla="*/ 32760 w 31320"/>
                <a:gd name="textAreaTop" fmla="*/ 0 h 28440"/>
                <a:gd name="textAreaBottom" fmla="*/ 29880 h 28440"/>
              </a:gdLst>
              <a:ahLst/>
              <a:cxnLst/>
              <a:rect l="textAreaLeft" t="textAreaTop" r="textAreaRight" b="textAreaBottom"/>
              <a:pathLst>
                <a:path w="366" h="332">
                  <a:moveTo>
                    <a:pt x="182" y="0"/>
                  </a:moveTo>
                  <a:cubicBezTo>
                    <a:pt x="108" y="0"/>
                    <a:pt x="42" y="45"/>
                    <a:pt x="23" y="120"/>
                  </a:cubicBezTo>
                  <a:cubicBezTo>
                    <a:pt x="1" y="212"/>
                    <a:pt x="69" y="303"/>
                    <a:pt x="137" y="326"/>
                  </a:cubicBezTo>
                  <a:cubicBezTo>
                    <a:pt x="153" y="330"/>
                    <a:pt x="169" y="332"/>
                    <a:pt x="184" y="332"/>
                  </a:cubicBezTo>
                  <a:cubicBezTo>
                    <a:pt x="258" y="332"/>
                    <a:pt x="324" y="287"/>
                    <a:pt x="343" y="212"/>
                  </a:cubicBezTo>
                  <a:cubicBezTo>
                    <a:pt x="366" y="120"/>
                    <a:pt x="320" y="29"/>
                    <a:pt x="229" y="6"/>
                  </a:cubicBezTo>
                  <a:cubicBezTo>
                    <a:pt x="213" y="2"/>
                    <a:pt x="197" y="0"/>
                    <a:pt x="182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4760" rIns="90000" bIns="147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082" name="Google Shape;2537;p14"/>
            <p:cNvSpPr/>
            <p:nvPr/>
          </p:nvSpPr>
          <p:spPr>
            <a:xfrm>
              <a:off x="10029240" y="3084120"/>
              <a:ext cx="35640" cy="30240"/>
            </a:xfrm>
            <a:custGeom>
              <a:avLst/>
              <a:gdLst>
                <a:gd name="textAreaLeft" fmla="*/ 0 w 35640"/>
                <a:gd name="textAreaRight" fmla="*/ 37080 w 35640"/>
                <a:gd name="textAreaTop" fmla="*/ 0 h 30240"/>
                <a:gd name="textAreaBottom" fmla="*/ 31680 h 30240"/>
              </a:gdLst>
              <a:ahLst/>
              <a:cxnLst/>
              <a:rect l="textAreaLeft" t="textAreaTop" r="textAreaRight" b="textAreaBottom"/>
              <a:pathLst>
                <a:path w="412" h="355">
                  <a:moveTo>
                    <a:pt x="204" y="1"/>
                  </a:moveTo>
                  <a:cubicBezTo>
                    <a:pt x="125" y="1"/>
                    <a:pt x="42" y="48"/>
                    <a:pt x="23" y="143"/>
                  </a:cubicBezTo>
                  <a:cubicBezTo>
                    <a:pt x="0" y="235"/>
                    <a:pt x="69" y="326"/>
                    <a:pt x="160" y="349"/>
                  </a:cubicBezTo>
                  <a:cubicBezTo>
                    <a:pt x="176" y="353"/>
                    <a:pt x="192" y="355"/>
                    <a:pt x="209" y="355"/>
                  </a:cubicBezTo>
                  <a:cubicBezTo>
                    <a:pt x="288" y="355"/>
                    <a:pt x="369" y="310"/>
                    <a:pt x="388" y="235"/>
                  </a:cubicBezTo>
                  <a:cubicBezTo>
                    <a:pt x="411" y="121"/>
                    <a:pt x="343" y="29"/>
                    <a:pt x="251" y="7"/>
                  </a:cubicBezTo>
                  <a:cubicBezTo>
                    <a:pt x="236" y="3"/>
                    <a:pt x="220" y="1"/>
                    <a:pt x="204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840" rIns="90000" bIns="158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083" name="Google Shape;2538;p14"/>
            <p:cNvSpPr/>
            <p:nvPr/>
          </p:nvSpPr>
          <p:spPr>
            <a:xfrm>
              <a:off x="6911280" y="3192480"/>
              <a:ext cx="31320" cy="26280"/>
            </a:xfrm>
            <a:custGeom>
              <a:avLst/>
              <a:gdLst>
                <a:gd name="textAreaLeft" fmla="*/ 0 w 31320"/>
                <a:gd name="textAreaRight" fmla="*/ 32760 w 31320"/>
                <a:gd name="textAreaTop" fmla="*/ 0 h 26280"/>
                <a:gd name="textAreaBottom" fmla="*/ 27720 h 26280"/>
              </a:gdLst>
              <a:ahLst/>
              <a:cxnLst/>
              <a:rect l="textAreaLeft" t="textAreaTop" r="textAreaRight" b="textAreaBottom"/>
              <a:pathLst>
                <a:path w="366" h="309">
                  <a:moveTo>
                    <a:pt x="182" y="0"/>
                  </a:moveTo>
                  <a:cubicBezTo>
                    <a:pt x="108" y="0"/>
                    <a:pt x="42" y="45"/>
                    <a:pt x="23" y="120"/>
                  </a:cubicBezTo>
                  <a:cubicBezTo>
                    <a:pt x="0" y="212"/>
                    <a:pt x="69" y="303"/>
                    <a:pt x="137" y="303"/>
                  </a:cubicBezTo>
                  <a:cubicBezTo>
                    <a:pt x="153" y="307"/>
                    <a:pt x="170" y="309"/>
                    <a:pt x="185" y="309"/>
                  </a:cubicBezTo>
                  <a:cubicBezTo>
                    <a:pt x="259" y="309"/>
                    <a:pt x="324" y="268"/>
                    <a:pt x="343" y="212"/>
                  </a:cubicBezTo>
                  <a:cubicBezTo>
                    <a:pt x="365" y="120"/>
                    <a:pt x="297" y="29"/>
                    <a:pt x="228" y="6"/>
                  </a:cubicBezTo>
                  <a:cubicBezTo>
                    <a:pt x="213" y="2"/>
                    <a:pt x="197" y="0"/>
                    <a:pt x="182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3680" rIns="90000" bIns="136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084" name="Google Shape;2539;p14"/>
            <p:cNvSpPr/>
            <p:nvPr/>
          </p:nvSpPr>
          <p:spPr>
            <a:xfrm>
              <a:off x="7325280" y="2959200"/>
              <a:ext cx="33480" cy="3204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32040"/>
                <a:gd name="textAreaBottom" fmla="*/ 33480 h 32040"/>
              </a:gdLst>
              <a:ahLst/>
              <a:cxnLst/>
              <a:rect l="textAreaLeft" t="textAreaTop" r="textAreaRight" b="textAreaBottom"/>
              <a:pathLst>
                <a:path w="389" h="375">
                  <a:moveTo>
                    <a:pt x="193" y="1"/>
                  </a:moveTo>
                  <a:cubicBezTo>
                    <a:pt x="115" y="1"/>
                    <a:pt x="44" y="63"/>
                    <a:pt x="24" y="142"/>
                  </a:cubicBezTo>
                  <a:cubicBezTo>
                    <a:pt x="1" y="233"/>
                    <a:pt x="47" y="348"/>
                    <a:pt x="161" y="370"/>
                  </a:cubicBezTo>
                  <a:cubicBezTo>
                    <a:pt x="173" y="373"/>
                    <a:pt x="185" y="375"/>
                    <a:pt x="197" y="375"/>
                  </a:cubicBezTo>
                  <a:cubicBezTo>
                    <a:pt x="275" y="375"/>
                    <a:pt x="346" y="313"/>
                    <a:pt x="366" y="233"/>
                  </a:cubicBezTo>
                  <a:cubicBezTo>
                    <a:pt x="389" y="142"/>
                    <a:pt x="343" y="28"/>
                    <a:pt x="229" y="5"/>
                  </a:cubicBezTo>
                  <a:cubicBezTo>
                    <a:pt x="217" y="2"/>
                    <a:pt x="205" y="1"/>
                    <a:pt x="193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6560" rIns="90000" bIns="165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085" name="Google Shape;2540;p14"/>
            <p:cNvSpPr/>
            <p:nvPr/>
          </p:nvSpPr>
          <p:spPr>
            <a:xfrm>
              <a:off x="9699480" y="3852360"/>
              <a:ext cx="23400" cy="20160"/>
            </a:xfrm>
            <a:custGeom>
              <a:avLst/>
              <a:gdLst>
                <a:gd name="textAreaLeft" fmla="*/ 0 w 23400"/>
                <a:gd name="textAreaRight" fmla="*/ 24840 w 23400"/>
                <a:gd name="textAreaTop" fmla="*/ 0 h 20160"/>
                <a:gd name="textAreaBottom" fmla="*/ 21600 h 20160"/>
              </a:gdLst>
              <a:ahLst/>
              <a:cxnLst/>
              <a:rect l="textAreaLeft" t="textAreaTop" r="textAreaRight" b="textAreaBottom"/>
              <a:pathLst>
                <a:path w="275" h="241">
                  <a:moveTo>
                    <a:pt x="124" y="0"/>
                  </a:moveTo>
                  <a:cubicBezTo>
                    <a:pt x="70" y="0"/>
                    <a:pt x="23" y="41"/>
                    <a:pt x="23" y="97"/>
                  </a:cubicBezTo>
                  <a:cubicBezTo>
                    <a:pt x="0" y="166"/>
                    <a:pt x="46" y="211"/>
                    <a:pt x="92" y="234"/>
                  </a:cubicBezTo>
                  <a:cubicBezTo>
                    <a:pt x="104" y="238"/>
                    <a:pt x="116" y="240"/>
                    <a:pt x="128" y="240"/>
                  </a:cubicBezTo>
                  <a:cubicBezTo>
                    <a:pt x="183" y="240"/>
                    <a:pt x="233" y="199"/>
                    <a:pt x="252" y="143"/>
                  </a:cubicBezTo>
                  <a:cubicBezTo>
                    <a:pt x="274" y="97"/>
                    <a:pt x="229" y="29"/>
                    <a:pt x="160" y="6"/>
                  </a:cubicBezTo>
                  <a:cubicBezTo>
                    <a:pt x="148" y="2"/>
                    <a:pt x="136" y="0"/>
                    <a:pt x="124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0" rIns="90000" bIns="108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086" name="Google Shape;2541;p14"/>
            <p:cNvSpPr/>
            <p:nvPr/>
          </p:nvSpPr>
          <p:spPr>
            <a:xfrm>
              <a:off x="9603000" y="3448440"/>
              <a:ext cx="33480" cy="3024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30240"/>
                <a:gd name="textAreaBottom" fmla="*/ 31680 h 30240"/>
              </a:gdLst>
              <a:ahLst/>
              <a:cxnLst/>
              <a:rect l="textAreaLeft" t="textAreaTop" r="textAreaRight" b="textAreaBottom"/>
              <a:pathLst>
                <a:path w="389" h="354">
                  <a:moveTo>
                    <a:pt x="184" y="1"/>
                  </a:moveTo>
                  <a:cubicBezTo>
                    <a:pt x="109" y="1"/>
                    <a:pt x="43" y="48"/>
                    <a:pt x="23" y="143"/>
                  </a:cubicBezTo>
                  <a:cubicBezTo>
                    <a:pt x="1" y="235"/>
                    <a:pt x="46" y="326"/>
                    <a:pt x="138" y="349"/>
                  </a:cubicBezTo>
                  <a:cubicBezTo>
                    <a:pt x="150" y="352"/>
                    <a:pt x="162" y="353"/>
                    <a:pt x="175" y="353"/>
                  </a:cubicBezTo>
                  <a:cubicBezTo>
                    <a:pt x="257" y="353"/>
                    <a:pt x="346" y="291"/>
                    <a:pt x="366" y="212"/>
                  </a:cubicBezTo>
                  <a:cubicBezTo>
                    <a:pt x="389" y="121"/>
                    <a:pt x="320" y="29"/>
                    <a:pt x="229" y="6"/>
                  </a:cubicBezTo>
                  <a:cubicBezTo>
                    <a:pt x="214" y="3"/>
                    <a:pt x="198" y="1"/>
                    <a:pt x="184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840" rIns="90000" bIns="158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087" name="Google Shape;2542;p14"/>
            <p:cNvSpPr/>
            <p:nvPr/>
          </p:nvSpPr>
          <p:spPr>
            <a:xfrm>
              <a:off x="9230040" y="3647160"/>
              <a:ext cx="27360" cy="2448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24480"/>
                <a:gd name="textAreaBottom" fmla="*/ 25920 h 24480"/>
              </a:gdLst>
              <a:ahLst/>
              <a:cxnLst/>
              <a:rect l="textAreaLeft" t="textAreaTop" r="textAreaRight" b="textAreaBottom"/>
              <a:pathLst>
                <a:path w="320" h="287">
                  <a:moveTo>
                    <a:pt x="147" y="1"/>
                  </a:moveTo>
                  <a:cubicBezTo>
                    <a:pt x="92" y="1"/>
                    <a:pt x="42" y="41"/>
                    <a:pt x="23" y="98"/>
                  </a:cubicBezTo>
                  <a:cubicBezTo>
                    <a:pt x="0" y="166"/>
                    <a:pt x="46" y="258"/>
                    <a:pt x="115" y="280"/>
                  </a:cubicBezTo>
                  <a:cubicBezTo>
                    <a:pt x="130" y="284"/>
                    <a:pt x="145" y="286"/>
                    <a:pt x="159" y="286"/>
                  </a:cubicBezTo>
                  <a:cubicBezTo>
                    <a:pt x="228" y="286"/>
                    <a:pt x="278" y="242"/>
                    <a:pt x="297" y="166"/>
                  </a:cubicBezTo>
                  <a:cubicBezTo>
                    <a:pt x="320" y="98"/>
                    <a:pt x="274" y="6"/>
                    <a:pt x="183" y="6"/>
                  </a:cubicBezTo>
                  <a:cubicBezTo>
                    <a:pt x="171" y="2"/>
                    <a:pt x="159" y="1"/>
                    <a:pt x="147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088" name="Google Shape;2543;p14"/>
            <p:cNvSpPr/>
            <p:nvPr/>
          </p:nvSpPr>
          <p:spPr>
            <a:xfrm>
              <a:off x="5506200" y="3770280"/>
              <a:ext cx="25200" cy="15480"/>
            </a:xfrm>
            <a:custGeom>
              <a:avLst/>
              <a:gdLst>
                <a:gd name="textAreaLeft" fmla="*/ 0 w 25200"/>
                <a:gd name="textAreaRight" fmla="*/ 26640 w 25200"/>
                <a:gd name="textAreaTop" fmla="*/ 0 h 15480"/>
                <a:gd name="textAreaBottom" fmla="*/ 16920 h 15480"/>
              </a:gdLst>
              <a:ahLst/>
              <a:cxnLst/>
              <a:rect l="textAreaLeft" t="textAreaTop" r="textAreaRight" b="textAreaBottom"/>
              <a:pathLst>
                <a:path w="297" h="189">
                  <a:moveTo>
                    <a:pt x="125" y="0"/>
                  </a:moveTo>
                  <a:cubicBezTo>
                    <a:pt x="69" y="0"/>
                    <a:pt x="19" y="44"/>
                    <a:pt x="0" y="120"/>
                  </a:cubicBezTo>
                  <a:lnTo>
                    <a:pt x="274" y="189"/>
                  </a:lnTo>
                  <a:cubicBezTo>
                    <a:pt x="297" y="120"/>
                    <a:pt x="251" y="29"/>
                    <a:pt x="160" y="6"/>
                  </a:cubicBezTo>
                  <a:cubicBezTo>
                    <a:pt x="148" y="2"/>
                    <a:pt x="136" y="0"/>
                    <a:pt x="125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8280" rIns="90000" bIns="82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089" name="Google Shape;2544;p14"/>
            <p:cNvSpPr/>
            <p:nvPr/>
          </p:nvSpPr>
          <p:spPr>
            <a:xfrm>
              <a:off x="10617120" y="4296600"/>
              <a:ext cx="27360" cy="2412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24120"/>
                <a:gd name="textAreaBottom" fmla="*/ 25560 h 24120"/>
              </a:gdLst>
              <a:ahLst/>
              <a:cxnLst/>
              <a:rect l="textAreaLeft" t="textAreaTop" r="textAreaRight" b="textAreaBottom"/>
              <a:pathLst>
                <a:path w="320" h="286">
                  <a:moveTo>
                    <a:pt x="148" y="0"/>
                  </a:moveTo>
                  <a:cubicBezTo>
                    <a:pt x="92" y="0"/>
                    <a:pt x="42" y="45"/>
                    <a:pt x="23" y="120"/>
                  </a:cubicBezTo>
                  <a:cubicBezTo>
                    <a:pt x="0" y="189"/>
                    <a:pt x="46" y="257"/>
                    <a:pt x="114" y="280"/>
                  </a:cubicBezTo>
                  <a:cubicBezTo>
                    <a:pt x="130" y="284"/>
                    <a:pt x="146" y="286"/>
                    <a:pt x="161" y="286"/>
                  </a:cubicBezTo>
                  <a:cubicBezTo>
                    <a:pt x="228" y="286"/>
                    <a:pt x="278" y="245"/>
                    <a:pt x="297" y="189"/>
                  </a:cubicBezTo>
                  <a:cubicBezTo>
                    <a:pt x="320" y="97"/>
                    <a:pt x="274" y="29"/>
                    <a:pt x="183" y="6"/>
                  </a:cubicBezTo>
                  <a:cubicBezTo>
                    <a:pt x="171" y="2"/>
                    <a:pt x="159" y="0"/>
                    <a:pt x="148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600" rIns="90000" bIns="126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090" name="Google Shape;2545;p14"/>
            <p:cNvSpPr/>
            <p:nvPr/>
          </p:nvSpPr>
          <p:spPr>
            <a:xfrm>
              <a:off x="10604880" y="4399200"/>
              <a:ext cx="21240" cy="19800"/>
            </a:xfrm>
            <a:custGeom>
              <a:avLst/>
              <a:gdLst>
                <a:gd name="textAreaLeft" fmla="*/ 0 w 21240"/>
                <a:gd name="textAreaRight" fmla="*/ 22680 w 21240"/>
                <a:gd name="textAreaTop" fmla="*/ 0 h 19800"/>
                <a:gd name="textAreaBottom" fmla="*/ 21240 h 19800"/>
              </a:gdLst>
              <a:ahLst/>
              <a:cxnLst/>
              <a:rect l="textAreaLeft" t="textAreaTop" r="textAreaRight" b="textAreaBottom"/>
              <a:pathLst>
                <a:path w="252" h="235">
                  <a:moveTo>
                    <a:pt x="111" y="0"/>
                  </a:moveTo>
                  <a:cubicBezTo>
                    <a:pt x="69" y="0"/>
                    <a:pt x="19" y="41"/>
                    <a:pt x="0" y="98"/>
                  </a:cubicBezTo>
                  <a:cubicBezTo>
                    <a:pt x="0" y="143"/>
                    <a:pt x="23" y="212"/>
                    <a:pt x="92" y="235"/>
                  </a:cubicBezTo>
                  <a:cubicBezTo>
                    <a:pt x="137" y="235"/>
                    <a:pt x="206" y="212"/>
                    <a:pt x="228" y="143"/>
                  </a:cubicBezTo>
                  <a:cubicBezTo>
                    <a:pt x="251" y="75"/>
                    <a:pt x="206" y="29"/>
                    <a:pt x="137" y="6"/>
                  </a:cubicBezTo>
                  <a:cubicBezTo>
                    <a:pt x="129" y="2"/>
                    <a:pt x="120" y="0"/>
                    <a:pt x="111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440" rIns="90000" bIns="10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091" name="Google Shape;2546;p14"/>
            <p:cNvSpPr/>
            <p:nvPr/>
          </p:nvSpPr>
          <p:spPr>
            <a:xfrm>
              <a:off x="8361720" y="4538520"/>
              <a:ext cx="37440" cy="21600"/>
            </a:xfrm>
            <a:custGeom>
              <a:avLst/>
              <a:gdLst>
                <a:gd name="textAreaLeft" fmla="*/ 0 w 37440"/>
                <a:gd name="textAreaRight" fmla="*/ 38880 w 37440"/>
                <a:gd name="textAreaTop" fmla="*/ 0 h 21600"/>
                <a:gd name="textAreaBottom" fmla="*/ 23040 h 21600"/>
              </a:gdLst>
              <a:ahLst/>
              <a:cxnLst/>
              <a:rect l="textAreaLeft" t="textAreaTop" r="textAreaRight" b="textAreaBottom"/>
              <a:pathLst>
                <a:path w="435" h="256">
                  <a:moveTo>
                    <a:pt x="209" y="0"/>
                  </a:moveTo>
                  <a:cubicBezTo>
                    <a:pt x="115" y="0"/>
                    <a:pt x="40" y="65"/>
                    <a:pt x="1" y="164"/>
                  </a:cubicBezTo>
                  <a:lnTo>
                    <a:pt x="389" y="256"/>
                  </a:lnTo>
                  <a:cubicBezTo>
                    <a:pt x="434" y="141"/>
                    <a:pt x="366" y="27"/>
                    <a:pt x="252" y="4"/>
                  </a:cubicBezTo>
                  <a:cubicBezTo>
                    <a:pt x="237" y="2"/>
                    <a:pt x="222" y="0"/>
                    <a:pt x="209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520" rIns="90000" bIns="115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092" name="Google Shape;2547;p14"/>
            <p:cNvSpPr/>
            <p:nvPr/>
          </p:nvSpPr>
          <p:spPr>
            <a:xfrm>
              <a:off x="6915240" y="2162160"/>
              <a:ext cx="27360" cy="2628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26280"/>
                <a:gd name="textAreaBottom" fmla="*/ 27720 h 26280"/>
              </a:gdLst>
              <a:ahLst/>
              <a:cxnLst/>
              <a:rect l="textAreaLeft" t="textAreaTop" r="textAreaRight" b="textAreaBottom"/>
              <a:pathLst>
                <a:path w="321" h="308">
                  <a:moveTo>
                    <a:pt x="161" y="0"/>
                  </a:moveTo>
                  <a:cubicBezTo>
                    <a:pt x="93" y="0"/>
                    <a:pt x="43" y="45"/>
                    <a:pt x="24" y="120"/>
                  </a:cubicBezTo>
                  <a:cubicBezTo>
                    <a:pt x="1" y="189"/>
                    <a:pt x="47" y="280"/>
                    <a:pt x="138" y="303"/>
                  </a:cubicBezTo>
                  <a:cubicBezTo>
                    <a:pt x="147" y="306"/>
                    <a:pt x="157" y="307"/>
                    <a:pt x="166" y="307"/>
                  </a:cubicBezTo>
                  <a:cubicBezTo>
                    <a:pt x="230" y="307"/>
                    <a:pt x="301" y="248"/>
                    <a:pt x="320" y="189"/>
                  </a:cubicBezTo>
                  <a:cubicBezTo>
                    <a:pt x="320" y="97"/>
                    <a:pt x="275" y="29"/>
                    <a:pt x="206" y="6"/>
                  </a:cubicBezTo>
                  <a:cubicBezTo>
                    <a:pt x="191" y="2"/>
                    <a:pt x="176" y="0"/>
                    <a:pt x="161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3680" rIns="90000" bIns="136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093" name="Google Shape;2548;p14"/>
            <p:cNvSpPr/>
            <p:nvPr/>
          </p:nvSpPr>
          <p:spPr>
            <a:xfrm>
              <a:off x="6571440" y="1830240"/>
              <a:ext cx="27360" cy="2628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26280"/>
                <a:gd name="textAreaBottom" fmla="*/ 27720 h 26280"/>
              </a:gdLst>
              <a:ahLst/>
              <a:cxnLst/>
              <a:rect l="textAreaLeft" t="textAreaTop" r="textAreaRight" b="textAreaBottom"/>
              <a:pathLst>
                <a:path w="320" h="308">
                  <a:moveTo>
                    <a:pt x="161" y="1"/>
                  </a:moveTo>
                  <a:cubicBezTo>
                    <a:pt x="92" y="1"/>
                    <a:pt x="42" y="45"/>
                    <a:pt x="23" y="121"/>
                  </a:cubicBezTo>
                  <a:cubicBezTo>
                    <a:pt x="0" y="189"/>
                    <a:pt x="46" y="280"/>
                    <a:pt x="114" y="303"/>
                  </a:cubicBezTo>
                  <a:cubicBezTo>
                    <a:pt x="127" y="306"/>
                    <a:pt x="139" y="308"/>
                    <a:pt x="151" y="308"/>
                  </a:cubicBezTo>
                  <a:cubicBezTo>
                    <a:pt x="228" y="308"/>
                    <a:pt x="297" y="248"/>
                    <a:pt x="297" y="189"/>
                  </a:cubicBezTo>
                  <a:cubicBezTo>
                    <a:pt x="320" y="98"/>
                    <a:pt x="274" y="29"/>
                    <a:pt x="206" y="6"/>
                  </a:cubicBezTo>
                  <a:cubicBezTo>
                    <a:pt x="190" y="3"/>
                    <a:pt x="175" y="1"/>
                    <a:pt x="161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3680" rIns="90000" bIns="136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094" name="Google Shape;2549;p14"/>
            <p:cNvSpPr/>
            <p:nvPr/>
          </p:nvSpPr>
          <p:spPr>
            <a:xfrm>
              <a:off x="7564680" y="2885400"/>
              <a:ext cx="35640" cy="32400"/>
            </a:xfrm>
            <a:custGeom>
              <a:avLst/>
              <a:gdLst>
                <a:gd name="textAreaLeft" fmla="*/ 0 w 35640"/>
                <a:gd name="textAreaRight" fmla="*/ 37080 w 35640"/>
                <a:gd name="textAreaTop" fmla="*/ 0 h 32400"/>
                <a:gd name="textAreaBottom" fmla="*/ 33840 h 32400"/>
              </a:gdLst>
              <a:ahLst/>
              <a:cxnLst/>
              <a:rect l="textAreaLeft" t="textAreaTop" r="textAreaRight" b="textAreaBottom"/>
              <a:pathLst>
                <a:path w="412" h="376">
                  <a:moveTo>
                    <a:pt x="215" y="0"/>
                  </a:moveTo>
                  <a:cubicBezTo>
                    <a:pt x="132" y="0"/>
                    <a:pt x="43" y="62"/>
                    <a:pt x="23" y="141"/>
                  </a:cubicBezTo>
                  <a:cubicBezTo>
                    <a:pt x="0" y="256"/>
                    <a:pt x="69" y="347"/>
                    <a:pt x="160" y="370"/>
                  </a:cubicBezTo>
                  <a:cubicBezTo>
                    <a:pt x="175" y="373"/>
                    <a:pt x="191" y="375"/>
                    <a:pt x="207" y="375"/>
                  </a:cubicBezTo>
                  <a:cubicBezTo>
                    <a:pt x="287" y="375"/>
                    <a:pt x="369" y="328"/>
                    <a:pt x="389" y="233"/>
                  </a:cubicBezTo>
                  <a:cubicBezTo>
                    <a:pt x="411" y="141"/>
                    <a:pt x="366" y="27"/>
                    <a:pt x="252" y="4"/>
                  </a:cubicBezTo>
                  <a:cubicBezTo>
                    <a:pt x="240" y="1"/>
                    <a:pt x="227" y="0"/>
                    <a:pt x="215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6920" rIns="90000" bIns="169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095" name="Google Shape;2550;p14"/>
            <p:cNvSpPr/>
            <p:nvPr/>
          </p:nvSpPr>
          <p:spPr>
            <a:xfrm>
              <a:off x="7196040" y="2496240"/>
              <a:ext cx="31320" cy="30240"/>
            </a:xfrm>
            <a:custGeom>
              <a:avLst/>
              <a:gdLst>
                <a:gd name="textAreaLeft" fmla="*/ 0 w 31320"/>
                <a:gd name="textAreaRight" fmla="*/ 32760 w 31320"/>
                <a:gd name="textAreaTop" fmla="*/ 0 h 30240"/>
                <a:gd name="textAreaBottom" fmla="*/ 31680 h 30240"/>
              </a:gdLst>
              <a:ahLst/>
              <a:cxnLst/>
              <a:rect l="textAreaLeft" t="textAreaTop" r="textAreaRight" b="textAreaBottom"/>
              <a:pathLst>
                <a:path w="367" h="352">
                  <a:moveTo>
                    <a:pt x="193" y="0"/>
                  </a:moveTo>
                  <a:cubicBezTo>
                    <a:pt x="115" y="0"/>
                    <a:pt x="44" y="62"/>
                    <a:pt x="24" y="142"/>
                  </a:cubicBezTo>
                  <a:cubicBezTo>
                    <a:pt x="1" y="233"/>
                    <a:pt x="47" y="324"/>
                    <a:pt x="138" y="347"/>
                  </a:cubicBezTo>
                  <a:cubicBezTo>
                    <a:pt x="150" y="350"/>
                    <a:pt x="162" y="351"/>
                    <a:pt x="174" y="351"/>
                  </a:cubicBezTo>
                  <a:cubicBezTo>
                    <a:pt x="252" y="351"/>
                    <a:pt x="323" y="289"/>
                    <a:pt x="343" y="210"/>
                  </a:cubicBezTo>
                  <a:cubicBezTo>
                    <a:pt x="366" y="119"/>
                    <a:pt x="298" y="27"/>
                    <a:pt x="229" y="5"/>
                  </a:cubicBezTo>
                  <a:cubicBezTo>
                    <a:pt x="217" y="2"/>
                    <a:pt x="205" y="0"/>
                    <a:pt x="193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840" rIns="90000" bIns="158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096" name="Google Shape;2551;p14"/>
            <p:cNvSpPr/>
            <p:nvPr/>
          </p:nvSpPr>
          <p:spPr>
            <a:xfrm>
              <a:off x="8494920" y="4522320"/>
              <a:ext cx="33480" cy="3024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30240"/>
                <a:gd name="textAreaBottom" fmla="*/ 31680 h 30240"/>
              </a:gdLst>
              <a:ahLst/>
              <a:cxnLst/>
              <a:rect l="textAreaLeft" t="textAreaTop" r="textAreaRight" b="textAreaBottom"/>
              <a:pathLst>
                <a:path w="389" h="352">
                  <a:moveTo>
                    <a:pt x="193" y="0"/>
                  </a:moveTo>
                  <a:cubicBezTo>
                    <a:pt x="114" y="0"/>
                    <a:pt x="43" y="63"/>
                    <a:pt x="23" y="142"/>
                  </a:cubicBezTo>
                  <a:cubicBezTo>
                    <a:pt x="0" y="233"/>
                    <a:pt x="69" y="324"/>
                    <a:pt x="160" y="347"/>
                  </a:cubicBezTo>
                  <a:cubicBezTo>
                    <a:pt x="169" y="350"/>
                    <a:pt x="179" y="352"/>
                    <a:pt x="189" y="352"/>
                  </a:cubicBezTo>
                  <a:cubicBezTo>
                    <a:pt x="257" y="352"/>
                    <a:pt x="346" y="290"/>
                    <a:pt x="365" y="210"/>
                  </a:cubicBezTo>
                  <a:cubicBezTo>
                    <a:pt x="388" y="119"/>
                    <a:pt x="320" y="28"/>
                    <a:pt x="228" y="5"/>
                  </a:cubicBezTo>
                  <a:cubicBezTo>
                    <a:pt x="216" y="2"/>
                    <a:pt x="204" y="0"/>
                    <a:pt x="193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840" rIns="90000" bIns="158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097" name="Google Shape;2552;p14"/>
            <p:cNvSpPr/>
            <p:nvPr/>
          </p:nvSpPr>
          <p:spPr>
            <a:xfrm>
              <a:off x="7341480" y="3278520"/>
              <a:ext cx="21240" cy="18360"/>
            </a:xfrm>
            <a:custGeom>
              <a:avLst/>
              <a:gdLst>
                <a:gd name="textAreaLeft" fmla="*/ 0 w 21240"/>
                <a:gd name="textAreaRight" fmla="*/ 22680 w 21240"/>
                <a:gd name="textAreaTop" fmla="*/ 0 h 18360"/>
                <a:gd name="textAreaBottom" fmla="*/ 19800 h 18360"/>
              </a:gdLst>
              <a:ahLst/>
              <a:cxnLst/>
              <a:rect l="textAreaLeft" t="textAreaTop" r="textAreaRight" b="textAreaBottom"/>
              <a:pathLst>
                <a:path w="252" h="219">
                  <a:moveTo>
                    <a:pt x="123" y="1"/>
                  </a:moveTo>
                  <a:cubicBezTo>
                    <a:pt x="69" y="1"/>
                    <a:pt x="23" y="38"/>
                    <a:pt x="23" y="75"/>
                  </a:cubicBezTo>
                  <a:cubicBezTo>
                    <a:pt x="1" y="144"/>
                    <a:pt x="46" y="190"/>
                    <a:pt x="92" y="212"/>
                  </a:cubicBezTo>
                  <a:cubicBezTo>
                    <a:pt x="104" y="217"/>
                    <a:pt x="117" y="218"/>
                    <a:pt x="129" y="218"/>
                  </a:cubicBezTo>
                  <a:cubicBezTo>
                    <a:pt x="183" y="218"/>
                    <a:pt x="229" y="181"/>
                    <a:pt x="229" y="144"/>
                  </a:cubicBezTo>
                  <a:cubicBezTo>
                    <a:pt x="252" y="75"/>
                    <a:pt x="206" y="7"/>
                    <a:pt x="160" y="7"/>
                  </a:cubicBezTo>
                  <a:cubicBezTo>
                    <a:pt x="148" y="3"/>
                    <a:pt x="135" y="1"/>
                    <a:pt x="123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720" rIns="90000" bIns="97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098" name="Google Shape;2553;p14"/>
            <p:cNvSpPr/>
            <p:nvPr/>
          </p:nvSpPr>
          <p:spPr>
            <a:xfrm>
              <a:off x="7380360" y="3244320"/>
              <a:ext cx="23400" cy="21600"/>
            </a:xfrm>
            <a:custGeom>
              <a:avLst/>
              <a:gdLst>
                <a:gd name="textAreaLeft" fmla="*/ 0 w 23400"/>
                <a:gd name="textAreaRight" fmla="*/ 24840 w 23400"/>
                <a:gd name="textAreaTop" fmla="*/ 0 h 21600"/>
                <a:gd name="textAreaBottom" fmla="*/ 23040 h 21600"/>
              </a:gdLst>
              <a:ahLst/>
              <a:cxnLst/>
              <a:rect l="textAreaLeft" t="textAreaTop" r="textAreaRight" b="textAreaBottom"/>
              <a:pathLst>
                <a:path w="275" h="258">
                  <a:moveTo>
                    <a:pt x="160" y="1"/>
                  </a:moveTo>
                  <a:cubicBezTo>
                    <a:pt x="92" y="1"/>
                    <a:pt x="23" y="24"/>
                    <a:pt x="23" y="92"/>
                  </a:cubicBezTo>
                  <a:cubicBezTo>
                    <a:pt x="0" y="161"/>
                    <a:pt x="46" y="229"/>
                    <a:pt x="92" y="252"/>
                  </a:cubicBezTo>
                  <a:cubicBezTo>
                    <a:pt x="104" y="256"/>
                    <a:pt x="116" y="258"/>
                    <a:pt x="128" y="258"/>
                  </a:cubicBezTo>
                  <a:cubicBezTo>
                    <a:pt x="183" y="258"/>
                    <a:pt x="232" y="217"/>
                    <a:pt x="251" y="161"/>
                  </a:cubicBezTo>
                  <a:cubicBezTo>
                    <a:pt x="274" y="92"/>
                    <a:pt x="228" y="24"/>
                    <a:pt x="160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520" rIns="90000" bIns="115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099" name="Google Shape;2554;p14"/>
            <p:cNvSpPr/>
            <p:nvPr/>
          </p:nvSpPr>
          <p:spPr>
            <a:xfrm>
              <a:off x="10092600" y="3170160"/>
              <a:ext cx="37440" cy="32400"/>
            </a:xfrm>
            <a:custGeom>
              <a:avLst/>
              <a:gdLst>
                <a:gd name="textAreaLeft" fmla="*/ 0 w 37440"/>
                <a:gd name="textAreaRight" fmla="*/ 38880 w 37440"/>
                <a:gd name="textAreaTop" fmla="*/ 0 h 32400"/>
                <a:gd name="textAreaBottom" fmla="*/ 33840 h 32400"/>
              </a:gdLst>
              <a:ahLst/>
              <a:cxnLst/>
              <a:rect l="textAreaLeft" t="textAreaTop" r="textAreaRight" b="textAreaBottom"/>
              <a:pathLst>
                <a:path w="435" h="376">
                  <a:moveTo>
                    <a:pt x="220" y="0"/>
                  </a:moveTo>
                  <a:cubicBezTo>
                    <a:pt x="132" y="0"/>
                    <a:pt x="66" y="48"/>
                    <a:pt x="47" y="143"/>
                  </a:cubicBezTo>
                  <a:cubicBezTo>
                    <a:pt x="1" y="234"/>
                    <a:pt x="69" y="349"/>
                    <a:pt x="161" y="371"/>
                  </a:cubicBezTo>
                  <a:cubicBezTo>
                    <a:pt x="176" y="374"/>
                    <a:pt x="190" y="376"/>
                    <a:pt x="204" y="376"/>
                  </a:cubicBezTo>
                  <a:cubicBezTo>
                    <a:pt x="298" y="376"/>
                    <a:pt x="369" y="314"/>
                    <a:pt x="389" y="234"/>
                  </a:cubicBezTo>
                  <a:cubicBezTo>
                    <a:pt x="435" y="120"/>
                    <a:pt x="366" y="29"/>
                    <a:pt x="275" y="6"/>
                  </a:cubicBezTo>
                  <a:cubicBezTo>
                    <a:pt x="256" y="2"/>
                    <a:pt x="237" y="0"/>
                    <a:pt x="220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6920" rIns="90000" bIns="169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00" name="Google Shape;2555;p14"/>
            <p:cNvSpPr/>
            <p:nvPr/>
          </p:nvSpPr>
          <p:spPr>
            <a:xfrm>
              <a:off x="10017000" y="4188240"/>
              <a:ext cx="35640" cy="30240"/>
            </a:xfrm>
            <a:custGeom>
              <a:avLst/>
              <a:gdLst>
                <a:gd name="textAreaLeft" fmla="*/ 0 w 35640"/>
                <a:gd name="textAreaRight" fmla="*/ 37080 w 35640"/>
                <a:gd name="textAreaTop" fmla="*/ 0 h 30240"/>
                <a:gd name="textAreaBottom" fmla="*/ 31680 h 30240"/>
              </a:gdLst>
              <a:ahLst/>
              <a:cxnLst/>
              <a:rect l="textAreaLeft" t="textAreaTop" r="textAreaRight" b="textAreaBottom"/>
              <a:pathLst>
                <a:path w="412" h="355">
                  <a:moveTo>
                    <a:pt x="206" y="1"/>
                  </a:moveTo>
                  <a:cubicBezTo>
                    <a:pt x="132" y="1"/>
                    <a:pt x="65" y="48"/>
                    <a:pt x="46" y="143"/>
                  </a:cubicBezTo>
                  <a:cubicBezTo>
                    <a:pt x="0" y="235"/>
                    <a:pt x="69" y="326"/>
                    <a:pt x="160" y="349"/>
                  </a:cubicBezTo>
                  <a:cubicBezTo>
                    <a:pt x="175" y="353"/>
                    <a:pt x="191" y="354"/>
                    <a:pt x="207" y="354"/>
                  </a:cubicBezTo>
                  <a:cubicBezTo>
                    <a:pt x="287" y="354"/>
                    <a:pt x="369" y="307"/>
                    <a:pt x="388" y="212"/>
                  </a:cubicBezTo>
                  <a:cubicBezTo>
                    <a:pt x="411" y="120"/>
                    <a:pt x="343" y="29"/>
                    <a:pt x="251" y="6"/>
                  </a:cubicBezTo>
                  <a:cubicBezTo>
                    <a:pt x="236" y="3"/>
                    <a:pt x="221" y="1"/>
                    <a:pt x="206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840" rIns="90000" bIns="158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01" name="Google Shape;2556;p14"/>
            <p:cNvSpPr/>
            <p:nvPr/>
          </p:nvSpPr>
          <p:spPr>
            <a:xfrm>
              <a:off x="8163000" y="3589920"/>
              <a:ext cx="37440" cy="34200"/>
            </a:xfrm>
            <a:custGeom>
              <a:avLst/>
              <a:gdLst>
                <a:gd name="textAreaLeft" fmla="*/ 0 w 37440"/>
                <a:gd name="textAreaRight" fmla="*/ 38880 w 37440"/>
                <a:gd name="textAreaTop" fmla="*/ 0 h 34200"/>
                <a:gd name="textAreaBottom" fmla="*/ 35640 h 34200"/>
              </a:gdLst>
              <a:ahLst/>
              <a:cxnLst/>
              <a:rect l="textAreaLeft" t="textAreaTop" r="textAreaRight" b="textAreaBottom"/>
              <a:pathLst>
                <a:path w="435" h="398">
                  <a:moveTo>
                    <a:pt x="231" y="1"/>
                  </a:moveTo>
                  <a:cubicBezTo>
                    <a:pt x="137" y="1"/>
                    <a:pt x="63" y="63"/>
                    <a:pt x="23" y="142"/>
                  </a:cubicBezTo>
                  <a:cubicBezTo>
                    <a:pt x="0" y="256"/>
                    <a:pt x="69" y="371"/>
                    <a:pt x="183" y="393"/>
                  </a:cubicBezTo>
                  <a:cubicBezTo>
                    <a:pt x="195" y="396"/>
                    <a:pt x="207" y="398"/>
                    <a:pt x="220" y="398"/>
                  </a:cubicBezTo>
                  <a:cubicBezTo>
                    <a:pt x="303" y="398"/>
                    <a:pt x="391" y="336"/>
                    <a:pt x="411" y="256"/>
                  </a:cubicBezTo>
                  <a:cubicBezTo>
                    <a:pt x="434" y="142"/>
                    <a:pt x="366" y="28"/>
                    <a:pt x="274" y="5"/>
                  </a:cubicBezTo>
                  <a:cubicBezTo>
                    <a:pt x="259" y="2"/>
                    <a:pt x="245" y="1"/>
                    <a:pt x="231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7640" rIns="90000" bIns="176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02" name="Google Shape;2557;p14"/>
            <p:cNvSpPr/>
            <p:nvPr/>
          </p:nvSpPr>
          <p:spPr>
            <a:xfrm>
              <a:off x="8881920" y="3848760"/>
              <a:ext cx="23400" cy="21600"/>
            </a:xfrm>
            <a:custGeom>
              <a:avLst/>
              <a:gdLst>
                <a:gd name="textAreaLeft" fmla="*/ 0 w 23400"/>
                <a:gd name="textAreaRight" fmla="*/ 24840 w 23400"/>
                <a:gd name="textAreaTop" fmla="*/ 0 h 21600"/>
                <a:gd name="textAreaBottom" fmla="*/ 23040 h 21600"/>
              </a:gdLst>
              <a:ahLst/>
              <a:cxnLst/>
              <a:rect l="textAreaLeft" t="textAreaTop" r="textAreaRight" b="textAreaBottom"/>
              <a:pathLst>
                <a:path w="275" h="258">
                  <a:moveTo>
                    <a:pt x="160" y="0"/>
                  </a:moveTo>
                  <a:cubicBezTo>
                    <a:pt x="91" y="0"/>
                    <a:pt x="23" y="23"/>
                    <a:pt x="0" y="92"/>
                  </a:cubicBezTo>
                  <a:cubicBezTo>
                    <a:pt x="0" y="160"/>
                    <a:pt x="46" y="229"/>
                    <a:pt x="114" y="251"/>
                  </a:cubicBezTo>
                  <a:cubicBezTo>
                    <a:pt x="122" y="255"/>
                    <a:pt x="132" y="257"/>
                    <a:pt x="142" y="257"/>
                  </a:cubicBezTo>
                  <a:cubicBezTo>
                    <a:pt x="189" y="257"/>
                    <a:pt x="251" y="216"/>
                    <a:pt x="251" y="160"/>
                  </a:cubicBezTo>
                  <a:cubicBezTo>
                    <a:pt x="274" y="92"/>
                    <a:pt x="228" y="23"/>
                    <a:pt x="160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520" rIns="90000" bIns="115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03" name="Google Shape;2558;p14"/>
            <p:cNvSpPr/>
            <p:nvPr/>
          </p:nvSpPr>
          <p:spPr>
            <a:xfrm>
              <a:off x="8881920" y="3924000"/>
              <a:ext cx="39600" cy="34200"/>
            </a:xfrm>
            <a:custGeom>
              <a:avLst/>
              <a:gdLst>
                <a:gd name="textAreaLeft" fmla="*/ 0 w 39600"/>
                <a:gd name="textAreaRight" fmla="*/ 41040 w 39600"/>
                <a:gd name="textAreaTop" fmla="*/ 0 h 34200"/>
                <a:gd name="textAreaBottom" fmla="*/ 35640 h 34200"/>
              </a:gdLst>
              <a:ahLst/>
              <a:cxnLst/>
              <a:rect l="textAreaLeft" t="textAreaTop" r="textAreaRight" b="textAreaBottom"/>
              <a:pathLst>
                <a:path w="457" h="399">
                  <a:moveTo>
                    <a:pt x="230" y="0"/>
                  </a:moveTo>
                  <a:cubicBezTo>
                    <a:pt x="132" y="0"/>
                    <a:pt x="43" y="65"/>
                    <a:pt x="23" y="165"/>
                  </a:cubicBezTo>
                  <a:cubicBezTo>
                    <a:pt x="0" y="256"/>
                    <a:pt x="69" y="370"/>
                    <a:pt x="183" y="393"/>
                  </a:cubicBezTo>
                  <a:cubicBezTo>
                    <a:pt x="198" y="397"/>
                    <a:pt x="214" y="399"/>
                    <a:pt x="230" y="399"/>
                  </a:cubicBezTo>
                  <a:cubicBezTo>
                    <a:pt x="310" y="399"/>
                    <a:pt x="392" y="351"/>
                    <a:pt x="411" y="256"/>
                  </a:cubicBezTo>
                  <a:cubicBezTo>
                    <a:pt x="457" y="142"/>
                    <a:pt x="388" y="28"/>
                    <a:pt x="274" y="5"/>
                  </a:cubicBezTo>
                  <a:cubicBezTo>
                    <a:pt x="259" y="2"/>
                    <a:pt x="245" y="0"/>
                    <a:pt x="230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7640" rIns="90000" bIns="176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04" name="Google Shape;2559;p14"/>
            <p:cNvSpPr/>
            <p:nvPr/>
          </p:nvSpPr>
          <p:spPr>
            <a:xfrm>
              <a:off x="9273240" y="2635200"/>
              <a:ext cx="23400" cy="19800"/>
            </a:xfrm>
            <a:custGeom>
              <a:avLst/>
              <a:gdLst>
                <a:gd name="textAreaLeft" fmla="*/ 0 w 23400"/>
                <a:gd name="textAreaRight" fmla="*/ 24840 w 23400"/>
                <a:gd name="textAreaTop" fmla="*/ 0 h 19800"/>
                <a:gd name="textAreaBottom" fmla="*/ 21240 h 19800"/>
              </a:gdLst>
              <a:ahLst/>
              <a:cxnLst/>
              <a:rect l="textAreaLeft" t="textAreaTop" r="textAreaRight" b="textAreaBottom"/>
              <a:pathLst>
                <a:path w="275" h="236">
                  <a:moveTo>
                    <a:pt x="134" y="1"/>
                  </a:moveTo>
                  <a:cubicBezTo>
                    <a:pt x="91" y="1"/>
                    <a:pt x="42" y="38"/>
                    <a:pt x="24" y="75"/>
                  </a:cubicBezTo>
                  <a:cubicBezTo>
                    <a:pt x="1" y="144"/>
                    <a:pt x="46" y="212"/>
                    <a:pt x="115" y="235"/>
                  </a:cubicBezTo>
                  <a:cubicBezTo>
                    <a:pt x="161" y="235"/>
                    <a:pt x="229" y="212"/>
                    <a:pt x="252" y="144"/>
                  </a:cubicBezTo>
                  <a:cubicBezTo>
                    <a:pt x="275" y="75"/>
                    <a:pt x="229" y="7"/>
                    <a:pt x="161" y="7"/>
                  </a:cubicBezTo>
                  <a:cubicBezTo>
                    <a:pt x="152" y="3"/>
                    <a:pt x="143" y="1"/>
                    <a:pt x="134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440" rIns="90000" bIns="10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05" name="Google Shape;2560;p14"/>
            <p:cNvSpPr/>
            <p:nvPr/>
          </p:nvSpPr>
          <p:spPr>
            <a:xfrm>
              <a:off x="10168560" y="3444480"/>
              <a:ext cx="31320" cy="28440"/>
            </a:xfrm>
            <a:custGeom>
              <a:avLst/>
              <a:gdLst>
                <a:gd name="textAreaLeft" fmla="*/ 0 w 31320"/>
                <a:gd name="textAreaRight" fmla="*/ 32760 w 31320"/>
                <a:gd name="textAreaTop" fmla="*/ 0 h 28440"/>
                <a:gd name="textAreaBottom" fmla="*/ 29880 h 28440"/>
              </a:gdLst>
              <a:ahLst/>
              <a:cxnLst/>
              <a:rect l="textAreaLeft" t="textAreaTop" r="textAreaRight" b="textAreaBottom"/>
              <a:pathLst>
                <a:path w="366" h="333">
                  <a:moveTo>
                    <a:pt x="182" y="1"/>
                  </a:moveTo>
                  <a:cubicBezTo>
                    <a:pt x="108" y="1"/>
                    <a:pt x="42" y="45"/>
                    <a:pt x="23" y="121"/>
                  </a:cubicBezTo>
                  <a:cubicBezTo>
                    <a:pt x="0" y="212"/>
                    <a:pt x="46" y="303"/>
                    <a:pt x="137" y="326"/>
                  </a:cubicBezTo>
                  <a:cubicBezTo>
                    <a:pt x="153" y="330"/>
                    <a:pt x="169" y="332"/>
                    <a:pt x="184" y="332"/>
                  </a:cubicBezTo>
                  <a:cubicBezTo>
                    <a:pt x="258" y="332"/>
                    <a:pt x="324" y="288"/>
                    <a:pt x="343" y="212"/>
                  </a:cubicBezTo>
                  <a:cubicBezTo>
                    <a:pt x="366" y="121"/>
                    <a:pt x="320" y="30"/>
                    <a:pt x="229" y="7"/>
                  </a:cubicBezTo>
                  <a:cubicBezTo>
                    <a:pt x="213" y="3"/>
                    <a:pt x="197" y="1"/>
                    <a:pt x="182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4760" rIns="90000" bIns="147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06" name="Google Shape;2561;p14"/>
            <p:cNvSpPr/>
            <p:nvPr/>
          </p:nvSpPr>
          <p:spPr>
            <a:xfrm>
              <a:off x="10039320" y="4034520"/>
              <a:ext cx="27360" cy="2448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24480"/>
                <a:gd name="textAreaBottom" fmla="*/ 25920 h 24480"/>
              </a:gdLst>
              <a:ahLst/>
              <a:cxnLst/>
              <a:rect l="textAreaLeft" t="textAreaTop" r="textAreaRight" b="textAreaBottom"/>
              <a:pathLst>
                <a:path w="320" h="287">
                  <a:moveTo>
                    <a:pt x="145" y="1"/>
                  </a:moveTo>
                  <a:cubicBezTo>
                    <a:pt x="85" y="1"/>
                    <a:pt x="23" y="41"/>
                    <a:pt x="23" y="98"/>
                  </a:cubicBezTo>
                  <a:cubicBezTo>
                    <a:pt x="0" y="189"/>
                    <a:pt x="46" y="258"/>
                    <a:pt x="115" y="280"/>
                  </a:cubicBezTo>
                  <a:cubicBezTo>
                    <a:pt x="126" y="284"/>
                    <a:pt x="139" y="286"/>
                    <a:pt x="151" y="286"/>
                  </a:cubicBezTo>
                  <a:cubicBezTo>
                    <a:pt x="212" y="286"/>
                    <a:pt x="278" y="242"/>
                    <a:pt x="297" y="166"/>
                  </a:cubicBezTo>
                  <a:cubicBezTo>
                    <a:pt x="320" y="98"/>
                    <a:pt x="274" y="29"/>
                    <a:pt x="183" y="6"/>
                  </a:cubicBezTo>
                  <a:cubicBezTo>
                    <a:pt x="171" y="2"/>
                    <a:pt x="158" y="1"/>
                    <a:pt x="145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07" name="Google Shape;2562;p14"/>
            <p:cNvSpPr/>
            <p:nvPr/>
          </p:nvSpPr>
          <p:spPr>
            <a:xfrm>
              <a:off x="8347320" y="4141440"/>
              <a:ext cx="27360" cy="2556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25560"/>
                <a:gd name="textAreaBottom" fmla="*/ 27000 h 25560"/>
              </a:gdLst>
              <a:ahLst/>
              <a:cxnLst/>
              <a:rect l="textAreaLeft" t="textAreaTop" r="textAreaRight" b="textAreaBottom"/>
              <a:pathLst>
                <a:path w="321" h="302">
                  <a:moveTo>
                    <a:pt x="206" y="0"/>
                  </a:moveTo>
                  <a:cubicBezTo>
                    <a:pt x="138" y="0"/>
                    <a:pt x="46" y="46"/>
                    <a:pt x="24" y="114"/>
                  </a:cubicBezTo>
                  <a:cubicBezTo>
                    <a:pt x="1" y="183"/>
                    <a:pt x="46" y="274"/>
                    <a:pt x="138" y="297"/>
                  </a:cubicBezTo>
                  <a:cubicBezTo>
                    <a:pt x="147" y="300"/>
                    <a:pt x="156" y="302"/>
                    <a:pt x="166" y="302"/>
                  </a:cubicBezTo>
                  <a:cubicBezTo>
                    <a:pt x="229" y="302"/>
                    <a:pt x="297" y="242"/>
                    <a:pt x="297" y="183"/>
                  </a:cubicBezTo>
                  <a:cubicBezTo>
                    <a:pt x="320" y="114"/>
                    <a:pt x="275" y="23"/>
                    <a:pt x="206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3320" rIns="90000" bIns="133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08" name="Google Shape;2563;p14"/>
            <p:cNvSpPr/>
            <p:nvPr/>
          </p:nvSpPr>
          <p:spPr>
            <a:xfrm>
              <a:off x="9308160" y="2612880"/>
              <a:ext cx="39600" cy="35280"/>
            </a:xfrm>
            <a:custGeom>
              <a:avLst/>
              <a:gdLst>
                <a:gd name="textAreaLeft" fmla="*/ 0 w 39600"/>
                <a:gd name="textAreaRight" fmla="*/ 41040 w 39600"/>
                <a:gd name="textAreaTop" fmla="*/ 0 h 35280"/>
                <a:gd name="textAreaBottom" fmla="*/ 36720 h 35280"/>
              </a:gdLst>
              <a:ahLst/>
              <a:cxnLst/>
              <a:rect l="textAreaLeft" t="textAreaTop" r="textAreaRight" b="textAreaBottom"/>
              <a:pathLst>
                <a:path w="458" h="410">
                  <a:moveTo>
                    <a:pt x="218" y="1"/>
                  </a:moveTo>
                  <a:cubicBezTo>
                    <a:pt x="125" y="1"/>
                    <a:pt x="43" y="49"/>
                    <a:pt x="24" y="144"/>
                  </a:cubicBezTo>
                  <a:cubicBezTo>
                    <a:pt x="1" y="258"/>
                    <a:pt x="69" y="372"/>
                    <a:pt x="161" y="395"/>
                  </a:cubicBezTo>
                  <a:cubicBezTo>
                    <a:pt x="185" y="404"/>
                    <a:pt x="209" y="409"/>
                    <a:pt x="233" y="409"/>
                  </a:cubicBezTo>
                  <a:cubicBezTo>
                    <a:pt x="319" y="409"/>
                    <a:pt x="394" y="348"/>
                    <a:pt x="412" y="258"/>
                  </a:cubicBezTo>
                  <a:cubicBezTo>
                    <a:pt x="457" y="144"/>
                    <a:pt x="389" y="30"/>
                    <a:pt x="275" y="7"/>
                  </a:cubicBezTo>
                  <a:cubicBezTo>
                    <a:pt x="256" y="3"/>
                    <a:pt x="237" y="1"/>
                    <a:pt x="218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8360" rIns="90000" bIns="183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09" name="Google Shape;2564;p14"/>
            <p:cNvSpPr/>
            <p:nvPr/>
          </p:nvSpPr>
          <p:spPr>
            <a:xfrm>
              <a:off x="6261840" y="3903480"/>
              <a:ext cx="25200" cy="22320"/>
            </a:xfrm>
            <a:custGeom>
              <a:avLst/>
              <a:gdLst>
                <a:gd name="textAreaLeft" fmla="*/ 0 w 25200"/>
                <a:gd name="textAreaRight" fmla="*/ 26640 w 25200"/>
                <a:gd name="textAreaTop" fmla="*/ 0 h 22320"/>
                <a:gd name="textAreaBottom" fmla="*/ 23760 h 22320"/>
              </a:gdLst>
              <a:ahLst/>
              <a:cxnLst/>
              <a:rect l="textAreaLeft" t="textAreaTop" r="textAreaRight" b="textAreaBottom"/>
              <a:pathLst>
                <a:path w="298" h="264">
                  <a:moveTo>
                    <a:pt x="147" y="1"/>
                  </a:moveTo>
                  <a:cubicBezTo>
                    <a:pt x="92" y="1"/>
                    <a:pt x="42" y="42"/>
                    <a:pt x="23" y="98"/>
                  </a:cubicBezTo>
                  <a:cubicBezTo>
                    <a:pt x="1" y="166"/>
                    <a:pt x="46" y="235"/>
                    <a:pt x="115" y="258"/>
                  </a:cubicBezTo>
                  <a:cubicBezTo>
                    <a:pt x="131" y="262"/>
                    <a:pt x="146" y="264"/>
                    <a:pt x="161" y="264"/>
                  </a:cubicBezTo>
                  <a:cubicBezTo>
                    <a:pt x="228" y="264"/>
                    <a:pt x="274" y="223"/>
                    <a:pt x="274" y="166"/>
                  </a:cubicBezTo>
                  <a:cubicBezTo>
                    <a:pt x="297" y="98"/>
                    <a:pt x="252" y="29"/>
                    <a:pt x="183" y="7"/>
                  </a:cubicBezTo>
                  <a:cubicBezTo>
                    <a:pt x="171" y="3"/>
                    <a:pt x="159" y="1"/>
                    <a:pt x="147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880" rIns="90000" bIns="118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10" name="Google Shape;2565;p14"/>
            <p:cNvSpPr/>
            <p:nvPr/>
          </p:nvSpPr>
          <p:spPr>
            <a:xfrm>
              <a:off x="10248120" y="3729960"/>
              <a:ext cx="25200" cy="23760"/>
            </a:xfrm>
            <a:custGeom>
              <a:avLst/>
              <a:gdLst>
                <a:gd name="textAreaLeft" fmla="*/ 0 w 25200"/>
                <a:gd name="textAreaRight" fmla="*/ 26640 w 25200"/>
                <a:gd name="textAreaTop" fmla="*/ 0 h 23760"/>
                <a:gd name="textAreaBottom" fmla="*/ 25200 h 23760"/>
              </a:gdLst>
              <a:ahLst/>
              <a:cxnLst/>
              <a:rect l="textAreaLeft" t="textAreaTop" r="textAreaRight" b="textAreaBottom"/>
              <a:pathLst>
                <a:path w="298" h="281">
                  <a:moveTo>
                    <a:pt x="183" y="0"/>
                  </a:moveTo>
                  <a:cubicBezTo>
                    <a:pt x="115" y="0"/>
                    <a:pt x="46" y="46"/>
                    <a:pt x="23" y="115"/>
                  </a:cubicBezTo>
                  <a:cubicBezTo>
                    <a:pt x="1" y="183"/>
                    <a:pt x="46" y="252"/>
                    <a:pt x="115" y="274"/>
                  </a:cubicBezTo>
                  <a:cubicBezTo>
                    <a:pt x="127" y="278"/>
                    <a:pt x="140" y="280"/>
                    <a:pt x="153" y="280"/>
                  </a:cubicBezTo>
                  <a:cubicBezTo>
                    <a:pt x="213" y="280"/>
                    <a:pt x="275" y="239"/>
                    <a:pt x="275" y="183"/>
                  </a:cubicBezTo>
                  <a:cubicBezTo>
                    <a:pt x="297" y="92"/>
                    <a:pt x="252" y="23"/>
                    <a:pt x="183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600" rIns="90000" bIns="126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11" name="Google Shape;2566;p14"/>
            <p:cNvSpPr/>
            <p:nvPr/>
          </p:nvSpPr>
          <p:spPr>
            <a:xfrm>
              <a:off x="9793440" y="3462840"/>
              <a:ext cx="31320" cy="28440"/>
            </a:xfrm>
            <a:custGeom>
              <a:avLst/>
              <a:gdLst>
                <a:gd name="textAreaLeft" fmla="*/ 0 w 31320"/>
                <a:gd name="textAreaRight" fmla="*/ 32760 w 31320"/>
                <a:gd name="textAreaTop" fmla="*/ 0 h 28440"/>
                <a:gd name="textAreaBottom" fmla="*/ 29880 h 28440"/>
              </a:gdLst>
              <a:ahLst/>
              <a:cxnLst/>
              <a:rect l="textAreaLeft" t="textAreaTop" r="textAreaRight" b="textAreaBottom"/>
              <a:pathLst>
                <a:path w="366" h="331">
                  <a:moveTo>
                    <a:pt x="182" y="0"/>
                  </a:moveTo>
                  <a:cubicBezTo>
                    <a:pt x="108" y="0"/>
                    <a:pt x="42" y="45"/>
                    <a:pt x="23" y="120"/>
                  </a:cubicBezTo>
                  <a:cubicBezTo>
                    <a:pt x="0" y="212"/>
                    <a:pt x="69" y="303"/>
                    <a:pt x="160" y="326"/>
                  </a:cubicBezTo>
                  <a:cubicBezTo>
                    <a:pt x="172" y="329"/>
                    <a:pt x="184" y="330"/>
                    <a:pt x="196" y="330"/>
                  </a:cubicBezTo>
                  <a:cubicBezTo>
                    <a:pt x="269" y="330"/>
                    <a:pt x="323" y="271"/>
                    <a:pt x="343" y="212"/>
                  </a:cubicBezTo>
                  <a:cubicBezTo>
                    <a:pt x="366" y="120"/>
                    <a:pt x="320" y="29"/>
                    <a:pt x="229" y="6"/>
                  </a:cubicBezTo>
                  <a:cubicBezTo>
                    <a:pt x="213" y="2"/>
                    <a:pt x="197" y="0"/>
                    <a:pt x="182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4760" rIns="90000" bIns="147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12" name="Google Shape;2567;p14"/>
            <p:cNvSpPr/>
            <p:nvPr/>
          </p:nvSpPr>
          <p:spPr>
            <a:xfrm>
              <a:off x="9951120" y="3669840"/>
              <a:ext cx="23400" cy="21600"/>
            </a:xfrm>
            <a:custGeom>
              <a:avLst/>
              <a:gdLst>
                <a:gd name="textAreaLeft" fmla="*/ 0 w 23400"/>
                <a:gd name="textAreaRight" fmla="*/ 24840 w 23400"/>
                <a:gd name="textAreaTop" fmla="*/ 0 h 21600"/>
                <a:gd name="textAreaBottom" fmla="*/ 23040 h 21600"/>
              </a:gdLst>
              <a:ahLst/>
              <a:cxnLst/>
              <a:rect l="textAreaLeft" t="textAreaTop" r="textAreaRight" b="textAreaBottom"/>
              <a:pathLst>
                <a:path w="275" h="258">
                  <a:moveTo>
                    <a:pt x="147" y="1"/>
                  </a:moveTo>
                  <a:cubicBezTo>
                    <a:pt x="92" y="1"/>
                    <a:pt x="43" y="41"/>
                    <a:pt x="24" y="98"/>
                  </a:cubicBezTo>
                  <a:cubicBezTo>
                    <a:pt x="1" y="166"/>
                    <a:pt x="47" y="235"/>
                    <a:pt x="115" y="258"/>
                  </a:cubicBezTo>
                  <a:cubicBezTo>
                    <a:pt x="184" y="258"/>
                    <a:pt x="252" y="235"/>
                    <a:pt x="275" y="166"/>
                  </a:cubicBezTo>
                  <a:cubicBezTo>
                    <a:pt x="275" y="98"/>
                    <a:pt x="229" y="29"/>
                    <a:pt x="184" y="7"/>
                  </a:cubicBezTo>
                  <a:cubicBezTo>
                    <a:pt x="171" y="2"/>
                    <a:pt x="159" y="1"/>
                    <a:pt x="147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520" rIns="90000" bIns="115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13" name="Google Shape;2568;p14"/>
            <p:cNvSpPr/>
            <p:nvPr/>
          </p:nvSpPr>
          <p:spPr>
            <a:xfrm>
              <a:off x="4647960" y="1519560"/>
              <a:ext cx="21240" cy="19800"/>
            </a:xfrm>
            <a:custGeom>
              <a:avLst/>
              <a:gdLst>
                <a:gd name="textAreaLeft" fmla="*/ 0 w 21240"/>
                <a:gd name="textAreaRight" fmla="*/ 22680 w 21240"/>
                <a:gd name="textAreaTop" fmla="*/ 0 h 19800"/>
                <a:gd name="textAreaBottom" fmla="*/ 21240 h 19800"/>
              </a:gdLst>
              <a:ahLst/>
              <a:cxnLst/>
              <a:rect l="textAreaLeft" t="textAreaTop" r="textAreaRight" b="textAreaBottom"/>
              <a:pathLst>
                <a:path w="252" h="235">
                  <a:moveTo>
                    <a:pt x="160" y="0"/>
                  </a:moveTo>
                  <a:cubicBezTo>
                    <a:pt x="92" y="0"/>
                    <a:pt x="23" y="23"/>
                    <a:pt x="0" y="91"/>
                  </a:cubicBezTo>
                  <a:cubicBezTo>
                    <a:pt x="0" y="160"/>
                    <a:pt x="23" y="228"/>
                    <a:pt x="92" y="228"/>
                  </a:cubicBezTo>
                  <a:cubicBezTo>
                    <a:pt x="104" y="232"/>
                    <a:pt x="116" y="234"/>
                    <a:pt x="128" y="234"/>
                  </a:cubicBezTo>
                  <a:cubicBezTo>
                    <a:pt x="182" y="234"/>
                    <a:pt x="228" y="193"/>
                    <a:pt x="228" y="137"/>
                  </a:cubicBezTo>
                  <a:cubicBezTo>
                    <a:pt x="251" y="91"/>
                    <a:pt x="206" y="23"/>
                    <a:pt x="160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440" rIns="90000" bIns="10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14" name="Google Shape;2569;p14"/>
            <p:cNvSpPr/>
            <p:nvPr/>
          </p:nvSpPr>
          <p:spPr>
            <a:xfrm>
              <a:off x="8554320" y="1735920"/>
              <a:ext cx="33480" cy="3024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30240"/>
                <a:gd name="textAreaBottom" fmla="*/ 31680 h 30240"/>
              </a:gdLst>
              <a:ahLst/>
              <a:cxnLst/>
              <a:rect l="textAreaLeft" t="textAreaTop" r="textAreaRight" b="textAreaBottom"/>
              <a:pathLst>
                <a:path w="389" h="354">
                  <a:moveTo>
                    <a:pt x="182" y="1"/>
                  </a:moveTo>
                  <a:cubicBezTo>
                    <a:pt x="108" y="1"/>
                    <a:pt x="42" y="45"/>
                    <a:pt x="23" y="121"/>
                  </a:cubicBezTo>
                  <a:cubicBezTo>
                    <a:pt x="0" y="212"/>
                    <a:pt x="69" y="303"/>
                    <a:pt x="160" y="349"/>
                  </a:cubicBezTo>
                  <a:cubicBezTo>
                    <a:pt x="172" y="352"/>
                    <a:pt x="184" y="353"/>
                    <a:pt x="196" y="353"/>
                  </a:cubicBezTo>
                  <a:cubicBezTo>
                    <a:pt x="274" y="353"/>
                    <a:pt x="345" y="291"/>
                    <a:pt x="365" y="212"/>
                  </a:cubicBezTo>
                  <a:cubicBezTo>
                    <a:pt x="388" y="121"/>
                    <a:pt x="320" y="29"/>
                    <a:pt x="228" y="6"/>
                  </a:cubicBezTo>
                  <a:cubicBezTo>
                    <a:pt x="213" y="3"/>
                    <a:pt x="197" y="1"/>
                    <a:pt x="182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840" rIns="90000" bIns="158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15" name="Google Shape;2570;p14"/>
            <p:cNvSpPr/>
            <p:nvPr/>
          </p:nvSpPr>
          <p:spPr>
            <a:xfrm>
              <a:off x="9660240" y="3972960"/>
              <a:ext cx="37440" cy="32400"/>
            </a:xfrm>
            <a:custGeom>
              <a:avLst/>
              <a:gdLst>
                <a:gd name="textAreaLeft" fmla="*/ 0 w 37440"/>
                <a:gd name="textAreaRight" fmla="*/ 38880 w 37440"/>
                <a:gd name="textAreaTop" fmla="*/ 0 h 32400"/>
                <a:gd name="textAreaBottom" fmla="*/ 33840 h 32400"/>
              </a:gdLst>
              <a:ahLst/>
              <a:cxnLst/>
              <a:rect l="textAreaLeft" t="textAreaTop" r="textAreaRight" b="textAreaBottom"/>
              <a:pathLst>
                <a:path w="435" h="377">
                  <a:moveTo>
                    <a:pt x="220" y="1"/>
                  </a:moveTo>
                  <a:cubicBezTo>
                    <a:pt x="131" y="1"/>
                    <a:pt x="62" y="49"/>
                    <a:pt x="24" y="144"/>
                  </a:cubicBezTo>
                  <a:cubicBezTo>
                    <a:pt x="1" y="235"/>
                    <a:pt x="69" y="349"/>
                    <a:pt x="161" y="372"/>
                  </a:cubicBezTo>
                  <a:cubicBezTo>
                    <a:pt x="176" y="375"/>
                    <a:pt x="190" y="376"/>
                    <a:pt x="204" y="376"/>
                  </a:cubicBezTo>
                  <a:cubicBezTo>
                    <a:pt x="298" y="376"/>
                    <a:pt x="369" y="314"/>
                    <a:pt x="389" y="235"/>
                  </a:cubicBezTo>
                  <a:cubicBezTo>
                    <a:pt x="434" y="121"/>
                    <a:pt x="366" y="30"/>
                    <a:pt x="275" y="7"/>
                  </a:cubicBezTo>
                  <a:cubicBezTo>
                    <a:pt x="256" y="3"/>
                    <a:pt x="237" y="1"/>
                    <a:pt x="220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6920" rIns="90000" bIns="169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16" name="Google Shape;2571;p14"/>
            <p:cNvSpPr/>
            <p:nvPr/>
          </p:nvSpPr>
          <p:spPr>
            <a:xfrm>
              <a:off x="8005320" y="505080"/>
              <a:ext cx="23400" cy="19800"/>
            </a:xfrm>
            <a:custGeom>
              <a:avLst/>
              <a:gdLst>
                <a:gd name="textAreaLeft" fmla="*/ 0 w 23400"/>
                <a:gd name="textAreaRight" fmla="*/ 24840 w 23400"/>
                <a:gd name="textAreaTop" fmla="*/ 0 h 19800"/>
                <a:gd name="textAreaBottom" fmla="*/ 21240 h 19800"/>
              </a:gdLst>
              <a:ahLst/>
              <a:cxnLst/>
              <a:rect l="textAreaLeft" t="textAreaTop" r="textAreaRight" b="textAreaBottom"/>
              <a:pathLst>
                <a:path w="275" h="235">
                  <a:moveTo>
                    <a:pt x="134" y="0"/>
                  </a:moveTo>
                  <a:cubicBezTo>
                    <a:pt x="91" y="0"/>
                    <a:pt x="42" y="38"/>
                    <a:pt x="24" y="75"/>
                  </a:cubicBezTo>
                  <a:cubicBezTo>
                    <a:pt x="1" y="143"/>
                    <a:pt x="47" y="212"/>
                    <a:pt x="115" y="235"/>
                  </a:cubicBezTo>
                  <a:cubicBezTo>
                    <a:pt x="184" y="235"/>
                    <a:pt x="229" y="212"/>
                    <a:pt x="252" y="143"/>
                  </a:cubicBezTo>
                  <a:cubicBezTo>
                    <a:pt x="275" y="75"/>
                    <a:pt x="229" y="7"/>
                    <a:pt x="161" y="7"/>
                  </a:cubicBezTo>
                  <a:cubicBezTo>
                    <a:pt x="152" y="2"/>
                    <a:pt x="143" y="0"/>
                    <a:pt x="134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440" rIns="90000" bIns="10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17" name="Google Shape;2572;p14"/>
            <p:cNvSpPr/>
            <p:nvPr/>
          </p:nvSpPr>
          <p:spPr>
            <a:xfrm>
              <a:off x="7954200" y="4358160"/>
              <a:ext cx="35640" cy="32040"/>
            </a:xfrm>
            <a:custGeom>
              <a:avLst/>
              <a:gdLst>
                <a:gd name="textAreaLeft" fmla="*/ 0 w 35640"/>
                <a:gd name="textAreaRight" fmla="*/ 37080 w 35640"/>
                <a:gd name="textAreaTop" fmla="*/ 0 h 32040"/>
                <a:gd name="textAreaBottom" fmla="*/ 33480 h 32040"/>
              </a:gdLst>
              <a:ahLst/>
              <a:cxnLst/>
              <a:rect l="textAreaLeft" t="textAreaTop" r="textAreaRight" b="textAreaBottom"/>
              <a:pathLst>
                <a:path w="412" h="375">
                  <a:moveTo>
                    <a:pt x="214" y="0"/>
                  </a:moveTo>
                  <a:cubicBezTo>
                    <a:pt x="132" y="0"/>
                    <a:pt x="43" y="62"/>
                    <a:pt x="23" y="142"/>
                  </a:cubicBezTo>
                  <a:cubicBezTo>
                    <a:pt x="0" y="233"/>
                    <a:pt x="69" y="347"/>
                    <a:pt x="160" y="370"/>
                  </a:cubicBezTo>
                  <a:cubicBezTo>
                    <a:pt x="175" y="373"/>
                    <a:pt x="190" y="374"/>
                    <a:pt x="204" y="374"/>
                  </a:cubicBezTo>
                  <a:cubicBezTo>
                    <a:pt x="297" y="374"/>
                    <a:pt x="368" y="312"/>
                    <a:pt x="388" y="233"/>
                  </a:cubicBezTo>
                  <a:cubicBezTo>
                    <a:pt x="411" y="142"/>
                    <a:pt x="365" y="28"/>
                    <a:pt x="251" y="5"/>
                  </a:cubicBezTo>
                  <a:cubicBezTo>
                    <a:pt x="239" y="2"/>
                    <a:pt x="227" y="0"/>
                    <a:pt x="214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6560" rIns="90000" bIns="165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18" name="Google Shape;2573;p14"/>
            <p:cNvSpPr/>
            <p:nvPr/>
          </p:nvSpPr>
          <p:spPr>
            <a:xfrm>
              <a:off x="8689320" y="4600080"/>
              <a:ext cx="33480" cy="1944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19440"/>
                <a:gd name="textAreaBottom" fmla="*/ 20880 h 19440"/>
              </a:gdLst>
              <a:ahLst/>
              <a:cxnLst/>
              <a:rect l="textAreaLeft" t="textAreaTop" r="textAreaRight" b="textAreaBottom"/>
              <a:pathLst>
                <a:path w="389" h="234">
                  <a:moveTo>
                    <a:pt x="193" y="1"/>
                  </a:moveTo>
                  <a:cubicBezTo>
                    <a:pt x="114" y="1"/>
                    <a:pt x="40" y="63"/>
                    <a:pt x="1" y="142"/>
                  </a:cubicBezTo>
                  <a:lnTo>
                    <a:pt x="366" y="233"/>
                  </a:lnTo>
                  <a:cubicBezTo>
                    <a:pt x="389" y="142"/>
                    <a:pt x="343" y="51"/>
                    <a:pt x="229" y="5"/>
                  </a:cubicBezTo>
                  <a:cubicBezTo>
                    <a:pt x="217" y="2"/>
                    <a:pt x="205" y="1"/>
                    <a:pt x="193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440" rIns="90000" bIns="10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19" name="Google Shape;2574;p14"/>
            <p:cNvSpPr/>
            <p:nvPr/>
          </p:nvSpPr>
          <p:spPr>
            <a:xfrm>
              <a:off x="8033760" y="4415400"/>
              <a:ext cx="21240" cy="11520"/>
            </a:xfrm>
            <a:custGeom>
              <a:avLst/>
              <a:gdLst>
                <a:gd name="textAreaLeft" fmla="*/ 0 w 21240"/>
                <a:gd name="textAreaRight" fmla="*/ 22680 w 21240"/>
                <a:gd name="textAreaTop" fmla="*/ 0 h 11520"/>
                <a:gd name="textAreaBottom" fmla="*/ 12960 h 11520"/>
              </a:gdLst>
              <a:ahLst/>
              <a:cxnLst/>
              <a:rect l="textAreaLeft" t="textAreaTop" r="textAreaRight" b="textAreaBottom"/>
              <a:pathLst>
                <a:path w="252" h="144">
                  <a:moveTo>
                    <a:pt x="101" y="1"/>
                  </a:moveTo>
                  <a:cubicBezTo>
                    <a:pt x="47" y="1"/>
                    <a:pt x="0" y="42"/>
                    <a:pt x="0" y="98"/>
                  </a:cubicBezTo>
                  <a:lnTo>
                    <a:pt x="229" y="144"/>
                  </a:lnTo>
                  <a:cubicBezTo>
                    <a:pt x="252" y="75"/>
                    <a:pt x="206" y="7"/>
                    <a:pt x="137" y="7"/>
                  </a:cubicBezTo>
                  <a:cubicBezTo>
                    <a:pt x="125" y="3"/>
                    <a:pt x="113" y="1"/>
                    <a:pt x="101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6480" rIns="90000" bIns="64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20" name="Google Shape;2575;p14"/>
            <p:cNvSpPr/>
            <p:nvPr/>
          </p:nvSpPr>
          <p:spPr>
            <a:xfrm>
              <a:off x="8595000" y="4513680"/>
              <a:ext cx="21240" cy="18360"/>
            </a:xfrm>
            <a:custGeom>
              <a:avLst/>
              <a:gdLst>
                <a:gd name="textAreaLeft" fmla="*/ 0 w 21240"/>
                <a:gd name="textAreaRight" fmla="*/ 22680 w 21240"/>
                <a:gd name="textAreaTop" fmla="*/ 0 h 18360"/>
                <a:gd name="textAreaBottom" fmla="*/ 19800 h 18360"/>
              </a:gdLst>
              <a:ahLst/>
              <a:cxnLst/>
              <a:rect l="textAreaLeft" t="textAreaTop" r="textAreaRight" b="textAreaBottom"/>
              <a:pathLst>
                <a:path w="252" h="221">
                  <a:moveTo>
                    <a:pt x="112" y="1"/>
                  </a:moveTo>
                  <a:cubicBezTo>
                    <a:pt x="69" y="1"/>
                    <a:pt x="19" y="42"/>
                    <a:pt x="1" y="98"/>
                  </a:cubicBezTo>
                  <a:cubicBezTo>
                    <a:pt x="1" y="144"/>
                    <a:pt x="23" y="212"/>
                    <a:pt x="92" y="212"/>
                  </a:cubicBezTo>
                  <a:cubicBezTo>
                    <a:pt x="109" y="218"/>
                    <a:pt x="125" y="221"/>
                    <a:pt x="139" y="221"/>
                  </a:cubicBezTo>
                  <a:cubicBezTo>
                    <a:pt x="182" y="221"/>
                    <a:pt x="212" y="195"/>
                    <a:pt x="229" y="144"/>
                  </a:cubicBezTo>
                  <a:cubicBezTo>
                    <a:pt x="252" y="75"/>
                    <a:pt x="206" y="29"/>
                    <a:pt x="138" y="7"/>
                  </a:cubicBezTo>
                  <a:cubicBezTo>
                    <a:pt x="129" y="3"/>
                    <a:pt x="121" y="1"/>
                    <a:pt x="112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720" rIns="90000" bIns="97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21" name="Google Shape;2576;p14"/>
            <p:cNvSpPr/>
            <p:nvPr/>
          </p:nvSpPr>
          <p:spPr>
            <a:xfrm>
              <a:off x="9131760" y="4556880"/>
              <a:ext cx="25200" cy="23760"/>
            </a:xfrm>
            <a:custGeom>
              <a:avLst/>
              <a:gdLst>
                <a:gd name="textAreaLeft" fmla="*/ 0 w 25200"/>
                <a:gd name="textAreaRight" fmla="*/ 26640 w 25200"/>
                <a:gd name="textAreaTop" fmla="*/ 0 h 23760"/>
                <a:gd name="textAreaBottom" fmla="*/ 25200 h 23760"/>
              </a:gdLst>
              <a:ahLst/>
              <a:cxnLst/>
              <a:rect l="textAreaLeft" t="textAreaTop" r="textAreaRight" b="textAreaBottom"/>
              <a:pathLst>
                <a:path w="298" h="281">
                  <a:moveTo>
                    <a:pt x="147" y="1"/>
                  </a:moveTo>
                  <a:cubicBezTo>
                    <a:pt x="92" y="1"/>
                    <a:pt x="42" y="42"/>
                    <a:pt x="24" y="98"/>
                  </a:cubicBezTo>
                  <a:cubicBezTo>
                    <a:pt x="1" y="189"/>
                    <a:pt x="46" y="258"/>
                    <a:pt x="115" y="281"/>
                  </a:cubicBezTo>
                  <a:cubicBezTo>
                    <a:pt x="206" y="281"/>
                    <a:pt x="275" y="258"/>
                    <a:pt x="298" y="167"/>
                  </a:cubicBezTo>
                  <a:cubicBezTo>
                    <a:pt x="298" y="98"/>
                    <a:pt x="275" y="30"/>
                    <a:pt x="183" y="7"/>
                  </a:cubicBezTo>
                  <a:cubicBezTo>
                    <a:pt x="171" y="3"/>
                    <a:pt x="159" y="1"/>
                    <a:pt x="147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600" rIns="90000" bIns="126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22" name="Google Shape;2577;p14"/>
            <p:cNvSpPr/>
            <p:nvPr/>
          </p:nvSpPr>
          <p:spPr>
            <a:xfrm>
              <a:off x="7722720" y="4271760"/>
              <a:ext cx="19080" cy="18000"/>
            </a:xfrm>
            <a:custGeom>
              <a:avLst/>
              <a:gdLst>
                <a:gd name="textAreaLeft" fmla="*/ 0 w 19080"/>
                <a:gd name="textAreaRight" fmla="*/ 20520 w 19080"/>
                <a:gd name="textAreaTop" fmla="*/ 0 h 18000"/>
                <a:gd name="textAreaBottom" fmla="*/ 19440 h 18000"/>
              </a:gdLst>
              <a:ahLst/>
              <a:cxnLst/>
              <a:rect l="textAreaLeft" t="textAreaTop" r="textAreaRight" b="textAreaBottom"/>
              <a:pathLst>
                <a:path w="229" h="215">
                  <a:moveTo>
                    <a:pt x="100" y="1"/>
                  </a:moveTo>
                  <a:cubicBezTo>
                    <a:pt x="61" y="1"/>
                    <a:pt x="23" y="26"/>
                    <a:pt x="23" y="78"/>
                  </a:cubicBezTo>
                  <a:cubicBezTo>
                    <a:pt x="0" y="123"/>
                    <a:pt x="23" y="192"/>
                    <a:pt x="91" y="215"/>
                  </a:cubicBezTo>
                  <a:cubicBezTo>
                    <a:pt x="137" y="215"/>
                    <a:pt x="205" y="192"/>
                    <a:pt x="228" y="123"/>
                  </a:cubicBezTo>
                  <a:cubicBezTo>
                    <a:pt x="228" y="78"/>
                    <a:pt x="205" y="9"/>
                    <a:pt x="137" y="9"/>
                  </a:cubicBezTo>
                  <a:cubicBezTo>
                    <a:pt x="126" y="3"/>
                    <a:pt x="113" y="1"/>
                    <a:pt x="100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720" rIns="90000" bIns="97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23" name="Google Shape;2578;p14"/>
            <p:cNvSpPr/>
            <p:nvPr/>
          </p:nvSpPr>
          <p:spPr>
            <a:xfrm>
              <a:off x="8982360" y="4663440"/>
              <a:ext cx="29520" cy="15480"/>
            </a:xfrm>
            <a:custGeom>
              <a:avLst/>
              <a:gdLst>
                <a:gd name="textAreaLeft" fmla="*/ 0 w 29520"/>
                <a:gd name="textAreaRight" fmla="*/ 30960 w 29520"/>
                <a:gd name="textAreaTop" fmla="*/ 0 h 15480"/>
                <a:gd name="textAreaBottom" fmla="*/ 16920 h 15480"/>
              </a:gdLst>
              <a:ahLst/>
              <a:cxnLst/>
              <a:rect l="textAreaLeft" t="textAreaTop" r="textAreaRight" b="textAreaBottom"/>
              <a:pathLst>
                <a:path w="343" h="190">
                  <a:moveTo>
                    <a:pt x="159" y="1"/>
                  </a:moveTo>
                  <a:cubicBezTo>
                    <a:pt x="85" y="1"/>
                    <a:pt x="19" y="45"/>
                    <a:pt x="1" y="121"/>
                  </a:cubicBezTo>
                  <a:lnTo>
                    <a:pt x="320" y="189"/>
                  </a:lnTo>
                  <a:cubicBezTo>
                    <a:pt x="343" y="121"/>
                    <a:pt x="274" y="30"/>
                    <a:pt x="206" y="7"/>
                  </a:cubicBezTo>
                  <a:cubicBezTo>
                    <a:pt x="190" y="3"/>
                    <a:pt x="175" y="1"/>
                    <a:pt x="159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8280" rIns="90000" bIns="82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24" name="Google Shape;2579;p14"/>
            <p:cNvSpPr/>
            <p:nvPr/>
          </p:nvSpPr>
          <p:spPr>
            <a:xfrm>
              <a:off x="8812440" y="4591800"/>
              <a:ext cx="33480" cy="1980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19800"/>
                <a:gd name="textAreaBottom" fmla="*/ 21240 h 19800"/>
              </a:gdLst>
              <a:ahLst/>
              <a:cxnLst/>
              <a:rect l="textAreaLeft" t="textAreaTop" r="textAreaRight" b="textAreaBottom"/>
              <a:pathLst>
                <a:path w="389" h="235">
                  <a:moveTo>
                    <a:pt x="173" y="0"/>
                  </a:moveTo>
                  <a:cubicBezTo>
                    <a:pt x="86" y="0"/>
                    <a:pt x="19" y="48"/>
                    <a:pt x="0" y="143"/>
                  </a:cubicBezTo>
                  <a:lnTo>
                    <a:pt x="365" y="234"/>
                  </a:lnTo>
                  <a:cubicBezTo>
                    <a:pt x="388" y="120"/>
                    <a:pt x="320" y="29"/>
                    <a:pt x="228" y="6"/>
                  </a:cubicBezTo>
                  <a:cubicBezTo>
                    <a:pt x="209" y="2"/>
                    <a:pt x="191" y="0"/>
                    <a:pt x="173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440" rIns="90000" bIns="10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25" name="Google Shape;2580;p14"/>
            <p:cNvSpPr/>
            <p:nvPr/>
          </p:nvSpPr>
          <p:spPr>
            <a:xfrm>
              <a:off x="8759160" y="4587480"/>
              <a:ext cx="27360" cy="1548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15480"/>
                <a:gd name="textAreaBottom" fmla="*/ 16920 h 15480"/>
              </a:gdLst>
              <a:ahLst/>
              <a:cxnLst/>
              <a:rect l="textAreaLeft" t="textAreaTop" r="textAreaRight" b="textAreaBottom"/>
              <a:pathLst>
                <a:path w="321" h="189">
                  <a:moveTo>
                    <a:pt x="146" y="0"/>
                  </a:moveTo>
                  <a:cubicBezTo>
                    <a:pt x="85" y="0"/>
                    <a:pt x="20" y="45"/>
                    <a:pt x="1" y="120"/>
                  </a:cubicBezTo>
                  <a:lnTo>
                    <a:pt x="297" y="189"/>
                  </a:lnTo>
                  <a:cubicBezTo>
                    <a:pt x="320" y="98"/>
                    <a:pt x="275" y="29"/>
                    <a:pt x="183" y="6"/>
                  </a:cubicBezTo>
                  <a:cubicBezTo>
                    <a:pt x="171" y="2"/>
                    <a:pt x="159" y="0"/>
                    <a:pt x="146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8280" rIns="90000" bIns="82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26" name="Google Shape;2581;p14"/>
            <p:cNvSpPr/>
            <p:nvPr/>
          </p:nvSpPr>
          <p:spPr>
            <a:xfrm>
              <a:off x="8632080" y="4218840"/>
              <a:ext cx="27360" cy="2448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24480"/>
                <a:gd name="textAreaBottom" fmla="*/ 25920 h 24480"/>
              </a:gdLst>
              <a:ahLst/>
              <a:cxnLst/>
              <a:rect l="textAreaLeft" t="textAreaTop" r="textAreaRight" b="textAreaBottom"/>
              <a:pathLst>
                <a:path w="321" h="287">
                  <a:moveTo>
                    <a:pt x="160" y="1"/>
                  </a:moveTo>
                  <a:cubicBezTo>
                    <a:pt x="92" y="1"/>
                    <a:pt x="42" y="42"/>
                    <a:pt x="23" y="98"/>
                  </a:cubicBezTo>
                  <a:cubicBezTo>
                    <a:pt x="0" y="189"/>
                    <a:pt x="46" y="258"/>
                    <a:pt x="137" y="281"/>
                  </a:cubicBezTo>
                  <a:cubicBezTo>
                    <a:pt x="150" y="285"/>
                    <a:pt x="162" y="287"/>
                    <a:pt x="175" y="287"/>
                  </a:cubicBezTo>
                  <a:cubicBezTo>
                    <a:pt x="236" y="287"/>
                    <a:pt x="301" y="246"/>
                    <a:pt x="320" y="189"/>
                  </a:cubicBezTo>
                  <a:cubicBezTo>
                    <a:pt x="320" y="98"/>
                    <a:pt x="274" y="30"/>
                    <a:pt x="206" y="7"/>
                  </a:cubicBezTo>
                  <a:cubicBezTo>
                    <a:pt x="190" y="3"/>
                    <a:pt x="174" y="1"/>
                    <a:pt x="160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27" name="Google Shape;2582;p14"/>
            <p:cNvSpPr/>
            <p:nvPr/>
          </p:nvSpPr>
          <p:spPr>
            <a:xfrm>
              <a:off x="9689040" y="4214880"/>
              <a:ext cx="31320" cy="28440"/>
            </a:xfrm>
            <a:custGeom>
              <a:avLst/>
              <a:gdLst>
                <a:gd name="textAreaLeft" fmla="*/ 0 w 31320"/>
                <a:gd name="textAreaRight" fmla="*/ 32760 w 31320"/>
                <a:gd name="textAreaTop" fmla="*/ 0 h 28440"/>
                <a:gd name="textAreaBottom" fmla="*/ 29880 h 28440"/>
              </a:gdLst>
              <a:ahLst/>
              <a:cxnLst/>
              <a:rect l="textAreaLeft" t="textAreaTop" r="textAreaRight" b="textAreaBottom"/>
              <a:pathLst>
                <a:path w="366" h="331">
                  <a:moveTo>
                    <a:pt x="182" y="0"/>
                  </a:moveTo>
                  <a:cubicBezTo>
                    <a:pt x="108" y="0"/>
                    <a:pt x="42" y="45"/>
                    <a:pt x="23" y="120"/>
                  </a:cubicBezTo>
                  <a:cubicBezTo>
                    <a:pt x="0" y="211"/>
                    <a:pt x="46" y="303"/>
                    <a:pt x="137" y="326"/>
                  </a:cubicBezTo>
                  <a:cubicBezTo>
                    <a:pt x="150" y="329"/>
                    <a:pt x="162" y="330"/>
                    <a:pt x="174" y="330"/>
                  </a:cubicBezTo>
                  <a:cubicBezTo>
                    <a:pt x="252" y="330"/>
                    <a:pt x="323" y="271"/>
                    <a:pt x="343" y="211"/>
                  </a:cubicBezTo>
                  <a:cubicBezTo>
                    <a:pt x="366" y="120"/>
                    <a:pt x="297" y="29"/>
                    <a:pt x="229" y="6"/>
                  </a:cubicBezTo>
                  <a:cubicBezTo>
                    <a:pt x="213" y="2"/>
                    <a:pt x="197" y="0"/>
                    <a:pt x="182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4760" rIns="90000" bIns="147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28" name="Google Shape;2583;p14"/>
            <p:cNvSpPr/>
            <p:nvPr/>
          </p:nvSpPr>
          <p:spPr>
            <a:xfrm>
              <a:off x="8226360" y="4196160"/>
              <a:ext cx="21240" cy="20160"/>
            </a:xfrm>
            <a:custGeom>
              <a:avLst/>
              <a:gdLst>
                <a:gd name="textAreaLeft" fmla="*/ 0 w 21240"/>
                <a:gd name="textAreaRight" fmla="*/ 22680 w 21240"/>
                <a:gd name="textAreaTop" fmla="*/ 0 h 20160"/>
                <a:gd name="textAreaBottom" fmla="*/ 21600 h 20160"/>
              </a:gdLst>
              <a:ahLst/>
              <a:cxnLst/>
              <a:rect l="textAreaLeft" t="textAreaTop" r="textAreaRight" b="textAreaBottom"/>
              <a:pathLst>
                <a:path w="252" h="241">
                  <a:moveTo>
                    <a:pt x="122" y="1"/>
                  </a:moveTo>
                  <a:cubicBezTo>
                    <a:pt x="68" y="1"/>
                    <a:pt x="19" y="38"/>
                    <a:pt x="0" y="75"/>
                  </a:cubicBezTo>
                  <a:cubicBezTo>
                    <a:pt x="0" y="144"/>
                    <a:pt x="23" y="212"/>
                    <a:pt x="91" y="235"/>
                  </a:cubicBezTo>
                  <a:cubicBezTo>
                    <a:pt x="103" y="239"/>
                    <a:pt x="116" y="241"/>
                    <a:pt x="127" y="241"/>
                  </a:cubicBezTo>
                  <a:cubicBezTo>
                    <a:pt x="183" y="241"/>
                    <a:pt x="232" y="200"/>
                    <a:pt x="251" y="144"/>
                  </a:cubicBezTo>
                  <a:cubicBezTo>
                    <a:pt x="251" y="75"/>
                    <a:pt x="228" y="7"/>
                    <a:pt x="160" y="7"/>
                  </a:cubicBezTo>
                  <a:cubicBezTo>
                    <a:pt x="147" y="2"/>
                    <a:pt x="135" y="1"/>
                    <a:pt x="122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0" rIns="90000" bIns="108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29" name="Google Shape;2584;p14"/>
            <p:cNvSpPr/>
            <p:nvPr/>
          </p:nvSpPr>
          <p:spPr>
            <a:xfrm>
              <a:off x="7212600" y="3631320"/>
              <a:ext cx="21240" cy="19800"/>
            </a:xfrm>
            <a:custGeom>
              <a:avLst/>
              <a:gdLst>
                <a:gd name="textAreaLeft" fmla="*/ 0 w 21240"/>
                <a:gd name="textAreaRight" fmla="*/ 22680 w 21240"/>
                <a:gd name="textAreaTop" fmla="*/ 0 h 19800"/>
                <a:gd name="textAreaBottom" fmla="*/ 21240 h 19800"/>
              </a:gdLst>
              <a:ahLst/>
              <a:cxnLst/>
              <a:rect l="textAreaLeft" t="textAreaTop" r="textAreaRight" b="textAreaBottom"/>
              <a:pathLst>
                <a:path w="252" h="236">
                  <a:moveTo>
                    <a:pt x="160" y="1"/>
                  </a:moveTo>
                  <a:cubicBezTo>
                    <a:pt x="92" y="1"/>
                    <a:pt x="46" y="24"/>
                    <a:pt x="23" y="92"/>
                  </a:cubicBezTo>
                  <a:cubicBezTo>
                    <a:pt x="1" y="161"/>
                    <a:pt x="46" y="206"/>
                    <a:pt x="115" y="229"/>
                  </a:cubicBezTo>
                  <a:cubicBezTo>
                    <a:pt x="123" y="233"/>
                    <a:pt x="132" y="235"/>
                    <a:pt x="141" y="235"/>
                  </a:cubicBezTo>
                  <a:cubicBezTo>
                    <a:pt x="183" y="235"/>
                    <a:pt x="233" y="194"/>
                    <a:pt x="252" y="138"/>
                  </a:cubicBezTo>
                  <a:cubicBezTo>
                    <a:pt x="252" y="92"/>
                    <a:pt x="229" y="24"/>
                    <a:pt x="160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440" rIns="90000" bIns="10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30" name="Google Shape;2585;p14"/>
            <p:cNvSpPr/>
            <p:nvPr/>
          </p:nvSpPr>
          <p:spPr>
            <a:xfrm>
              <a:off x="8687520" y="4304880"/>
              <a:ext cx="29520" cy="25920"/>
            </a:xfrm>
            <a:custGeom>
              <a:avLst/>
              <a:gdLst>
                <a:gd name="textAreaLeft" fmla="*/ 0 w 29520"/>
                <a:gd name="textAreaRight" fmla="*/ 30960 w 29520"/>
                <a:gd name="textAreaTop" fmla="*/ 0 h 25920"/>
                <a:gd name="textAreaBottom" fmla="*/ 27360 h 25920"/>
              </a:gdLst>
              <a:ahLst/>
              <a:cxnLst/>
              <a:rect l="textAreaLeft" t="textAreaTop" r="textAreaRight" b="textAreaBottom"/>
              <a:pathLst>
                <a:path w="344" h="304">
                  <a:moveTo>
                    <a:pt x="169" y="1"/>
                  </a:moveTo>
                  <a:cubicBezTo>
                    <a:pt x="108" y="1"/>
                    <a:pt x="42" y="45"/>
                    <a:pt x="24" y="120"/>
                  </a:cubicBezTo>
                  <a:cubicBezTo>
                    <a:pt x="1" y="189"/>
                    <a:pt x="69" y="280"/>
                    <a:pt x="138" y="303"/>
                  </a:cubicBezTo>
                  <a:cubicBezTo>
                    <a:pt x="229" y="303"/>
                    <a:pt x="297" y="257"/>
                    <a:pt x="320" y="189"/>
                  </a:cubicBezTo>
                  <a:cubicBezTo>
                    <a:pt x="343" y="98"/>
                    <a:pt x="297" y="29"/>
                    <a:pt x="206" y="6"/>
                  </a:cubicBezTo>
                  <a:cubicBezTo>
                    <a:pt x="194" y="2"/>
                    <a:pt x="182" y="1"/>
                    <a:pt x="169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3680" rIns="90000" bIns="136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31" name="Google Shape;2586;p14"/>
            <p:cNvSpPr/>
            <p:nvPr/>
          </p:nvSpPr>
          <p:spPr>
            <a:xfrm>
              <a:off x="8826480" y="4613400"/>
              <a:ext cx="33480" cy="1836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18360"/>
                <a:gd name="textAreaBottom" fmla="*/ 19800 h 18360"/>
              </a:gdLst>
              <a:ahLst/>
              <a:cxnLst/>
              <a:rect l="textAreaLeft" t="textAreaTop" r="textAreaRight" b="textAreaBottom"/>
              <a:pathLst>
                <a:path w="389" h="221">
                  <a:moveTo>
                    <a:pt x="167" y="0"/>
                  </a:moveTo>
                  <a:cubicBezTo>
                    <a:pt x="92" y="0"/>
                    <a:pt x="19" y="58"/>
                    <a:pt x="1" y="129"/>
                  </a:cubicBezTo>
                  <a:lnTo>
                    <a:pt x="366" y="220"/>
                  </a:lnTo>
                  <a:cubicBezTo>
                    <a:pt x="389" y="129"/>
                    <a:pt x="320" y="38"/>
                    <a:pt x="229" y="15"/>
                  </a:cubicBezTo>
                  <a:cubicBezTo>
                    <a:pt x="209" y="5"/>
                    <a:pt x="188" y="0"/>
                    <a:pt x="167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720" rIns="90000" bIns="97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32" name="Google Shape;2587;p14"/>
            <p:cNvSpPr/>
            <p:nvPr/>
          </p:nvSpPr>
          <p:spPr>
            <a:xfrm>
              <a:off x="8345160" y="4401000"/>
              <a:ext cx="25200" cy="21600"/>
            </a:xfrm>
            <a:custGeom>
              <a:avLst/>
              <a:gdLst>
                <a:gd name="textAreaLeft" fmla="*/ 0 w 25200"/>
                <a:gd name="textAreaRight" fmla="*/ 26640 w 25200"/>
                <a:gd name="textAreaTop" fmla="*/ 0 h 21600"/>
                <a:gd name="textAreaBottom" fmla="*/ 23040 h 21600"/>
              </a:gdLst>
              <a:ahLst/>
              <a:cxnLst/>
              <a:rect l="textAreaLeft" t="textAreaTop" r="textAreaRight" b="textAreaBottom"/>
              <a:pathLst>
                <a:path w="298" h="258">
                  <a:moveTo>
                    <a:pt x="147" y="0"/>
                  </a:moveTo>
                  <a:cubicBezTo>
                    <a:pt x="92" y="0"/>
                    <a:pt x="43" y="41"/>
                    <a:pt x="24" y="97"/>
                  </a:cubicBezTo>
                  <a:cubicBezTo>
                    <a:pt x="1" y="166"/>
                    <a:pt x="47" y="234"/>
                    <a:pt x="115" y="257"/>
                  </a:cubicBezTo>
                  <a:cubicBezTo>
                    <a:pt x="184" y="257"/>
                    <a:pt x="252" y="212"/>
                    <a:pt x="275" y="166"/>
                  </a:cubicBezTo>
                  <a:cubicBezTo>
                    <a:pt x="298" y="97"/>
                    <a:pt x="252" y="29"/>
                    <a:pt x="184" y="6"/>
                  </a:cubicBezTo>
                  <a:cubicBezTo>
                    <a:pt x="171" y="2"/>
                    <a:pt x="159" y="0"/>
                    <a:pt x="147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520" rIns="90000" bIns="115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33" name="Google Shape;2588;p14"/>
            <p:cNvSpPr/>
            <p:nvPr/>
          </p:nvSpPr>
          <p:spPr>
            <a:xfrm>
              <a:off x="9137880" y="3809160"/>
              <a:ext cx="29520" cy="28080"/>
            </a:xfrm>
            <a:custGeom>
              <a:avLst/>
              <a:gdLst>
                <a:gd name="textAreaLeft" fmla="*/ 0 w 29520"/>
                <a:gd name="textAreaRight" fmla="*/ 30960 w 29520"/>
                <a:gd name="textAreaTop" fmla="*/ 0 h 28080"/>
                <a:gd name="textAreaBottom" fmla="*/ 29520 h 28080"/>
              </a:gdLst>
              <a:ahLst/>
              <a:cxnLst/>
              <a:rect l="textAreaLeft" t="textAreaTop" r="textAreaRight" b="textAreaBottom"/>
              <a:pathLst>
                <a:path w="343" h="327">
                  <a:moveTo>
                    <a:pt x="169" y="1"/>
                  </a:moveTo>
                  <a:cubicBezTo>
                    <a:pt x="108" y="1"/>
                    <a:pt x="42" y="45"/>
                    <a:pt x="23" y="121"/>
                  </a:cubicBezTo>
                  <a:cubicBezTo>
                    <a:pt x="0" y="212"/>
                    <a:pt x="46" y="303"/>
                    <a:pt x="137" y="326"/>
                  </a:cubicBezTo>
                  <a:cubicBezTo>
                    <a:pt x="229" y="326"/>
                    <a:pt x="297" y="281"/>
                    <a:pt x="320" y="212"/>
                  </a:cubicBezTo>
                  <a:cubicBezTo>
                    <a:pt x="343" y="121"/>
                    <a:pt x="297" y="29"/>
                    <a:pt x="206" y="7"/>
                  </a:cubicBezTo>
                  <a:cubicBezTo>
                    <a:pt x="194" y="3"/>
                    <a:pt x="182" y="1"/>
                    <a:pt x="169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4760" rIns="90000" bIns="147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34" name="Google Shape;2589;p14"/>
            <p:cNvSpPr/>
            <p:nvPr/>
          </p:nvSpPr>
          <p:spPr>
            <a:xfrm>
              <a:off x="8652600" y="4563000"/>
              <a:ext cx="37440" cy="36360"/>
            </a:xfrm>
            <a:custGeom>
              <a:avLst/>
              <a:gdLst>
                <a:gd name="textAreaLeft" fmla="*/ 0 w 37440"/>
                <a:gd name="textAreaRight" fmla="*/ 38880 w 37440"/>
                <a:gd name="textAreaTop" fmla="*/ 0 h 36360"/>
                <a:gd name="textAreaBottom" fmla="*/ 37800 h 36360"/>
              </a:gdLst>
              <a:ahLst/>
              <a:cxnLst/>
              <a:rect l="textAreaLeft" t="textAreaTop" r="textAreaRight" b="textAreaBottom"/>
              <a:pathLst>
                <a:path w="435" h="421">
                  <a:moveTo>
                    <a:pt x="231" y="1"/>
                  </a:moveTo>
                  <a:cubicBezTo>
                    <a:pt x="133" y="1"/>
                    <a:pt x="43" y="66"/>
                    <a:pt x="24" y="165"/>
                  </a:cubicBezTo>
                  <a:cubicBezTo>
                    <a:pt x="1" y="279"/>
                    <a:pt x="69" y="371"/>
                    <a:pt x="160" y="416"/>
                  </a:cubicBezTo>
                  <a:cubicBezTo>
                    <a:pt x="175" y="419"/>
                    <a:pt x="190" y="421"/>
                    <a:pt x="205" y="421"/>
                  </a:cubicBezTo>
                  <a:cubicBezTo>
                    <a:pt x="303" y="421"/>
                    <a:pt x="392" y="356"/>
                    <a:pt x="412" y="256"/>
                  </a:cubicBezTo>
                  <a:cubicBezTo>
                    <a:pt x="434" y="165"/>
                    <a:pt x="366" y="51"/>
                    <a:pt x="275" y="5"/>
                  </a:cubicBezTo>
                  <a:cubicBezTo>
                    <a:pt x="260" y="2"/>
                    <a:pt x="245" y="1"/>
                    <a:pt x="231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8720" rIns="90000" bIns="187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35" name="Google Shape;2590;p14"/>
            <p:cNvSpPr/>
            <p:nvPr/>
          </p:nvSpPr>
          <p:spPr>
            <a:xfrm>
              <a:off x="8738640" y="4364280"/>
              <a:ext cx="33480" cy="3024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30240"/>
                <a:gd name="textAreaBottom" fmla="*/ 31680 h 30240"/>
              </a:gdLst>
              <a:ahLst/>
              <a:cxnLst/>
              <a:rect l="textAreaLeft" t="textAreaTop" r="textAreaRight" b="textAreaBottom"/>
              <a:pathLst>
                <a:path w="389" h="354">
                  <a:moveTo>
                    <a:pt x="215" y="1"/>
                  </a:moveTo>
                  <a:cubicBezTo>
                    <a:pt x="132" y="1"/>
                    <a:pt x="43" y="63"/>
                    <a:pt x="23" y="142"/>
                  </a:cubicBezTo>
                  <a:cubicBezTo>
                    <a:pt x="0" y="234"/>
                    <a:pt x="69" y="325"/>
                    <a:pt x="160" y="348"/>
                  </a:cubicBezTo>
                  <a:cubicBezTo>
                    <a:pt x="176" y="352"/>
                    <a:pt x="191" y="354"/>
                    <a:pt x="207" y="354"/>
                  </a:cubicBezTo>
                  <a:cubicBezTo>
                    <a:pt x="281" y="354"/>
                    <a:pt x="347" y="309"/>
                    <a:pt x="366" y="234"/>
                  </a:cubicBezTo>
                  <a:cubicBezTo>
                    <a:pt x="388" y="119"/>
                    <a:pt x="343" y="28"/>
                    <a:pt x="251" y="5"/>
                  </a:cubicBezTo>
                  <a:cubicBezTo>
                    <a:pt x="239" y="2"/>
                    <a:pt x="227" y="1"/>
                    <a:pt x="215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840" rIns="90000" bIns="158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36" name="Google Shape;2591;p14"/>
            <p:cNvSpPr/>
            <p:nvPr/>
          </p:nvSpPr>
          <p:spPr>
            <a:xfrm>
              <a:off x="9015120" y="4479120"/>
              <a:ext cx="35640" cy="32040"/>
            </a:xfrm>
            <a:custGeom>
              <a:avLst/>
              <a:gdLst>
                <a:gd name="textAreaLeft" fmla="*/ 0 w 35640"/>
                <a:gd name="textAreaRight" fmla="*/ 37080 w 35640"/>
                <a:gd name="textAreaTop" fmla="*/ 0 h 32040"/>
                <a:gd name="textAreaBottom" fmla="*/ 33480 h 32040"/>
              </a:gdLst>
              <a:ahLst/>
              <a:cxnLst/>
              <a:rect l="textAreaLeft" t="textAreaTop" r="textAreaRight" b="textAreaBottom"/>
              <a:pathLst>
                <a:path w="412" h="375">
                  <a:moveTo>
                    <a:pt x="216" y="0"/>
                  </a:moveTo>
                  <a:cubicBezTo>
                    <a:pt x="137" y="0"/>
                    <a:pt x="63" y="62"/>
                    <a:pt x="24" y="141"/>
                  </a:cubicBezTo>
                  <a:cubicBezTo>
                    <a:pt x="1" y="233"/>
                    <a:pt x="69" y="347"/>
                    <a:pt x="161" y="370"/>
                  </a:cubicBezTo>
                  <a:cubicBezTo>
                    <a:pt x="173" y="373"/>
                    <a:pt x="185" y="374"/>
                    <a:pt x="198" y="374"/>
                  </a:cubicBezTo>
                  <a:cubicBezTo>
                    <a:pt x="280" y="374"/>
                    <a:pt x="369" y="312"/>
                    <a:pt x="389" y="233"/>
                  </a:cubicBezTo>
                  <a:cubicBezTo>
                    <a:pt x="412" y="141"/>
                    <a:pt x="343" y="50"/>
                    <a:pt x="252" y="5"/>
                  </a:cubicBezTo>
                  <a:cubicBezTo>
                    <a:pt x="240" y="2"/>
                    <a:pt x="228" y="0"/>
                    <a:pt x="216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6560" rIns="90000" bIns="165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37" name="Google Shape;2592;p14"/>
            <p:cNvSpPr/>
            <p:nvPr/>
          </p:nvSpPr>
          <p:spPr>
            <a:xfrm>
              <a:off x="8125920" y="4378680"/>
              <a:ext cx="31320" cy="28440"/>
            </a:xfrm>
            <a:custGeom>
              <a:avLst/>
              <a:gdLst>
                <a:gd name="textAreaLeft" fmla="*/ 0 w 31320"/>
                <a:gd name="textAreaRight" fmla="*/ 32760 w 31320"/>
                <a:gd name="textAreaTop" fmla="*/ 0 h 28440"/>
                <a:gd name="textAreaBottom" fmla="*/ 29880 h 28440"/>
              </a:gdLst>
              <a:ahLst/>
              <a:cxnLst/>
              <a:rect l="textAreaLeft" t="textAreaTop" r="textAreaRight" b="textAreaBottom"/>
              <a:pathLst>
                <a:path w="366" h="332">
                  <a:moveTo>
                    <a:pt x="182" y="0"/>
                  </a:moveTo>
                  <a:cubicBezTo>
                    <a:pt x="108" y="0"/>
                    <a:pt x="42" y="45"/>
                    <a:pt x="23" y="120"/>
                  </a:cubicBezTo>
                  <a:cubicBezTo>
                    <a:pt x="1" y="212"/>
                    <a:pt x="46" y="303"/>
                    <a:pt x="138" y="326"/>
                  </a:cubicBezTo>
                  <a:cubicBezTo>
                    <a:pt x="153" y="330"/>
                    <a:pt x="169" y="331"/>
                    <a:pt x="184" y="331"/>
                  </a:cubicBezTo>
                  <a:cubicBezTo>
                    <a:pt x="258" y="331"/>
                    <a:pt x="324" y="287"/>
                    <a:pt x="343" y="212"/>
                  </a:cubicBezTo>
                  <a:cubicBezTo>
                    <a:pt x="366" y="120"/>
                    <a:pt x="320" y="29"/>
                    <a:pt x="229" y="6"/>
                  </a:cubicBezTo>
                  <a:cubicBezTo>
                    <a:pt x="213" y="2"/>
                    <a:pt x="198" y="0"/>
                    <a:pt x="182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4760" rIns="90000" bIns="147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38" name="Google Shape;2593;p14"/>
            <p:cNvSpPr/>
            <p:nvPr/>
          </p:nvSpPr>
          <p:spPr>
            <a:xfrm>
              <a:off x="8539920" y="4321440"/>
              <a:ext cx="37440" cy="34200"/>
            </a:xfrm>
            <a:custGeom>
              <a:avLst/>
              <a:gdLst>
                <a:gd name="textAreaLeft" fmla="*/ 0 w 37440"/>
                <a:gd name="textAreaRight" fmla="*/ 38880 w 37440"/>
                <a:gd name="textAreaTop" fmla="*/ 0 h 34200"/>
                <a:gd name="textAreaBottom" fmla="*/ 35640 h 34200"/>
              </a:gdLst>
              <a:ahLst/>
              <a:cxnLst/>
              <a:rect l="textAreaLeft" t="textAreaTop" r="textAreaRight" b="textAreaBottom"/>
              <a:pathLst>
                <a:path w="434" h="398">
                  <a:moveTo>
                    <a:pt x="215" y="1"/>
                  </a:moveTo>
                  <a:cubicBezTo>
                    <a:pt x="132" y="1"/>
                    <a:pt x="43" y="65"/>
                    <a:pt x="23" y="165"/>
                  </a:cubicBezTo>
                  <a:cubicBezTo>
                    <a:pt x="0" y="256"/>
                    <a:pt x="69" y="370"/>
                    <a:pt x="160" y="393"/>
                  </a:cubicBezTo>
                  <a:cubicBezTo>
                    <a:pt x="175" y="396"/>
                    <a:pt x="190" y="397"/>
                    <a:pt x="204" y="397"/>
                  </a:cubicBezTo>
                  <a:cubicBezTo>
                    <a:pt x="297" y="397"/>
                    <a:pt x="372" y="335"/>
                    <a:pt x="411" y="256"/>
                  </a:cubicBezTo>
                  <a:cubicBezTo>
                    <a:pt x="434" y="142"/>
                    <a:pt x="366" y="51"/>
                    <a:pt x="251" y="5"/>
                  </a:cubicBezTo>
                  <a:cubicBezTo>
                    <a:pt x="240" y="2"/>
                    <a:pt x="227" y="1"/>
                    <a:pt x="215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7640" rIns="90000" bIns="176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39" name="Google Shape;2594;p14"/>
            <p:cNvSpPr/>
            <p:nvPr/>
          </p:nvSpPr>
          <p:spPr>
            <a:xfrm>
              <a:off x="7804440" y="4384800"/>
              <a:ext cx="27360" cy="1728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17280"/>
                <a:gd name="textAreaBottom" fmla="*/ 18720 h 17280"/>
              </a:gdLst>
              <a:ahLst/>
              <a:cxnLst/>
              <a:rect l="textAreaLeft" t="textAreaTop" r="textAreaRight" b="textAreaBottom"/>
              <a:pathLst>
                <a:path w="320" h="210">
                  <a:moveTo>
                    <a:pt x="154" y="0"/>
                  </a:moveTo>
                  <a:cubicBezTo>
                    <a:pt x="91" y="0"/>
                    <a:pt x="20" y="59"/>
                    <a:pt x="0" y="119"/>
                  </a:cubicBezTo>
                  <a:lnTo>
                    <a:pt x="297" y="210"/>
                  </a:lnTo>
                  <a:cubicBezTo>
                    <a:pt x="320" y="119"/>
                    <a:pt x="274" y="27"/>
                    <a:pt x="183" y="5"/>
                  </a:cubicBezTo>
                  <a:cubicBezTo>
                    <a:pt x="173" y="1"/>
                    <a:pt x="164" y="0"/>
                    <a:pt x="154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360" rIns="90000" bIns="93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40" name="Google Shape;2595;p14"/>
            <p:cNvSpPr/>
            <p:nvPr/>
          </p:nvSpPr>
          <p:spPr>
            <a:xfrm>
              <a:off x="9156600" y="4356000"/>
              <a:ext cx="29520" cy="26280"/>
            </a:xfrm>
            <a:custGeom>
              <a:avLst/>
              <a:gdLst>
                <a:gd name="textAreaLeft" fmla="*/ 0 w 29520"/>
                <a:gd name="textAreaRight" fmla="*/ 30960 w 29520"/>
                <a:gd name="textAreaTop" fmla="*/ 0 h 26280"/>
                <a:gd name="textAreaBottom" fmla="*/ 27720 h 26280"/>
              </a:gdLst>
              <a:ahLst/>
              <a:cxnLst/>
              <a:rect l="textAreaLeft" t="textAreaTop" r="textAreaRight" b="textAreaBottom"/>
              <a:pathLst>
                <a:path w="344" h="309">
                  <a:moveTo>
                    <a:pt x="161" y="0"/>
                  </a:moveTo>
                  <a:cubicBezTo>
                    <a:pt x="93" y="0"/>
                    <a:pt x="42" y="44"/>
                    <a:pt x="24" y="120"/>
                  </a:cubicBezTo>
                  <a:cubicBezTo>
                    <a:pt x="1" y="189"/>
                    <a:pt x="46" y="280"/>
                    <a:pt x="138" y="303"/>
                  </a:cubicBezTo>
                  <a:cubicBezTo>
                    <a:pt x="149" y="307"/>
                    <a:pt x="162" y="309"/>
                    <a:pt x="174" y="309"/>
                  </a:cubicBezTo>
                  <a:cubicBezTo>
                    <a:pt x="235" y="309"/>
                    <a:pt x="301" y="264"/>
                    <a:pt x="320" y="189"/>
                  </a:cubicBezTo>
                  <a:cubicBezTo>
                    <a:pt x="343" y="120"/>
                    <a:pt x="297" y="29"/>
                    <a:pt x="206" y="6"/>
                  </a:cubicBezTo>
                  <a:cubicBezTo>
                    <a:pt x="191" y="2"/>
                    <a:pt x="176" y="0"/>
                    <a:pt x="161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3680" rIns="90000" bIns="136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41" name="Google Shape;2596;p14"/>
            <p:cNvSpPr/>
            <p:nvPr/>
          </p:nvSpPr>
          <p:spPr>
            <a:xfrm>
              <a:off x="9281520" y="4692600"/>
              <a:ext cx="23040" cy="21600"/>
            </a:xfrm>
            <a:custGeom>
              <a:avLst/>
              <a:gdLst>
                <a:gd name="textAreaLeft" fmla="*/ 0 w 23040"/>
                <a:gd name="textAreaRight" fmla="*/ 24480 w 23040"/>
                <a:gd name="textAreaTop" fmla="*/ 0 h 21600"/>
                <a:gd name="textAreaBottom" fmla="*/ 23040 h 21600"/>
              </a:gdLst>
              <a:ahLst/>
              <a:cxnLst/>
              <a:rect l="textAreaLeft" t="textAreaTop" r="textAreaRight" b="textAreaBottom"/>
              <a:pathLst>
                <a:path w="274" h="258">
                  <a:moveTo>
                    <a:pt x="183" y="0"/>
                  </a:moveTo>
                  <a:cubicBezTo>
                    <a:pt x="114" y="0"/>
                    <a:pt x="46" y="23"/>
                    <a:pt x="23" y="92"/>
                  </a:cubicBezTo>
                  <a:cubicBezTo>
                    <a:pt x="0" y="160"/>
                    <a:pt x="46" y="229"/>
                    <a:pt x="114" y="251"/>
                  </a:cubicBezTo>
                  <a:cubicBezTo>
                    <a:pt x="126" y="255"/>
                    <a:pt x="138" y="257"/>
                    <a:pt x="150" y="257"/>
                  </a:cubicBezTo>
                  <a:cubicBezTo>
                    <a:pt x="206" y="257"/>
                    <a:pt x="255" y="216"/>
                    <a:pt x="274" y="160"/>
                  </a:cubicBezTo>
                  <a:cubicBezTo>
                    <a:pt x="274" y="92"/>
                    <a:pt x="251" y="23"/>
                    <a:pt x="183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520" rIns="90000" bIns="115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42" name="Google Shape;2597;p14"/>
            <p:cNvSpPr/>
            <p:nvPr/>
          </p:nvSpPr>
          <p:spPr>
            <a:xfrm>
              <a:off x="9568080" y="4778640"/>
              <a:ext cx="17280" cy="10800"/>
            </a:xfrm>
            <a:custGeom>
              <a:avLst/>
              <a:gdLst>
                <a:gd name="textAreaLeft" fmla="*/ 0 w 17280"/>
                <a:gd name="textAreaRight" fmla="*/ 18720 w 17280"/>
                <a:gd name="textAreaTop" fmla="*/ 0 h 10800"/>
                <a:gd name="textAreaBottom" fmla="*/ 12240 h 10800"/>
              </a:gdLst>
              <a:ahLst/>
              <a:cxnLst/>
              <a:rect l="textAreaLeft" t="textAreaTop" r="textAreaRight" b="textAreaBottom"/>
              <a:pathLst>
                <a:path w="207" h="137">
                  <a:moveTo>
                    <a:pt x="115" y="0"/>
                  </a:moveTo>
                  <a:cubicBezTo>
                    <a:pt x="69" y="0"/>
                    <a:pt x="1" y="23"/>
                    <a:pt x="1" y="91"/>
                  </a:cubicBezTo>
                  <a:lnTo>
                    <a:pt x="206" y="137"/>
                  </a:lnTo>
                  <a:cubicBezTo>
                    <a:pt x="206" y="68"/>
                    <a:pt x="183" y="23"/>
                    <a:pt x="115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6120" rIns="90000" bIns="61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43" name="Google Shape;2598;p14"/>
            <p:cNvSpPr/>
            <p:nvPr/>
          </p:nvSpPr>
          <p:spPr>
            <a:xfrm>
              <a:off x="10459440" y="3503880"/>
              <a:ext cx="27360" cy="2448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24480"/>
                <a:gd name="textAreaBottom" fmla="*/ 25920 h 24480"/>
              </a:gdLst>
              <a:ahLst/>
              <a:cxnLst/>
              <a:rect l="textAreaLeft" t="textAreaTop" r="textAreaRight" b="textAreaBottom"/>
              <a:pathLst>
                <a:path w="321" h="287">
                  <a:moveTo>
                    <a:pt x="161" y="1"/>
                  </a:moveTo>
                  <a:cubicBezTo>
                    <a:pt x="93" y="1"/>
                    <a:pt x="42" y="45"/>
                    <a:pt x="23" y="121"/>
                  </a:cubicBezTo>
                  <a:cubicBezTo>
                    <a:pt x="1" y="189"/>
                    <a:pt x="46" y="281"/>
                    <a:pt x="115" y="281"/>
                  </a:cubicBezTo>
                  <a:cubicBezTo>
                    <a:pt x="131" y="285"/>
                    <a:pt x="146" y="287"/>
                    <a:pt x="161" y="287"/>
                  </a:cubicBezTo>
                  <a:cubicBezTo>
                    <a:pt x="229" y="287"/>
                    <a:pt x="279" y="246"/>
                    <a:pt x="297" y="189"/>
                  </a:cubicBezTo>
                  <a:cubicBezTo>
                    <a:pt x="320" y="98"/>
                    <a:pt x="275" y="30"/>
                    <a:pt x="206" y="7"/>
                  </a:cubicBezTo>
                  <a:cubicBezTo>
                    <a:pt x="190" y="3"/>
                    <a:pt x="175" y="1"/>
                    <a:pt x="161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44" name="Google Shape;2599;p14"/>
            <p:cNvSpPr/>
            <p:nvPr/>
          </p:nvSpPr>
          <p:spPr>
            <a:xfrm>
              <a:off x="10356840" y="4370400"/>
              <a:ext cx="35640" cy="32040"/>
            </a:xfrm>
            <a:custGeom>
              <a:avLst/>
              <a:gdLst>
                <a:gd name="textAreaLeft" fmla="*/ 0 w 35640"/>
                <a:gd name="textAreaRight" fmla="*/ 37080 w 35640"/>
                <a:gd name="textAreaTop" fmla="*/ 0 h 32040"/>
                <a:gd name="textAreaBottom" fmla="*/ 33480 h 32040"/>
              </a:gdLst>
              <a:ahLst/>
              <a:cxnLst/>
              <a:rect l="textAreaLeft" t="textAreaTop" r="textAreaRight" b="textAreaBottom"/>
              <a:pathLst>
                <a:path w="412" h="375">
                  <a:moveTo>
                    <a:pt x="215" y="0"/>
                  </a:moveTo>
                  <a:cubicBezTo>
                    <a:pt x="132" y="0"/>
                    <a:pt x="43" y="62"/>
                    <a:pt x="23" y="142"/>
                  </a:cubicBezTo>
                  <a:cubicBezTo>
                    <a:pt x="0" y="233"/>
                    <a:pt x="69" y="347"/>
                    <a:pt x="160" y="370"/>
                  </a:cubicBezTo>
                  <a:cubicBezTo>
                    <a:pt x="172" y="373"/>
                    <a:pt x="185" y="374"/>
                    <a:pt x="197" y="374"/>
                  </a:cubicBezTo>
                  <a:cubicBezTo>
                    <a:pt x="280" y="374"/>
                    <a:pt x="369" y="312"/>
                    <a:pt x="388" y="233"/>
                  </a:cubicBezTo>
                  <a:cubicBezTo>
                    <a:pt x="411" y="142"/>
                    <a:pt x="343" y="28"/>
                    <a:pt x="251" y="5"/>
                  </a:cubicBezTo>
                  <a:cubicBezTo>
                    <a:pt x="239" y="2"/>
                    <a:pt x="227" y="0"/>
                    <a:pt x="215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6560" rIns="90000" bIns="165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45" name="Google Shape;2600;p14"/>
            <p:cNvSpPr/>
            <p:nvPr/>
          </p:nvSpPr>
          <p:spPr>
            <a:xfrm>
              <a:off x="8433360" y="4106160"/>
              <a:ext cx="27360" cy="2448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24480"/>
                <a:gd name="textAreaBottom" fmla="*/ 25920 h 24480"/>
              </a:gdLst>
              <a:ahLst/>
              <a:cxnLst/>
              <a:rect l="textAreaLeft" t="textAreaTop" r="textAreaRight" b="textAreaBottom"/>
              <a:pathLst>
                <a:path w="320" h="287">
                  <a:moveTo>
                    <a:pt x="169" y="1"/>
                  </a:moveTo>
                  <a:cubicBezTo>
                    <a:pt x="108" y="1"/>
                    <a:pt x="42" y="45"/>
                    <a:pt x="23" y="120"/>
                  </a:cubicBezTo>
                  <a:cubicBezTo>
                    <a:pt x="0" y="189"/>
                    <a:pt x="46" y="280"/>
                    <a:pt x="137" y="280"/>
                  </a:cubicBezTo>
                  <a:cubicBezTo>
                    <a:pt x="149" y="284"/>
                    <a:pt x="162" y="286"/>
                    <a:pt x="173" y="286"/>
                  </a:cubicBezTo>
                  <a:cubicBezTo>
                    <a:pt x="229" y="286"/>
                    <a:pt x="278" y="245"/>
                    <a:pt x="297" y="189"/>
                  </a:cubicBezTo>
                  <a:cubicBezTo>
                    <a:pt x="320" y="120"/>
                    <a:pt x="274" y="29"/>
                    <a:pt x="206" y="6"/>
                  </a:cubicBezTo>
                  <a:cubicBezTo>
                    <a:pt x="194" y="2"/>
                    <a:pt x="182" y="1"/>
                    <a:pt x="169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46" name="Google Shape;2601;p14"/>
            <p:cNvSpPr/>
            <p:nvPr/>
          </p:nvSpPr>
          <p:spPr>
            <a:xfrm>
              <a:off x="8959680" y="3336120"/>
              <a:ext cx="33480" cy="3024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30240"/>
                <a:gd name="textAreaBottom" fmla="*/ 31680 h 30240"/>
              </a:gdLst>
              <a:ahLst/>
              <a:cxnLst/>
              <a:rect l="textAreaLeft" t="textAreaTop" r="textAreaRight" b="textAreaBottom"/>
              <a:pathLst>
                <a:path w="389" h="354">
                  <a:moveTo>
                    <a:pt x="193" y="1"/>
                  </a:moveTo>
                  <a:cubicBezTo>
                    <a:pt x="115" y="1"/>
                    <a:pt x="43" y="63"/>
                    <a:pt x="23" y="142"/>
                  </a:cubicBezTo>
                  <a:cubicBezTo>
                    <a:pt x="1" y="233"/>
                    <a:pt x="46" y="325"/>
                    <a:pt x="137" y="347"/>
                  </a:cubicBezTo>
                  <a:cubicBezTo>
                    <a:pt x="153" y="351"/>
                    <a:pt x="169" y="353"/>
                    <a:pt x="186" y="353"/>
                  </a:cubicBezTo>
                  <a:cubicBezTo>
                    <a:pt x="265" y="353"/>
                    <a:pt x="347" y="309"/>
                    <a:pt x="366" y="233"/>
                  </a:cubicBezTo>
                  <a:cubicBezTo>
                    <a:pt x="389" y="142"/>
                    <a:pt x="320" y="28"/>
                    <a:pt x="229" y="5"/>
                  </a:cubicBezTo>
                  <a:cubicBezTo>
                    <a:pt x="217" y="2"/>
                    <a:pt x="205" y="1"/>
                    <a:pt x="193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840" rIns="90000" bIns="158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47" name="Google Shape;2602;p14"/>
            <p:cNvSpPr/>
            <p:nvPr/>
          </p:nvSpPr>
          <p:spPr>
            <a:xfrm>
              <a:off x="7956000" y="3851280"/>
              <a:ext cx="37440" cy="33120"/>
            </a:xfrm>
            <a:custGeom>
              <a:avLst/>
              <a:gdLst>
                <a:gd name="textAreaLeft" fmla="*/ 0 w 37440"/>
                <a:gd name="textAreaRight" fmla="*/ 38880 w 37440"/>
                <a:gd name="textAreaTop" fmla="*/ 0 h 33120"/>
                <a:gd name="textAreaBottom" fmla="*/ 34560 h 33120"/>
              </a:gdLst>
              <a:ahLst/>
              <a:cxnLst/>
              <a:rect l="textAreaLeft" t="textAreaTop" r="textAreaRight" b="textAreaBottom"/>
              <a:pathLst>
                <a:path w="434" h="386">
                  <a:moveTo>
                    <a:pt x="191" y="1"/>
                  </a:moveTo>
                  <a:cubicBezTo>
                    <a:pt x="115" y="1"/>
                    <a:pt x="41" y="62"/>
                    <a:pt x="23" y="152"/>
                  </a:cubicBezTo>
                  <a:cubicBezTo>
                    <a:pt x="0" y="243"/>
                    <a:pt x="46" y="357"/>
                    <a:pt x="160" y="380"/>
                  </a:cubicBezTo>
                  <a:cubicBezTo>
                    <a:pt x="179" y="384"/>
                    <a:pt x="197" y="386"/>
                    <a:pt x="215" y="386"/>
                  </a:cubicBezTo>
                  <a:cubicBezTo>
                    <a:pt x="303" y="386"/>
                    <a:pt x="369" y="338"/>
                    <a:pt x="388" y="243"/>
                  </a:cubicBezTo>
                  <a:cubicBezTo>
                    <a:pt x="434" y="129"/>
                    <a:pt x="365" y="38"/>
                    <a:pt x="251" y="15"/>
                  </a:cubicBezTo>
                  <a:cubicBezTo>
                    <a:pt x="232" y="5"/>
                    <a:pt x="211" y="1"/>
                    <a:pt x="191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7280" rIns="90000" bIns="172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48" name="Google Shape;2603;p14"/>
            <p:cNvSpPr/>
            <p:nvPr/>
          </p:nvSpPr>
          <p:spPr>
            <a:xfrm>
              <a:off x="9857160" y="4319280"/>
              <a:ext cx="25200" cy="22320"/>
            </a:xfrm>
            <a:custGeom>
              <a:avLst/>
              <a:gdLst>
                <a:gd name="textAreaLeft" fmla="*/ 0 w 25200"/>
                <a:gd name="textAreaRight" fmla="*/ 26640 w 25200"/>
                <a:gd name="textAreaTop" fmla="*/ 0 h 22320"/>
                <a:gd name="textAreaBottom" fmla="*/ 23760 h 22320"/>
              </a:gdLst>
              <a:ahLst/>
              <a:cxnLst/>
              <a:rect l="textAreaLeft" t="textAreaTop" r="textAreaRight" b="textAreaBottom"/>
              <a:pathLst>
                <a:path w="297" h="264">
                  <a:moveTo>
                    <a:pt x="146" y="0"/>
                  </a:moveTo>
                  <a:cubicBezTo>
                    <a:pt x="91" y="0"/>
                    <a:pt x="42" y="41"/>
                    <a:pt x="23" y="97"/>
                  </a:cubicBezTo>
                  <a:cubicBezTo>
                    <a:pt x="0" y="189"/>
                    <a:pt x="46" y="257"/>
                    <a:pt x="114" y="257"/>
                  </a:cubicBezTo>
                  <a:cubicBezTo>
                    <a:pt x="126" y="261"/>
                    <a:pt x="138" y="263"/>
                    <a:pt x="150" y="263"/>
                  </a:cubicBezTo>
                  <a:cubicBezTo>
                    <a:pt x="205" y="263"/>
                    <a:pt x="255" y="222"/>
                    <a:pt x="274" y="166"/>
                  </a:cubicBezTo>
                  <a:cubicBezTo>
                    <a:pt x="297" y="97"/>
                    <a:pt x="251" y="29"/>
                    <a:pt x="183" y="6"/>
                  </a:cubicBezTo>
                  <a:cubicBezTo>
                    <a:pt x="170" y="2"/>
                    <a:pt x="158" y="0"/>
                    <a:pt x="146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880" rIns="90000" bIns="118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49" name="Google Shape;2604;p14"/>
            <p:cNvSpPr/>
            <p:nvPr/>
          </p:nvSpPr>
          <p:spPr>
            <a:xfrm>
              <a:off x="8656560" y="3403440"/>
              <a:ext cx="25200" cy="22320"/>
            </a:xfrm>
            <a:custGeom>
              <a:avLst/>
              <a:gdLst>
                <a:gd name="textAreaLeft" fmla="*/ 0 w 25200"/>
                <a:gd name="textAreaRight" fmla="*/ 26640 w 25200"/>
                <a:gd name="textAreaTop" fmla="*/ 0 h 22320"/>
                <a:gd name="textAreaBottom" fmla="*/ 23760 h 22320"/>
              </a:gdLst>
              <a:ahLst/>
              <a:cxnLst/>
              <a:rect l="textAreaLeft" t="textAreaTop" r="textAreaRight" b="textAreaBottom"/>
              <a:pathLst>
                <a:path w="298" h="264">
                  <a:moveTo>
                    <a:pt x="147" y="0"/>
                  </a:moveTo>
                  <a:cubicBezTo>
                    <a:pt x="92" y="0"/>
                    <a:pt x="42" y="41"/>
                    <a:pt x="23" y="98"/>
                  </a:cubicBezTo>
                  <a:cubicBezTo>
                    <a:pt x="0" y="166"/>
                    <a:pt x="46" y="235"/>
                    <a:pt x="114" y="257"/>
                  </a:cubicBezTo>
                  <a:cubicBezTo>
                    <a:pt x="127" y="261"/>
                    <a:pt x="139" y="263"/>
                    <a:pt x="151" y="263"/>
                  </a:cubicBezTo>
                  <a:cubicBezTo>
                    <a:pt x="206" y="263"/>
                    <a:pt x="255" y="222"/>
                    <a:pt x="274" y="166"/>
                  </a:cubicBezTo>
                  <a:cubicBezTo>
                    <a:pt x="297" y="98"/>
                    <a:pt x="251" y="29"/>
                    <a:pt x="183" y="6"/>
                  </a:cubicBezTo>
                  <a:cubicBezTo>
                    <a:pt x="171" y="2"/>
                    <a:pt x="159" y="0"/>
                    <a:pt x="147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880" rIns="90000" bIns="118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50" name="Google Shape;2605;p14"/>
            <p:cNvSpPr/>
            <p:nvPr/>
          </p:nvSpPr>
          <p:spPr>
            <a:xfrm>
              <a:off x="10164240" y="4542480"/>
              <a:ext cx="35640" cy="32040"/>
            </a:xfrm>
            <a:custGeom>
              <a:avLst/>
              <a:gdLst>
                <a:gd name="textAreaLeft" fmla="*/ 0 w 35640"/>
                <a:gd name="textAreaRight" fmla="*/ 37080 w 35640"/>
                <a:gd name="textAreaTop" fmla="*/ 0 h 32040"/>
                <a:gd name="textAreaBottom" fmla="*/ 33480 h 32040"/>
              </a:gdLst>
              <a:ahLst/>
              <a:cxnLst/>
              <a:rect l="textAreaLeft" t="textAreaTop" r="textAreaRight" b="textAreaBottom"/>
              <a:pathLst>
                <a:path w="412" h="375">
                  <a:moveTo>
                    <a:pt x="215" y="1"/>
                  </a:moveTo>
                  <a:cubicBezTo>
                    <a:pt x="132" y="1"/>
                    <a:pt x="43" y="63"/>
                    <a:pt x="24" y="142"/>
                  </a:cubicBezTo>
                  <a:cubicBezTo>
                    <a:pt x="1" y="233"/>
                    <a:pt x="69" y="347"/>
                    <a:pt x="161" y="370"/>
                  </a:cubicBezTo>
                  <a:cubicBezTo>
                    <a:pt x="173" y="373"/>
                    <a:pt x="185" y="375"/>
                    <a:pt x="198" y="375"/>
                  </a:cubicBezTo>
                  <a:cubicBezTo>
                    <a:pt x="280" y="375"/>
                    <a:pt x="369" y="313"/>
                    <a:pt x="389" y="233"/>
                  </a:cubicBezTo>
                  <a:cubicBezTo>
                    <a:pt x="412" y="142"/>
                    <a:pt x="343" y="51"/>
                    <a:pt x="252" y="5"/>
                  </a:cubicBezTo>
                  <a:cubicBezTo>
                    <a:pt x="240" y="2"/>
                    <a:pt x="227" y="1"/>
                    <a:pt x="215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6560" rIns="90000" bIns="165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51" name="Google Shape;2606;p14"/>
            <p:cNvSpPr/>
            <p:nvPr/>
          </p:nvSpPr>
          <p:spPr>
            <a:xfrm>
              <a:off x="8646480" y="1580400"/>
              <a:ext cx="25200" cy="22320"/>
            </a:xfrm>
            <a:custGeom>
              <a:avLst/>
              <a:gdLst>
                <a:gd name="textAreaLeft" fmla="*/ 0 w 25200"/>
                <a:gd name="textAreaRight" fmla="*/ 26640 w 25200"/>
                <a:gd name="textAreaTop" fmla="*/ 0 h 22320"/>
                <a:gd name="textAreaBottom" fmla="*/ 23760 h 22320"/>
              </a:gdLst>
              <a:ahLst/>
              <a:cxnLst/>
              <a:rect l="textAreaLeft" t="textAreaTop" r="textAreaRight" b="textAreaBottom"/>
              <a:pathLst>
                <a:path w="297" h="264">
                  <a:moveTo>
                    <a:pt x="147" y="1"/>
                  </a:moveTo>
                  <a:cubicBezTo>
                    <a:pt x="92" y="1"/>
                    <a:pt x="42" y="42"/>
                    <a:pt x="23" y="98"/>
                  </a:cubicBezTo>
                  <a:cubicBezTo>
                    <a:pt x="0" y="167"/>
                    <a:pt x="46" y="258"/>
                    <a:pt x="114" y="258"/>
                  </a:cubicBezTo>
                  <a:cubicBezTo>
                    <a:pt x="126" y="262"/>
                    <a:pt x="139" y="264"/>
                    <a:pt x="150" y="264"/>
                  </a:cubicBezTo>
                  <a:cubicBezTo>
                    <a:pt x="206" y="264"/>
                    <a:pt x="255" y="223"/>
                    <a:pt x="274" y="167"/>
                  </a:cubicBezTo>
                  <a:cubicBezTo>
                    <a:pt x="297" y="98"/>
                    <a:pt x="251" y="30"/>
                    <a:pt x="183" y="7"/>
                  </a:cubicBezTo>
                  <a:cubicBezTo>
                    <a:pt x="171" y="3"/>
                    <a:pt x="159" y="1"/>
                    <a:pt x="147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880" rIns="90000" bIns="118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52" name="Google Shape;2607;p14"/>
            <p:cNvSpPr/>
            <p:nvPr/>
          </p:nvSpPr>
          <p:spPr>
            <a:xfrm>
              <a:off x="7691760" y="4089600"/>
              <a:ext cx="21240" cy="18360"/>
            </a:xfrm>
            <a:custGeom>
              <a:avLst/>
              <a:gdLst>
                <a:gd name="textAreaLeft" fmla="*/ 0 w 21240"/>
                <a:gd name="textAreaRight" fmla="*/ 22680 w 21240"/>
                <a:gd name="textAreaTop" fmla="*/ 0 h 18360"/>
                <a:gd name="textAreaBottom" fmla="*/ 19800 h 18360"/>
              </a:gdLst>
              <a:ahLst/>
              <a:cxnLst/>
              <a:rect l="textAreaLeft" t="textAreaTop" r="textAreaRight" b="textAreaBottom"/>
              <a:pathLst>
                <a:path w="252" h="221">
                  <a:moveTo>
                    <a:pt x="125" y="1"/>
                  </a:moveTo>
                  <a:cubicBezTo>
                    <a:pt x="76" y="1"/>
                    <a:pt x="42" y="38"/>
                    <a:pt x="23" y="75"/>
                  </a:cubicBezTo>
                  <a:cubicBezTo>
                    <a:pt x="1" y="144"/>
                    <a:pt x="46" y="212"/>
                    <a:pt x="92" y="212"/>
                  </a:cubicBezTo>
                  <a:cubicBezTo>
                    <a:pt x="109" y="218"/>
                    <a:pt x="126" y="221"/>
                    <a:pt x="143" y="221"/>
                  </a:cubicBezTo>
                  <a:cubicBezTo>
                    <a:pt x="192" y="221"/>
                    <a:pt x="235" y="195"/>
                    <a:pt x="252" y="144"/>
                  </a:cubicBezTo>
                  <a:cubicBezTo>
                    <a:pt x="252" y="75"/>
                    <a:pt x="229" y="7"/>
                    <a:pt x="160" y="7"/>
                  </a:cubicBezTo>
                  <a:cubicBezTo>
                    <a:pt x="148" y="3"/>
                    <a:pt x="136" y="1"/>
                    <a:pt x="125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720" rIns="90000" bIns="97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53" name="Google Shape;2608;p14"/>
            <p:cNvSpPr/>
            <p:nvPr/>
          </p:nvSpPr>
          <p:spPr>
            <a:xfrm>
              <a:off x="6544800" y="2950920"/>
              <a:ext cx="21240" cy="18360"/>
            </a:xfrm>
            <a:custGeom>
              <a:avLst/>
              <a:gdLst>
                <a:gd name="textAreaLeft" fmla="*/ 0 w 21240"/>
                <a:gd name="textAreaRight" fmla="*/ 22680 w 21240"/>
                <a:gd name="textAreaTop" fmla="*/ 0 h 18360"/>
                <a:gd name="textAreaBottom" fmla="*/ 19800 h 18360"/>
              </a:gdLst>
              <a:ahLst/>
              <a:cxnLst/>
              <a:rect l="textAreaLeft" t="textAreaTop" r="textAreaRight" b="textAreaBottom"/>
              <a:pathLst>
                <a:path w="252" h="221">
                  <a:moveTo>
                    <a:pt x="123" y="1"/>
                  </a:moveTo>
                  <a:cubicBezTo>
                    <a:pt x="69" y="1"/>
                    <a:pt x="23" y="38"/>
                    <a:pt x="23" y="75"/>
                  </a:cubicBezTo>
                  <a:cubicBezTo>
                    <a:pt x="0" y="144"/>
                    <a:pt x="46" y="212"/>
                    <a:pt x="92" y="212"/>
                  </a:cubicBezTo>
                  <a:cubicBezTo>
                    <a:pt x="109" y="218"/>
                    <a:pt x="126" y="221"/>
                    <a:pt x="142" y="221"/>
                  </a:cubicBezTo>
                  <a:cubicBezTo>
                    <a:pt x="190" y="221"/>
                    <a:pt x="229" y="195"/>
                    <a:pt x="229" y="144"/>
                  </a:cubicBezTo>
                  <a:cubicBezTo>
                    <a:pt x="252" y="75"/>
                    <a:pt x="206" y="7"/>
                    <a:pt x="160" y="7"/>
                  </a:cubicBezTo>
                  <a:cubicBezTo>
                    <a:pt x="148" y="3"/>
                    <a:pt x="135" y="1"/>
                    <a:pt x="123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720" rIns="90000" bIns="97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54" name="Google Shape;2609;p14"/>
            <p:cNvSpPr/>
            <p:nvPr/>
          </p:nvSpPr>
          <p:spPr>
            <a:xfrm>
              <a:off x="6749640" y="4017960"/>
              <a:ext cx="27360" cy="2412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24120"/>
                <a:gd name="textAreaBottom" fmla="*/ 25560 h 24120"/>
              </a:gdLst>
              <a:ahLst/>
              <a:cxnLst/>
              <a:rect l="textAreaLeft" t="textAreaTop" r="textAreaRight" b="textAreaBottom"/>
              <a:pathLst>
                <a:path w="320" h="286">
                  <a:moveTo>
                    <a:pt x="146" y="0"/>
                  </a:moveTo>
                  <a:cubicBezTo>
                    <a:pt x="85" y="0"/>
                    <a:pt x="23" y="44"/>
                    <a:pt x="23" y="120"/>
                  </a:cubicBezTo>
                  <a:cubicBezTo>
                    <a:pt x="0" y="188"/>
                    <a:pt x="46" y="257"/>
                    <a:pt x="114" y="280"/>
                  </a:cubicBezTo>
                  <a:cubicBezTo>
                    <a:pt x="126" y="284"/>
                    <a:pt x="139" y="286"/>
                    <a:pt x="152" y="286"/>
                  </a:cubicBezTo>
                  <a:cubicBezTo>
                    <a:pt x="213" y="286"/>
                    <a:pt x="278" y="245"/>
                    <a:pt x="297" y="188"/>
                  </a:cubicBezTo>
                  <a:cubicBezTo>
                    <a:pt x="320" y="97"/>
                    <a:pt x="274" y="29"/>
                    <a:pt x="183" y="6"/>
                  </a:cubicBezTo>
                  <a:cubicBezTo>
                    <a:pt x="171" y="2"/>
                    <a:pt x="158" y="0"/>
                    <a:pt x="146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600" rIns="90000" bIns="126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55" name="Google Shape;2610;p14"/>
            <p:cNvSpPr/>
            <p:nvPr/>
          </p:nvSpPr>
          <p:spPr>
            <a:xfrm>
              <a:off x="6491520" y="4003920"/>
              <a:ext cx="23040" cy="20160"/>
            </a:xfrm>
            <a:custGeom>
              <a:avLst/>
              <a:gdLst>
                <a:gd name="textAreaLeft" fmla="*/ 0 w 23040"/>
                <a:gd name="textAreaRight" fmla="*/ 24480 w 23040"/>
                <a:gd name="textAreaTop" fmla="*/ 0 h 20160"/>
                <a:gd name="textAreaBottom" fmla="*/ 21600 h 20160"/>
              </a:gdLst>
              <a:ahLst/>
              <a:cxnLst/>
              <a:rect l="textAreaLeft" t="textAreaTop" r="textAreaRight" b="textAreaBottom"/>
              <a:pathLst>
                <a:path w="274" h="241">
                  <a:moveTo>
                    <a:pt x="126" y="0"/>
                  </a:moveTo>
                  <a:cubicBezTo>
                    <a:pt x="76" y="0"/>
                    <a:pt x="42" y="41"/>
                    <a:pt x="23" y="97"/>
                  </a:cubicBezTo>
                  <a:cubicBezTo>
                    <a:pt x="0" y="143"/>
                    <a:pt x="46" y="211"/>
                    <a:pt x="114" y="234"/>
                  </a:cubicBezTo>
                  <a:cubicBezTo>
                    <a:pt x="122" y="238"/>
                    <a:pt x="131" y="240"/>
                    <a:pt x="140" y="240"/>
                  </a:cubicBezTo>
                  <a:cubicBezTo>
                    <a:pt x="183" y="240"/>
                    <a:pt x="232" y="199"/>
                    <a:pt x="251" y="143"/>
                  </a:cubicBezTo>
                  <a:cubicBezTo>
                    <a:pt x="274" y="75"/>
                    <a:pt x="228" y="29"/>
                    <a:pt x="160" y="6"/>
                  </a:cubicBezTo>
                  <a:cubicBezTo>
                    <a:pt x="148" y="2"/>
                    <a:pt x="136" y="0"/>
                    <a:pt x="126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0" rIns="90000" bIns="108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56" name="Google Shape;2611;p14"/>
            <p:cNvSpPr/>
            <p:nvPr/>
          </p:nvSpPr>
          <p:spPr>
            <a:xfrm>
              <a:off x="6720840" y="3776400"/>
              <a:ext cx="31320" cy="28440"/>
            </a:xfrm>
            <a:custGeom>
              <a:avLst/>
              <a:gdLst>
                <a:gd name="textAreaLeft" fmla="*/ 0 w 31320"/>
                <a:gd name="textAreaRight" fmla="*/ 32760 w 31320"/>
                <a:gd name="textAreaTop" fmla="*/ 0 h 28440"/>
                <a:gd name="textAreaBottom" fmla="*/ 29880 h 28440"/>
              </a:gdLst>
              <a:ahLst/>
              <a:cxnLst/>
              <a:rect l="textAreaLeft" t="textAreaTop" r="textAreaRight" b="textAreaBottom"/>
              <a:pathLst>
                <a:path w="366" h="332">
                  <a:moveTo>
                    <a:pt x="182" y="1"/>
                  </a:moveTo>
                  <a:cubicBezTo>
                    <a:pt x="108" y="1"/>
                    <a:pt x="42" y="45"/>
                    <a:pt x="23" y="121"/>
                  </a:cubicBezTo>
                  <a:cubicBezTo>
                    <a:pt x="0" y="212"/>
                    <a:pt x="46" y="303"/>
                    <a:pt x="137" y="326"/>
                  </a:cubicBezTo>
                  <a:cubicBezTo>
                    <a:pt x="153" y="330"/>
                    <a:pt x="169" y="332"/>
                    <a:pt x="184" y="332"/>
                  </a:cubicBezTo>
                  <a:cubicBezTo>
                    <a:pt x="258" y="332"/>
                    <a:pt x="324" y="288"/>
                    <a:pt x="343" y="212"/>
                  </a:cubicBezTo>
                  <a:cubicBezTo>
                    <a:pt x="366" y="121"/>
                    <a:pt x="320" y="29"/>
                    <a:pt x="229" y="6"/>
                  </a:cubicBezTo>
                  <a:cubicBezTo>
                    <a:pt x="213" y="3"/>
                    <a:pt x="197" y="1"/>
                    <a:pt x="182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4760" rIns="90000" bIns="147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57" name="Google Shape;2612;p14"/>
            <p:cNvSpPr/>
            <p:nvPr/>
          </p:nvSpPr>
          <p:spPr>
            <a:xfrm>
              <a:off x="5524560" y="3174120"/>
              <a:ext cx="23400" cy="20160"/>
            </a:xfrm>
            <a:custGeom>
              <a:avLst/>
              <a:gdLst>
                <a:gd name="textAreaLeft" fmla="*/ 0 w 23400"/>
                <a:gd name="textAreaRight" fmla="*/ 24840 w 23400"/>
                <a:gd name="textAreaTop" fmla="*/ 0 h 20160"/>
                <a:gd name="textAreaBottom" fmla="*/ 21600 h 20160"/>
              </a:gdLst>
              <a:ahLst/>
              <a:cxnLst/>
              <a:rect l="textAreaLeft" t="textAreaTop" r="textAreaRight" b="textAreaBottom"/>
              <a:pathLst>
                <a:path w="275" h="242">
                  <a:moveTo>
                    <a:pt x="124" y="1"/>
                  </a:moveTo>
                  <a:cubicBezTo>
                    <a:pt x="70" y="1"/>
                    <a:pt x="23" y="42"/>
                    <a:pt x="23" y="98"/>
                  </a:cubicBezTo>
                  <a:cubicBezTo>
                    <a:pt x="0" y="167"/>
                    <a:pt x="46" y="235"/>
                    <a:pt x="92" y="235"/>
                  </a:cubicBezTo>
                  <a:cubicBezTo>
                    <a:pt x="104" y="239"/>
                    <a:pt x="116" y="241"/>
                    <a:pt x="128" y="241"/>
                  </a:cubicBezTo>
                  <a:cubicBezTo>
                    <a:pt x="183" y="241"/>
                    <a:pt x="233" y="200"/>
                    <a:pt x="252" y="144"/>
                  </a:cubicBezTo>
                  <a:cubicBezTo>
                    <a:pt x="274" y="98"/>
                    <a:pt x="229" y="30"/>
                    <a:pt x="160" y="7"/>
                  </a:cubicBezTo>
                  <a:cubicBezTo>
                    <a:pt x="148" y="3"/>
                    <a:pt x="136" y="1"/>
                    <a:pt x="124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0" rIns="90000" bIns="108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58" name="Google Shape;2613;p14"/>
            <p:cNvSpPr/>
            <p:nvPr/>
          </p:nvSpPr>
          <p:spPr>
            <a:xfrm>
              <a:off x="6374520" y="3862440"/>
              <a:ext cx="35640" cy="30960"/>
            </a:xfrm>
            <a:custGeom>
              <a:avLst/>
              <a:gdLst>
                <a:gd name="textAreaLeft" fmla="*/ 0 w 35640"/>
                <a:gd name="textAreaRight" fmla="*/ 37080 w 35640"/>
                <a:gd name="textAreaTop" fmla="*/ 0 h 30960"/>
                <a:gd name="textAreaBottom" fmla="*/ 32400 h 30960"/>
              </a:gdLst>
              <a:ahLst/>
              <a:cxnLst/>
              <a:rect l="textAreaLeft" t="textAreaTop" r="textAreaRight" b="textAreaBottom"/>
              <a:pathLst>
                <a:path w="412" h="363">
                  <a:moveTo>
                    <a:pt x="216" y="1"/>
                  </a:moveTo>
                  <a:cubicBezTo>
                    <a:pt x="138" y="1"/>
                    <a:pt x="66" y="63"/>
                    <a:pt x="47" y="142"/>
                  </a:cubicBezTo>
                  <a:cubicBezTo>
                    <a:pt x="1" y="233"/>
                    <a:pt x="69" y="325"/>
                    <a:pt x="161" y="347"/>
                  </a:cubicBezTo>
                  <a:cubicBezTo>
                    <a:pt x="181" y="358"/>
                    <a:pt x="202" y="362"/>
                    <a:pt x="223" y="362"/>
                  </a:cubicBezTo>
                  <a:cubicBezTo>
                    <a:pt x="298" y="362"/>
                    <a:pt x="371" y="305"/>
                    <a:pt x="389" y="233"/>
                  </a:cubicBezTo>
                  <a:cubicBezTo>
                    <a:pt x="412" y="142"/>
                    <a:pt x="343" y="28"/>
                    <a:pt x="252" y="5"/>
                  </a:cubicBezTo>
                  <a:cubicBezTo>
                    <a:pt x="240" y="2"/>
                    <a:pt x="228" y="1"/>
                    <a:pt x="216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6200" rIns="90000" bIns="162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59" name="Google Shape;2614;p14"/>
            <p:cNvSpPr/>
            <p:nvPr/>
          </p:nvSpPr>
          <p:spPr>
            <a:xfrm>
              <a:off x="7265520" y="4249440"/>
              <a:ext cx="29520" cy="15480"/>
            </a:xfrm>
            <a:custGeom>
              <a:avLst/>
              <a:gdLst>
                <a:gd name="textAreaLeft" fmla="*/ 0 w 29520"/>
                <a:gd name="textAreaRight" fmla="*/ 30960 w 29520"/>
                <a:gd name="textAreaTop" fmla="*/ 0 h 15480"/>
                <a:gd name="textAreaBottom" fmla="*/ 16920 h 15480"/>
              </a:gdLst>
              <a:ahLst/>
              <a:cxnLst/>
              <a:rect l="textAreaLeft" t="textAreaTop" r="textAreaRight" b="textAreaBottom"/>
              <a:pathLst>
                <a:path w="344" h="189">
                  <a:moveTo>
                    <a:pt x="160" y="0"/>
                  </a:moveTo>
                  <a:cubicBezTo>
                    <a:pt x="86" y="0"/>
                    <a:pt x="20" y="45"/>
                    <a:pt x="1" y="120"/>
                  </a:cubicBezTo>
                  <a:lnTo>
                    <a:pt x="321" y="189"/>
                  </a:lnTo>
                  <a:cubicBezTo>
                    <a:pt x="343" y="120"/>
                    <a:pt x="275" y="29"/>
                    <a:pt x="206" y="6"/>
                  </a:cubicBezTo>
                  <a:cubicBezTo>
                    <a:pt x="191" y="2"/>
                    <a:pt x="175" y="0"/>
                    <a:pt x="160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8280" rIns="90000" bIns="82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60" name="Google Shape;2615;p14"/>
            <p:cNvSpPr/>
            <p:nvPr/>
          </p:nvSpPr>
          <p:spPr>
            <a:xfrm>
              <a:off x="6595920" y="3315600"/>
              <a:ext cx="23040" cy="19800"/>
            </a:xfrm>
            <a:custGeom>
              <a:avLst/>
              <a:gdLst>
                <a:gd name="textAreaLeft" fmla="*/ 0 w 23040"/>
                <a:gd name="textAreaRight" fmla="*/ 24480 w 23040"/>
                <a:gd name="textAreaTop" fmla="*/ 0 h 19800"/>
                <a:gd name="textAreaBottom" fmla="*/ 21240 h 19800"/>
              </a:gdLst>
              <a:ahLst/>
              <a:cxnLst/>
              <a:rect l="textAreaLeft" t="textAreaTop" r="textAreaRight" b="textAreaBottom"/>
              <a:pathLst>
                <a:path w="274" h="236">
                  <a:moveTo>
                    <a:pt x="134" y="1"/>
                  </a:moveTo>
                  <a:cubicBezTo>
                    <a:pt x="91" y="1"/>
                    <a:pt x="42" y="42"/>
                    <a:pt x="23" y="98"/>
                  </a:cubicBezTo>
                  <a:cubicBezTo>
                    <a:pt x="0" y="144"/>
                    <a:pt x="46" y="212"/>
                    <a:pt x="114" y="235"/>
                  </a:cubicBezTo>
                  <a:cubicBezTo>
                    <a:pt x="183" y="235"/>
                    <a:pt x="228" y="212"/>
                    <a:pt x="251" y="144"/>
                  </a:cubicBezTo>
                  <a:cubicBezTo>
                    <a:pt x="274" y="75"/>
                    <a:pt x="228" y="30"/>
                    <a:pt x="160" y="7"/>
                  </a:cubicBezTo>
                  <a:cubicBezTo>
                    <a:pt x="152" y="3"/>
                    <a:pt x="143" y="1"/>
                    <a:pt x="134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440" rIns="90000" bIns="10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61" name="Google Shape;2616;p14"/>
            <p:cNvSpPr/>
            <p:nvPr/>
          </p:nvSpPr>
          <p:spPr>
            <a:xfrm>
              <a:off x="5735520" y="3145320"/>
              <a:ext cx="27360" cy="2448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24480"/>
                <a:gd name="textAreaBottom" fmla="*/ 25920 h 24480"/>
              </a:gdLst>
              <a:ahLst/>
              <a:cxnLst/>
              <a:rect l="textAreaLeft" t="textAreaTop" r="textAreaRight" b="textAreaBottom"/>
              <a:pathLst>
                <a:path w="321" h="287">
                  <a:moveTo>
                    <a:pt x="161" y="0"/>
                  </a:moveTo>
                  <a:cubicBezTo>
                    <a:pt x="92" y="0"/>
                    <a:pt x="42" y="45"/>
                    <a:pt x="23" y="120"/>
                  </a:cubicBezTo>
                  <a:cubicBezTo>
                    <a:pt x="0" y="189"/>
                    <a:pt x="46" y="280"/>
                    <a:pt x="115" y="280"/>
                  </a:cubicBezTo>
                  <a:cubicBezTo>
                    <a:pt x="131" y="284"/>
                    <a:pt x="146" y="286"/>
                    <a:pt x="161" y="286"/>
                  </a:cubicBezTo>
                  <a:cubicBezTo>
                    <a:pt x="229" y="286"/>
                    <a:pt x="278" y="245"/>
                    <a:pt x="297" y="189"/>
                  </a:cubicBezTo>
                  <a:cubicBezTo>
                    <a:pt x="320" y="98"/>
                    <a:pt x="274" y="29"/>
                    <a:pt x="206" y="6"/>
                  </a:cubicBezTo>
                  <a:cubicBezTo>
                    <a:pt x="190" y="2"/>
                    <a:pt x="175" y="0"/>
                    <a:pt x="161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62" name="Google Shape;2617;p14"/>
            <p:cNvSpPr/>
            <p:nvPr/>
          </p:nvSpPr>
          <p:spPr>
            <a:xfrm>
              <a:off x="6114600" y="3332520"/>
              <a:ext cx="23400" cy="21600"/>
            </a:xfrm>
            <a:custGeom>
              <a:avLst/>
              <a:gdLst>
                <a:gd name="textAreaLeft" fmla="*/ 0 w 23400"/>
                <a:gd name="textAreaRight" fmla="*/ 24840 w 23400"/>
                <a:gd name="textAreaTop" fmla="*/ 0 h 21600"/>
                <a:gd name="textAreaBottom" fmla="*/ 23040 h 21600"/>
              </a:gdLst>
              <a:ahLst/>
              <a:cxnLst/>
              <a:rect l="textAreaLeft" t="textAreaTop" r="textAreaRight" b="textAreaBottom"/>
              <a:pathLst>
                <a:path w="275" h="258">
                  <a:moveTo>
                    <a:pt x="160" y="0"/>
                  </a:moveTo>
                  <a:cubicBezTo>
                    <a:pt x="91" y="0"/>
                    <a:pt x="23" y="23"/>
                    <a:pt x="23" y="92"/>
                  </a:cubicBezTo>
                  <a:cubicBezTo>
                    <a:pt x="0" y="160"/>
                    <a:pt x="46" y="229"/>
                    <a:pt x="91" y="251"/>
                  </a:cubicBezTo>
                  <a:cubicBezTo>
                    <a:pt x="104" y="255"/>
                    <a:pt x="116" y="257"/>
                    <a:pt x="128" y="257"/>
                  </a:cubicBezTo>
                  <a:cubicBezTo>
                    <a:pt x="183" y="257"/>
                    <a:pt x="232" y="216"/>
                    <a:pt x="251" y="160"/>
                  </a:cubicBezTo>
                  <a:cubicBezTo>
                    <a:pt x="274" y="92"/>
                    <a:pt x="228" y="23"/>
                    <a:pt x="160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520" rIns="90000" bIns="115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63" name="Google Shape;2618;p14"/>
            <p:cNvSpPr/>
            <p:nvPr/>
          </p:nvSpPr>
          <p:spPr>
            <a:xfrm>
              <a:off x="5559480" y="3133800"/>
              <a:ext cx="25200" cy="23760"/>
            </a:xfrm>
            <a:custGeom>
              <a:avLst/>
              <a:gdLst>
                <a:gd name="textAreaLeft" fmla="*/ 0 w 25200"/>
                <a:gd name="textAreaRight" fmla="*/ 26640 w 25200"/>
                <a:gd name="textAreaTop" fmla="*/ 0 h 23760"/>
                <a:gd name="textAreaBottom" fmla="*/ 25200 h 23760"/>
              </a:gdLst>
              <a:ahLst/>
              <a:cxnLst/>
              <a:rect l="textAreaLeft" t="textAreaTop" r="textAreaRight" b="textAreaBottom"/>
              <a:pathLst>
                <a:path w="298" h="281">
                  <a:moveTo>
                    <a:pt x="183" y="0"/>
                  </a:moveTo>
                  <a:cubicBezTo>
                    <a:pt x="115" y="0"/>
                    <a:pt x="46" y="46"/>
                    <a:pt x="23" y="114"/>
                  </a:cubicBezTo>
                  <a:cubicBezTo>
                    <a:pt x="1" y="183"/>
                    <a:pt x="46" y="251"/>
                    <a:pt x="115" y="274"/>
                  </a:cubicBezTo>
                  <a:cubicBezTo>
                    <a:pt x="131" y="278"/>
                    <a:pt x="146" y="280"/>
                    <a:pt x="161" y="280"/>
                  </a:cubicBezTo>
                  <a:cubicBezTo>
                    <a:pt x="229" y="280"/>
                    <a:pt x="278" y="239"/>
                    <a:pt x="297" y="183"/>
                  </a:cubicBezTo>
                  <a:cubicBezTo>
                    <a:pt x="297" y="92"/>
                    <a:pt x="252" y="23"/>
                    <a:pt x="183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600" rIns="90000" bIns="126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64" name="Google Shape;2619;p14"/>
            <p:cNvSpPr/>
            <p:nvPr/>
          </p:nvSpPr>
          <p:spPr>
            <a:xfrm>
              <a:off x="9599040" y="3188520"/>
              <a:ext cx="29520" cy="26280"/>
            </a:xfrm>
            <a:custGeom>
              <a:avLst/>
              <a:gdLst>
                <a:gd name="textAreaLeft" fmla="*/ 0 w 29520"/>
                <a:gd name="textAreaRight" fmla="*/ 30960 w 29520"/>
                <a:gd name="textAreaTop" fmla="*/ 0 h 26280"/>
                <a:gd name="textAreaBottom" fmla="*/ 27720 h 26280"/>
              </a:gdLst>
              <a:ahLst/>
              <a:cxnLst/>
              <a:rect l="textAreaLeft" t="textAreaTop" r="textAreaRight" b="textAreaBottom"/>
              <a:pathLst>
                <a:path w="343" h="310">
                  <a:moveTo>
                    <a:pt x="161" y="1"/>
                  </a:moveTo>
                  <a:cubicBezTo>
                    <a:pt x="92" y="1"/>
                    <a:pt x="42" y="45"/>
                    <a:pt x="23" y="121"/>
                  </a:cubicBezTo>
                  <a:cubicBezTo>
                    <a:pt x="0" y="189"/>
                    <a:pt x="46" y="281"/>
                    <a:pt x="137" y="303"/>
                  </a:cubicBezTo>
                  <a:cubicBezTo>
                    <a:pt x="149" y="307"/>
                    <a:pt x="161" y="309"/>
                    <a:pt x="174" y="309"/>
                  </a:cubicBezTo>
                  <a:cubicBezTo>
                    <a:pt x="235" y="309"/>
                    <a:pt x="301" y="265"/>
                    <a:pt x="320" y="189"/>
                  </a:cubicBezTo>
                  <a:cubicBezTo>
                    <a:pt x="342" y="121"/>
                    <a:pt x="297" y="29"/>
                    <a:pt x="205" y="7"/>
                  </a:cubicBezTo>
                  <a:cubicBezTo>
                    <a:pt x="190" y="3"/>
                    <a:pt x="175" y="1"/>
                    <a:pt x="161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3680" rIns="90000" bIns="136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65" name="Google Shape;2620;p14"/>
            <p:cNvSpPr/>
            <p:nvPr/>
          </p:nvSpPr>
          <p:spPr>
            <a:xfrm>
              <a:off x="8508960" y="1693800"/>
              <a:ext cx="21240" cy="19800"/>
            </a:xfrm>
            <a:custGeom>
              <a:avLst/>
              <a:gdLst>
                <a:gd name="textAreaLeft" fmla="*/ 0 w 21240"/>
                <a:gd name="textAreaRight" fmla="*/ 22680 w 21240"/>
                <a:gd name="textAreaTop" fmla="*/ 0 h 19800"/>
                <a:gd name="textAreaBottom" fmla="*/ 21240 h 19800"/>
              </a:gdLst>
              <a:ahLst/>
              <a:cxnLst/>
              <a:rect l="textAreaLeft" t="textAreaTop" r="textAreaRight" b="textAreaBottom"/>
              <a:pathLst>
                <a:path w="253" h="235">
                  <a:moveTo>
                    <a:pt x="161" y="0"/>
                  </a:moveTo>
                  <a:cubicBezTo>
                    <a:pt x="92" y="0"/>
                    <a:pt x="24" y="23"/>
                    <a:pt x="24" y="91"/>
                  </a:cubicBezTo>
                  <a:cubicBezTo>
                    <a:pt x="1" y="160"/>
                    <a:pt x="47" y="228"/>
                    <a:pt x="92" y="228"/>
                  </a:cubicBezTo>
                  <a:cubicBezTo>
                    <a:pt x="105" y="233"/>
                    <a:pt x="117" y="234"/>
                    <a:pt x="130" y="234"/>
                  </a:cubicBezTo>
                  <a:cubicBezTo>
                    <a:pt x="184" y="234"/>
                    <a:pt x="233" y="197"/>
                    <a:pt x="252" y="160"/>
                  </a:cubicBezTo>
                  <a:cubicBezTo>
                    <a:pt x="252" y="91"/>
                    <a:pt x="229" y="23"/>
                    <a:pt x="161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440" rIns="90000" bIns="10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66" name="Google Shape;2621;p14"/>
            <p:cNvSpPr/>
            <p:nvPr/>
          </p:nvSpPr>
          <p:spPr>
            <a:xfrm>
              <a:off x="5626800" y="3654000"/>
              <a:ext cx="25200" cy="21600"/>
            </a:xfrm>
            <a:custGeom>
              <a:avLst/>
              <a:gdLst>
                <a:gd name="textAreaLeft" fmla="*/ 0 w 25200"/>
                <a:gd name="textAreaRight" fmla="*/ 26640 w 25200"/>
                <a:gd name="textAreaTop" fmla="*/ 0 h 21600"/>
                <a:gd name="textAreaBottom" fmla="*/ 23040 h 21600"/>
              </a:gdLst>
              <a:ahLst/>
              <a:cxnLst/>
              <a:rect l="textAreaLeft" t="textAreaTop" r="textAreaRight" b="textAreaBottom"/>
              <a:pathLst>
                <a:path w="298" h="258">
                  <a:moveTo>
                    <a:pt x="183" y="1"/>
                  </a:moveTo>
                  <a:cubicBezTo>
                    <a:pt x="115" y="1"/>
                    <a:pt x="46" y="24"/>
                    <a:pt x="24" y="92"/>
                  </a:cubicBezTo>
                  <a:cubicBezTo>
                    <a:pt x="1" y="161"/>
                    <a:pt x="46" y="229"/>
                    <a:pt x="115" y="252"/>
                  </a:cubicBezTo>
                  <a:cubicBezTo>
                    <a:pt x="127" y="256"/>
                    <a:pt x="139" y="258"/>
                    <a:pt x="151" y="258"/>
                  </a:cubicBezTo>
                  <a:cubicBezTo>
                    <a:pt x="206" y="258"/>
                    <a:pt x="256" y="217"/>
                    <a:pt x="275" y="161"/>
                  </a:cubicBezTo>
                  <a:cubicBezTo>
                    <a:pt x="297" y="92"/>
                    <a:pt x="252" y="24"/>
                    <a:pt x="183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520" rIns="90000" bIns="115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67" name="Google Shape;2622;p14"/>
            <p:cNvSpPr/>
            <p:nvPr/>
          </p:nvSpPr>
          <p:spPr>
            <a:xfrm>
              <a:off x="9000720" y="2358720"/>
              <a:ext cx="25200" cy="22320"/>
            </a:xfrm>
            <a:custGeom>
              <a:avLst/>
              <a:gdLst>
                <a:gd name="textAreaLeft" fmla="*/ 0 w 25200"/>
                <a:gd name="textAreaRight" fmla="*/ 26640 w 25200"/>
                <a:gd name="textAreaTop" fmla="*/ 0 h 22320"/>
                <a:gd name="textAreaBottom" fmla="*/ 23760 h 22320"/>
              </a:gdLst>
              <a:ahLst/>
              <a:cxnLst/>
              <a:rect l="textAreaLeft" t="textAreaTop" r="textAreaRight" b="textAreaBottom"/>
              <a:pathLst>
                <a:path w="297" h="264">
                  <a:moveTo>
                    <a:pt x="146" y="0"/>
                  </a:moveTo>
                  <a:cubicBezTo>
                    <a:pt x="91" y="0"/>
                    <a:pt x="42" y="41"/>
                    <a:pt x="23" y="98"/>
                  </a:cubicBezTo>
                  <a:cubicBezTo>
                    <a:pt x="0" y="166"/>
                    <a:pt x="46" y="235"/>
                    <a:pt x="114" y="257"/>
                  </a:cubicBezTo>
                  <a:cubicBezTo>
                    <a:pt x="126" y="261"/>
                    <a:pt x="139" y="263"/>
                    <a:pt x="152" y="263"/>
                  </a:cubicBezTo>
                  <a:cubicBezTo>
                    <a:pt x="212" y="263"/>
                    <a:pt x="274" y="222"/>
                    <a:pt x="274" y="166"/>
                  </a:cubicBezTo>
                  <a:cubicBezTo>
                    <a:pt x="297" y="75"/>
                    <a:pt x="251" y="6"/>
                    <a:pt x="183" y="6"/>
                  </a:cubicBezTo>
                  <a:cubicBezTo>
                    <a:pt x="170" y="2"/>
                    <a:pt x="158" y="0"/>
                    <a:pt x="146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880" rIns="90000" bIns="118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68" name="Google Shape;2623;p14"/>
            <p:cNvSpPr/>
            <p:nvPr/>
          </p:nvSpPr>
          <p:spPr>
            <a:xfrm>
              <a:off x="8677080" y="2121480"/>
              <a:ext cx="37440" cy="34200"/>
            </a:xfrm>
            <a:custGeom>
              <a:avLst/>
              <a:gdLst>
                <a:gd name="textAreaLeft" fmla="*/ 0 w 37440"/>
                <a:gd name="textAreaRight" fmla="*/ 38880 w 37440"/>
                <a:gd name="textAreaTop" fmla="*/ 0 h 34200"/>
                <a:gd name="textAreaBottom" fmla="*/ 35640 h 34200"/>
              </a:gdLst>
              <a:ahLst/>
              <a:cxnLst/>
              <a:rect l="textAreaLeft" t="textAreaTop" r="textAreaRight" b="textAreaBottom"/>
              <a:pathLst>
                <a:path w="435" h="398">
                  <a:moveTo>
                    <a:pt x="231" y="0"/>
                  </a:moveTo>
                  <a:cubicBezTo>
                    <a:pt x="138" y="0"/>
                    <a:pt x="66" y="62"/>
                    <a:pt x="46" y="142"/>
                  </a:cubicBezTo>
                  <a:cubicBezTo>
                    <a:pt x="1" y="256"/>
                    <a:pt x="69" y="347"/>
                    <a:pt x="183" y="393"/>
                  </a:cubicBezTo>
                  <a:cubicBezTo>
                    <a:pt x="195" y="396"/>
                    <a:pt x="207" y="397"/>
                    <a:pt x="219" y="397"/>
                  </a:cubicBezTo>
                  <a:cubicBezTo>
                    <a:pt x="302" y="397"/>
                    <a:pt x="392" y="332"/>
                    <a:pt x="411" y="233"/>
                  </a:cubicBezTo>
                  <a:cubicBezTo>
                    <a:pt x="434" y="142"/>
                    <a:pt x="366" y="27"/>
                    <a:pt x="275" y="5"/>
                  </a:cubicBezTo>
                  <a:cubicBezTo>
                    <a:pt x="260" y="2"/>
                    <a:pt x="245" y="0"/>
                    <a:pt x="231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7640" rIns="90000" bIns="176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69" name="Google Shape;2624;p14"/>
            <p:cNvSpPr/>
            <p:nvPr/>
          </p:nvSpPr>
          <p:spPr>
            <a:xfrm>
              <a:off x="8738640" y="2041200"/>
              <a:ext cx="21240" cy="18360"/>
            </a:xfrm>
            <a:custGeom>
              <a:avLst/>
              <a:gdLst>
                <a:gd name="textAreaLeft" fmla="*/ 0 w 21240"/>
                <a:gd name="textAreaRight" fmla="*/ 22680 w 21240"/>
                <a:gd name="textAreaTop" fmla="*/ 0 h 18360"/>
                <a:gd name="textAreaBottom" fmla="*/ 19800 h 18360"/>
              </a:gdLst>
              <a:ahLst/>
              <a:cxnLst/>
              <a:rect l="textAreaLeft" t="textAreaTop" r="textAreaRight" b="textAreaBottom"/>
              <a:pathLst>
                <a:path w="252" h="221">
                  <a:moveTo>
                    <a:pt x="110" y="1"/>
                  </a:moveTo>
                  <a:cubicBezTo>
                    <a:pt x="62" y="1"/>
                    <a:pt x="23" y="27"/>
                    <a:pt x="23" y="78"/>
                  </a:cubicBezTo>
                  <a:cubicBezTo>
                    <a:pt x="0" y="146"/>
                    <a:pt x="46" y="215"/>
                    <a:pt x="92" y="215"/>
                  </a:cubicBezTo>
                  <a:cubicBezTo>
                    <a:pt x="104" y="219"/>
                    <a:pt x="117" y="221"/>
                    <a:pt x="129" y="221"/>
                  </a:cubicBezTo>
                  <a:cubicBezTo>
                    <a:pt x="183" y="221"/>
                    <a:pt x="229" y="184"/>
                    <a:pt x="229" y="146"/>
                  </a:cubicBezTo>
                  <a:cubicBezTo>
                    <a:pt x="251" y="78"/>
                    <a:pt x="206" y="9"/>
                    <a:pt x="160" y="9"/>
                  </a:cubicBezTo>
                  <a:cubicBezTo>
                    <a:pt x="143" y="4"/>
                    <a:pt x="126" y="1"/>
                    <a:pt x="110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720" rIns="90000" bIns="97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70" name="Google Shape;2625;p14"/>
            <p:cNvSpPr/>
            <p:nvPr/>
          </p:nvSpPr>
          <p:spPr>
            <a:xfrm>
              <a:off x="10606680" y="3389400"/>
              <a:ext cx="39600" cy="34200"/>
            </a:xfrm>
            <a:custGeom>
              <a:avLst/>
              <a:gdLst>
                <a:gd name="textAreaLeft" fmla="*/ 0 w 39600"/>
                <a:gd name="textAreaRight" fmla="*/ 41040 w 39600"/>
                <a:gd name="textAreaTop" fmla="*/ 0 h 34200"/>
                <a:gd name="textAreaBottom" fmla="*/ 35640 h 34200"/>
              </a:gdLst>
              <a:ahLst/>
              <a:cxnLst/>
              <a:rect l="textAreaLeft" t="textAreaTop" r="textAreaRight" b="textAreaBottom"/>
              <a:pathLst>
                <a:path w="457" h="399">
                  <a:moveTo>
                    <a:pt x="231" y="0"/>
                  </a:moveTo>
                  <a:cubicBezTo>
                    <a:pt x="137" y="0"/>
                    <a:pt x="66" y="65"/>
                    <a:pt x="46" y="164"/>
                  </a:cubicBezTo>
                  <a:cubicBezTo>
                    <a:pt x="0" y="256"/>
                    <a:pt x="69" y="370"/>
                    <a:pt x="183" y="393"/>
                  </a:cubicBezTo>
                  <a:cubicBezTo>
                    <a:pt x="198" y="396"/>
                    <a:pt x="214" y="398"/>
                    <a:pt x="230" y="398"/>
                  </a:cubicBezTo>
                  <a:cubicBezTo>
                    <a:pt x="309" y="398"/>
                    <a:pt x="392" y="351"/>
                    <a:pt x="411" y="256"/>
                  </a:cubicBezTo>
                  <a:cubicBezTo>
                    <a:pt x="457" y="141"/>
                    <a:pt x="388" y="50"/>
                    <a:pt x="274" y="4"/>
                  </a:cubicBezTo>
                  <a:cubicBezTo>
                    <a:pt x="259" y="2"/>
                    <a:pt x="245" y="0"/>
                    <a:pt x="231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7640" rIns="90000" bIns="176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71" name="Google Shape;2626;p14"/>
            <p:cNvSpPr/>
            <p:nvPr/>
          </p:nvSpPr>
          <p:spPr>
            <a:xfrm>
              <a:off x="8222400" y="4335840"/>
              <a:ext cx="37440" cy="32040"/>
            </a:xfrm>
            <a:custGeom>
              <a:avLst/>
              <a:gdLst>
                <a:gd name="textAreaLeft" fmla="*/ 0 w 37440"/>
                <a:gd name="textAreaRight" fmla="*/ 38880 w 37440"/>
                <a:gd name="textAreaTop" fmla="*/ 0 h 32040"/>
                <a:gd name="textAreaBottom" fmla="*/ 33480 h 32040"/>
              </a:gdLst>
              <a:ahLst/>
              <a:cxnLst/>
              <a:rect l="textAreaLeft" t="textAreaTop" r="textAreaRight" b="textAreaBottom"/>
              <a:pathLst>
                <a:path w="435" h="375">
                  <a:moveTo>
                    <a:pt x="231" y="0"/>
                  </a:moveTo>
                  <a:cubicBezTo>
                    <a:pt x="137" y="0"/>
                    <a:pt x="66" y="62"/>
                    <a:pt x="46" y="142"/>
                  </a:cubicBezTo>
                  <a:cubicBezTo>
                    <a:pt x="0" y="233"/>
                    <a:pt x="69" y="347"/>
                    <a:pt x="160" y="370"/>
                  </a:cubicBezTo>
                  <a:cubicBezTo>
                    <a:pt x="175" y="373"/>
                    <a:pt x="190" y="374"/>
                    <a:pt x="204" y="374"/>
                  </a:cubicBezTo>
                  <a:cubicBezTo>
                    <a:pt x="297" y="374"/>
                    <a:pt x="369" y="312"/>
                    <a:pt x="388" y="233"/>
                  </a:cubicBezTo>
                  <a:cubicBezTo>
                    <a:pt x="434" y="142"/>
                    <a:pt x="366" y="28"/>
                    <a:pt x="274" y="5"/>
                  </a:cubicBezTo>
                  <a:cubicBezTo>
                    <a:pt x="259" y="2"/>
                    <a:pt x="245" y="0"/>
                    <a:pt x="231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6560" rIns="90000" bIns="165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72" name="Google Shape;2627;p14"/>
            <p:cNvSpPr/>
            <p:nvPr/>
          </p:nvSpPr>
          <p:spPr>
            <a:xfrm>
              <a:off x="8271720" y="3446640"/>
              <a:ext cx="21240" cy="18360"/>
            </a:xfrm>
            <a:custGeom>
              <a:avLst/>
              <a:gdLst>
                <a:gd name="textAreaLeft" fmla="*/ 0 w 21240"/>
                <a:gd name="textAreaRight" fmla="*/ 22680 w 21240"/>
                <a:gd name="textAreaTop" fmla="*/ 0 h 18360"/>
                <a:gd name="textAreaBottom" fmla="*/ 19800 h 18360"/>
              </a:gdLst>
              <a:ahLst/>
              <a:cxnLst/>
              <a:rect l="textAreaLeft" t="textAreaTop" r="textAreaRight" b="textAreaBottom"/>
              <a:pathLst>
                <a:path w="252" h="219">
                  <a:moveTo>
                    <a:pt x="123" y="1"/>
                  </a:moveTo>
                  <a:cubicBezTo>
                    <a:pt x="69" y="1"/>
                    <a:pt x="23" y="38"/>
                    <a:pt x="23" y="75"/>
                  </a:cubicBezTo>
                  <a:cubicBezTo>
                    <a:pt x="0" y="144"/>
                    <a:pt x="46" y="212"/>
                    <a:pt x="92" y="212"/>
                  </a:cubicBezTo>
                  <a:cubicBezTo>
                    <a:pt x="104" y="216"/>
                    <a:pt x="117" y="218"/>
                    <a:pt x="129" y="218"/>
                  </a:cubicBezTo>
                  <a:cubicBezTo>
                    <a:pt x="183" y="218"/>
                    <a:pt x="228" y="181"/>
                    <a:pt x="228" y="144"/>
                  </a:cubicBezTo>
                  <a:cubicBezTo>
                    <a:pt x="251" y="75"/>
                    <a:pt x="228" y="7"/>
                    <a:pt x="160" y="7"/>
                  </a:cubicBezTo>
                  <a:cubicBezTo>
                    <a:pt x="147" y="2"/>
                    <a:pt x="135" y="1"/>
                    <a:pt x="123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720" rIns="90000" bIns="97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73" name="Google Shape;2628;p14"/>
            <p:cNvSpPr/>
            <p:nvPr/>
          </p:nvSpPr>
          <p:spPr>
            <a:xfrm>
              <a:off x="6952320" y="3690360"/>
              <a:ext cx="33480" cy="3024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30240"/>
                <a:gd name="textAreaBottom" fmla="*/ 31680 h 30240"/>
              </a:gdLst>
              <a:ahLst/>
              <a:cxnLst/>
              <a:rect l="textAreaLeft" t="textAreaTop" r="textAreaRight" b="textAreaBottom"/>
              <a:pathLst>
                <a:path w="389" h="353">
                  <a:moveTo>
                    <a:pt x="193" y="0"/>
                  </a:moveTo>
                  <a:cubicBezTo>
                    <a:pt x="115" y="0"/>
                    <a:pt x="43" y="62"/>
                    <a:pt x="24" y="142"/>
                  </a:cubicBezTo>
                  <a:cubicBezTo>
                    <a:pt x="1" y="233"/>
                    <a:pt x="69" y="324"/>
                    <a:pt x="160" y="347"/>
                  </a:cubicBezTo>
                  <a:cubicBezTo>
                    <a:pt x="176" y="351"/>
                    <a:pt x="191" y="353"/>
                    <a:pt x="206" y="353"/>
                  </a:cubicBezTo>
                  <a:cubicBezTo>
                    <a:pt x="280" y="353"/>
                    <a:pt x="347" y="305"/>
                    <a:pt x="366" y="210"/>
                  </a:cubicBezTo>
                  <a:cubicBezTo>
                    <a:pt x="389" y="119"/>
                    <a:pt x="343" y="28"/>
                    <a:pt x="229" y="5"/>
                  </a:cubicBezTo>
                  <a:cubicBezTo>
                    <a:pt x="217" y="2"/>
                    <a:pt x="205" y="0"/>
                    <a:pt x="193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840" rIns="90000" bIns="158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74" name="Google Shape;2629;p14"/>
            <p:cNvSpPr/>
            <p:nvPr/>
          </p:nvSpPr>
          <p:spPr>
            <a:xfrm>
              <a:off x="6907320" y="3530520"/>
              <a:ext cx="21240" cy="17640"/>
            </a:xfrm>
            <a:custGeom>
              <a:avLst/>
              <a:gdLst>
                <a:gd name="textAreaLeft" fmla="*/ 0 w 21240"/>
                <a:gd name="textAreaRight" fmla="*/ 22680 w 21240"/>
                <a:gd name="textAreaTop" fmla="*/ 0 h 17640"/>
                <a:gd name="textAreaBottom" fmla="*/ 19080 h 17640"/>
              </a:gdLst>
              <a:ahLst/>
              <a:cxnLst/>
              <a:rect l="textAreaLeft" t="textAreaTop" r="textAreaRight" b="textAreaBottom"/>
              <a:pathLst>
                <a:path w="252" h="212">
                  <a:moveTo>
                    <a:pt x="125" y="0"/>
                  </a:moveTo>
                  <a:cubicBezTo>
                    <a:pt x="76" y="0"/>
                    <a:pt x="42" y="38"/>
                    <a:pt x="23" y="75"/>
                  </a:cubicBezTo>
                  <a:cubicBezTo>
                    <a:pt x="1" y="143"/>
                    <a:pt x="46" y="189"/>
                    <a:pt x="92" y="212"/>
                  </a:cubicBezTo>
                  <a:cubicBezTo>
                    <a:pt x="160" y="212"/>
                    <a:pt x="206" y="189"/>
                    <a:pt x="229" y="121"/>
                  </a:cubicBezTo>
                  <a:cubicBezTo>
                    <a:pt x="252" y="75"/>
                    <a:pt x="206" y="6"/>
                    <a:pt x="160" y="6"/>
                  </a:cubicBezTo>
                  <a:cubicBezTo>
                    <a:pt x="148" y="2"/>
                    <a:pt x="136" y="0"/>
                    <a:pt x="125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360" rIns="90000" bIns="93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75" name="Google Shape;2630;p14"/>
            <p:cNvSpPr/>
            <p:nvPr/>
          </p:nvSpPr>
          <p:spPr>
            <a:xfrm>
              <a:off x="8136360" y="808200"/>
              <a:ext cx="25200" cy="23760"/>
            </a:xfrm>
            <a:custGeom>
              <a:avLst/>
              <a:gdLst>
                <a:gd name="textAreaLeft" fmla="*/ 0 w 25200"/>
                <a:gd name="textAreaRight" fmla="*/ 26640 w 25200"/>
                <a:gd name="textAreaTop" fmla="*/ 0 h 23760"/>
                <a:gd name="textAreaBottom" fmla="*/ 25200 h 23760"/>
              </a:gdLst>
              <a:ahLst/>
              <a:cxnLst/>
              <a:rect l="textAreaLeft" t="textAreaTop" r="textAreaRight" b="textAreaBottom"/>
              <a:pathLst>
                <a:path w="298" h="281">
                  <a:moveTo>
                    <a:pt x="147" y="1"/>
                  </a:moveTo>
                  <a:cubicBezTo>
                    <a:pt x="92" y="1"/>
                    <a:pt x="42" y="42"/>
                    <a:pt x="24" y="98"/>
                  </a:cubicBezTo>
                  <a:cubicBezTo>
                    <a:pt x="1" y="166"/>
                    <a:pt x="46" y="258"/>
                    <a:pt x="115" y="281"/>
                  </a:cubicBezTo>
                  <a:cubicBezTo>
                    <a:pt x="183" y="281"/>
                    <a:pt x="275" y="235"/>
                    <a:pt x="297" y="166"/>
                  </a:cubicBezTo>
                  <a:cubicBezTo>
                    <a:pt x="297" y="98"/>
                    <a:pt x="275" y="29"/>
                    <a:pt x="183" y="7"/>
                  </a:cubicBezTo>
                  <a:cubicBezTo>
                    <a:pt x="171" y="3"/>
                    <a:pt x="159" y="1"/>
                    <a:pt x="147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600" rIns="90000" bIns="126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76" name="Google Shape;2631;p14"/>
            <p:cNvSpPr/>
            <p:nvPr/>
          </p:nvSpPr>
          <p:spPr>
            <a:xfrm>
              <a:off x="8080920" y="416880"/>
              <a:ext cx="21240" cy="19800"/>
            </a:xfrm>
            <a:custGeom>
              <a:avLst/>
              <a:gdLst>
                <a:gd name="textAreaLeft" fmla="*/ 0 w 21240"/>
                <a:gd name="textAreaRight" fmla="*/ 22680 w 21240"/>
                <a:gd name="textAreaTop" fmla="*/ 0 h 19800"/>
                <a:gd name="textAreaBottom" fmla="*/ 21240 h 19800"/>
              </a:gdLst>
              <a:ahLst/>
              <a:cxnLst/>
              <a:rect l="textAreaLeft" t="textAreaTop" r="textAreaRight" b="textAreaBottom"/>
              <a:pathLst>
                <a:path w="252" h="236">
                  <a:moveTo>
                    <a:pt x="123" y="1"/>
                  </a:moveTo>
                  <a:cubicBezTo>
                    <a:pt x="69" y="1"/>
                    <a:pt x="23" y="38"/>
                    <a:pt x="23" y="76"/>
                  </a:cubicBezTo>
                  <a:cubicBezTo>
                    <a:pt x="0" y="144"/>
                    <a:pt x="46" y="212"/>
                    <a:pt x="92" y="235"/>
                  </a:cubicBezTo>
                  <a:cubicBezTo>
                    <a:pt x="160" y="235"/>
                    <a:pt x="229" y="212"/>
                    <a:pt x="252" y="144"/>
                  </a:cubicBezTo>
                  <a:cubicBezTo>
                    <a:pt x="252" y="76"/>
                    <a:pt x="229" y="30"/>
                    <a:pt x="160" y="7"/>
                  </a:cubicBezTo>
                  <a:cubicBezTo>
                    <a:pt x="148" y="3"/>
                    <a:pt x="135" y="1"/>
                    <a:pt x="123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440" rIns="90000" bIns="10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77" name="Google Shape;2632;p14"/>
            <p:cNvSpPr/>
            <p:nvPr/>
          </p:nvSpPr>
          <p:spPr>
            <a:xfrm>
              <a:off x="8394480" y="2635560"/>
              <a:ext cx="33480" cy="3024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30240"/>
                <a:gd name="textAreaBottom" fmla="*/ 31680 h 30240"/>
              </a:gdLst>
              <a:ahLst/>
              <a:cxnLst/>
              <a:rect l="textAreaLeft" t="textAreaTop" r="textAreaRight" b="textAreaBottom"/>
              <a:pathLst>
                <a:path w="389" h="352">
                  <a:moveTo>
                    <a:pt x="193" y="0"/>
                  </a:moveTo>
                  <a:cubicBezTo>
                    <a:pt x="115" y="0"/>
                    <a:pt x="43" y="62"/>
                    <a:pt x="24" y="142"/>
                  </a:cubicBezTo>
                  <a:cubicBezTo>
                    <a:pt x="1" y="233"/>
                    <a:pt x="69" y="324"/>
                    <a:pt x="161" y="347"/>
                  </a:cubicBezTo>
                  <a:cubicBezTo>
                    <a:pt x="170" y="350"/>
                    <a:pt x="179" y="352"/>
                    <a:pt x="190" y="352"/>
                  </a:cubicBezTo>
                  <a:cubicBezTo>
                    <a:pt x="257" y="352"/>
                    <a:pt x="346" y="290"/>
                    <a:pt x="366" y="210"/>
                  </a:cubicBezTo>
                  <a:cubicBezTo>
                    <a:pt x="389" y="119"/>
                    <a:pt x="320" y="28"/>
                    <a:pt x="229" y="5"/>
                  </a:cubicBezTo>
                  <a:cubicBezTo>
                    <a:pt x="217" y="2"/>
                    <a:pt x="205" y="0"/>
                    <a:pt x="193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840" rIns="90000" bIns="158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78" name="Google Shape;2633;p14"/>
            <p:cNvSpPr/>
            <p:nvPr/>
          </p:nvSpPr>
          <p:spPr>
            <a:xfrm>
              <a:off x="8689320" y="3079800"/>
              <a:ext cx="23400" cy="21600"/>
            </a:xfrm>
            <a:custGeom>
              <a:avLst/>
              <a:gdLst>
                <a:gd name="textAreaLeft" fmla="*/ 0 w 23400"/>
                <a:gd name="textAreaRight" fmla="*/ 24840 w 23400"/>
                <a:gd name="textAreaTop" fmla="*/ 0 h 21600"/>
                <a:gd name="textAreaBottom" fmla="*/ 23040 h 21600"/>
              </a:gdLst>
              <a:ahLst/>
              <a:cxnLst/>
              <a:rect l="textAreaLeft" t="textAreaTop" r="textAreaRight" b="textAreaBottom"/>
              <a:pathLst>
                <a:path w="275" h="258">
                  <a:moveTo>
                    <a:pt x="147" y="1"/>
                  </a:moveTo>
                  <a:cubicBezTo>
                    <a:pt x="92" y="1"/>
                    <a:pt x="42" y="42"/>
                    <a:pt x="23" y="98"/>
                  </a:cubicBezTo>
                  <a:cubicBezTo>
                    <a:pt x="1" y="167"/>
                    <a:pt x="46" y="235"/>
                    <a:pt x="115" y="258"/>
                  </a:cubicBezTo>
                  <a:cubicBezTo>
                    <a:pt x="183" y="258"/>
                    <a:pt x="252" y="235"/>
                    <a:pt x="252" y="167"/>
                  </a:cubicBezTo>
                  <a:cubicBezTo>
                    <a:pt x="274" y="98"/>
                    <a:pt x="229" y="30"/>
                    <a:pt x="183" y="7"/>
                  </a:cubicBezTo>
                  <a:cubicBezTo>
                    <a:pt x="171" y="3"/>
                    <a:pt x="159" y="1"/>
                    <a:pt x="147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520" rIns="90000" bIns="115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79" name="Google Shape;2634;p14"/>
            <p:cNvSpPr/>
            <p:nvPr/>
          </p:nvSpPr>
          <p:spPr>
            <a:xfrm>
              <a:off x="8259120" y="2434680"/>
              <a:ext cx="25200" cy="22320"/>
            </a:xfrm>
            <a:custGeom>
              <a:avLst/>
              <a:gdLst>
                <a:gd name="textAreaLeft" fmla="*/ 0 w 25200"/>
                <a:gd name="textAreaRight" fmla="*/ 26640 w 25200"/>
                <a:gd name="textAreaTop" fmla="*/ 0 h 22320"/>
                <a:gd name="textAreaBottom" fmla="*/ 23760 h 22320"/>
              </a:gdLst>
              <a:ahLst/>
              <a:cxnLst/>
              <a:rect l="textAreaLeft" t="textAreaTop" r="textAreaRight" b="textAreaBottom"/>
              <a:pathLst>
                <a:path w="297" h="264">
                  <a:moveTo>
                    <a:pt x="147" y="1"/>
                  </a:moveTo>
                  <a:cubicBezTo>
                    <a:pt x="92" y="1"/>
                    <a:pt x="42" y="42"/>
                    <a:pt x="23" y="98"/>
                  </a:cubicBezTo>
                  <a:cubicBezTo>
                    <a:pt x="0" y="167"/>
                    <a:pt x="46" y="235"/>
                    <a:pt x="114" y="258"/>
                  </a:cubicBezTo>
                  <a:cubicBezTo>
                    <a:pt x="127" y="262"/>
                    <a:pt x="139" y="264"/>
                    <a:pt x="151" y="264"/>
                  </a:cubicBezTo>
                  <a:cubicBezTo>
                    <a:pt x="206" y="264"/>
                    <a:pt x="255" y="223"/>
                    <a:pt x="274" y="167"/>
                  </a:cubicBezTo>
                  <a:cubicBezTo>
                    <a:pt x="297" y="98"/>
                    <a:pt x="251" y="30"/>
                    <a:pt x="183" y="7"/>
                  </a:cubicBezTo>
                  <a:cubicBezTo>
                    <a:pt x="171" y="3"/>
                    <a:pt x="159" y="1"/>
                    <a:pt x="147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880" rIns="90000" bIns="118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80" name="Google Shape;2635;p14"/>
            <p:cNvSpPr/>
            <p:nvPr/>
          </p:nvSpPr>
          <p:spPr>
            <a:xfrm>
              <a:off x="8701560" y="2973600"/>
              <a:ext cx="37440" cy="34200"/>
            </a:xfrm>
            <a:custGeom>
              <a:avLst/>
              <a:gdLst>
                <a:gd name="textAreaLeft" fmla="*/ 0 w 37440"/>
                <a:gd name="textAreaRight" fmla="*/ 38880 w 37440"/>
                <a:gd name="textAreaTop" fmla="*/ 0 h 34200"/>
                <a:gd name="textAreaBottom" fmla="*/ 35640 h 34200"/>
              </a:gdLst>
              <a:ahLst/>
              <a:cxnLst/>
              <a:rect l="textAreaLeft" t="textAreaTop" r="textAreaRight" b="textAreaBottom"/>
              <a:pathLst>
                <a:path w="435" h="398">
                  <a:moveTo>
                    <a:pt x="215" y="1"/>
                  </a:moveTo>
                  <a:cubicBezTo>
                    <a:pt x="132" y="1"/>
                    <a:pt x="43" y="65"/>
                    <a:pt x="23" y="165"/>
                  </a:cubicBezTo>
                  <a:cubicBezTo>
                    <a:pt x="1" y="256"/>
                    <a:pt x="69" y="370"/>
                    <a:pt x="160" y="393"/>
                  </a:cubicBezTo>
                  <a:cubicBezTo>
                    <a:pt x="175" y="396"/>
                    <a:pt x="190" y="397"/>
                    <a:pt x="204" y="397"/>
                  </a:cubicBezTo>
                  <a:cubicBezTo>
                    <a:pt x="298" y="397"/>
                    <a:pt x="372" y="335"/>
                    <a:pt x="411" y="256"/>
                  </a:cubicBezTo>
                  <a:cubicBezTo>
                    <a:pt x="434" y="142"/>
                    <a:pt x="366" y="51"/>
                    <a:pt x="252" y="5"/>
                  </a:cubicBezTo>
                  <a:cubicBezTo>
                    <a:pt x="240" y="2"/>
                    <a:pt x="228" y="1"/>
                    <a:pt x="215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7640" rIns="90000" bIns="176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81" name="Google Shape;2636;p14"/>
            <p:cNvSpPr/>
            <p:nvPr/>
          </p:nvSpPr>
          <p:spPr>
            <a:xfrm>
              <a:off x="8654760" y="2864880"/>
              <a:ext cx="25200" cy="23760"/>
            </a:xfrm>
            <a:custGeom>
              <a:avLst/>
              <a:gdLst>
                <a:gd name="textAreaLeft" fmla="*/ 0 w 25200"/>
                <a:gd name="textAreaRight" fmla="*/ 26640 w 25200"/>
                <a:gd name="textAreaTop" fmla="*/ 0 h 23760"/>
                <a:gd name="textAreaBottom" fmla="*/ 25200 h 23760"/>
              </a:gdLst>
              <a:ahLst/>
              <a:cxnLst/>
              <a:rect l="textAreaLeft" t="textAreaTop" r="textAreaRight" b="textAreaBottom"/>
              <a:pathLst>
                <a:path w="298" h="281">
                  <a:moveTo>
                    <a:pt x="147" y="0"/>
                  </a:moveTo>
                  <a:cubicBezTo>
                    <a:pt x="92" y="0"/>
                    <a:pt x="42" y="41"/>
                    <a:pt x="23" y="98"/>
                  </a:cubicBezTo>
                  <a:cubicBezTo>
                    <a:pt x="1" y="189"/>
                    <a:pt x="46" y="257"/>
                    <a:pt x="115" y="280"/>
                  </a:cubicBezTo>
                  <a:cubicBezTo>
                    <a:pt x="206" y="280"/>
                    <a:pt x="274" y="234"/>
                    <a:pt x="297" y="166"/>
                  </a:cubicBezTo>
                  <a:cubicBezTo>
                    <a:pt x="297" y="98"/>
                    <a:pt x="252" y="29"/>
                    <a:pt x="183" y="6"/>
                  </a:cubicBezTo>
                  <a:cubicBezTo>
                    <a:pt x="171" y="2"/>
                    <a:pt x="159" y="0"/>
                    <a:pt x="147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600" rIns="90000" bIns="126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82" name="Google Shape;2637;p14"/>
            <p:cNvSpPr/>
            <p:nvPr/>
          </p:nvSpPr>
          <p:spPr>
            <a:xfrm>
              <a:off x="8423280" y="2623320"/>
              <a:ext cx="29520" cy="26280"/>
            </a:xfrm>
            <a:custGeom>
              <a:avLst/>
              <a:gdLst>
                <a:gd name="textAreaLeft" fmla="*/ 0 w 29520"/>
                <a:gd name="textAreaRight" fmla="*/ 30960 w 29520"/>
                <a:gd name="textAreaTop" fmla="*/ 0 h 26280"/>
                <a:gd name="textAreaBottom" fmla="*/ 27720 h 26280"/>
              </a:gdLst>
              <a:ahLst/>
              <a:cxnLst/>
              <a:rect l="textAreaLeft" t="textAreaTop" r="textAreaRight" b="textAreaBottom"/>
              <a:pathLst>
                <a:path w="343" h="308">
                  <a:moveTo>
                    <a:pt x="177" y="0"/>
                  </a:moveTo>
                  <a:cubicBezTo>
                    <a:pt x="114" y="0"/>
                    <a:pt x="43" y="60"/>
                    <a:pt x="23" y="119"/>
                  </a:cubicBezTo>
                  <a:cubicBezTo>
                    <a:pt x="0" y="210"/>
                    <a:pt x="46" y="302"/>
                    <a:pt x="137" y="302"/>
                  </a:cubicBezTo>
                  <a:cubicBezTo>
                    <a:pt x="153" y="306"/>
                    <a:pt x="169" y="307"/>
                    <a:pt x="183" y="307"/>
                  </a:cubicBezTo>
                  <a:cubicBezTo>
                    <a:pt x="251" y="307"/>
                    <a:pt x="301" y="267"/>
                    <a:pt x="320" y="210"/>
                  </a:cubicBezTo>
                  <a:cubicBezTo>
                    <a:pt x="343" y="119"/>
                    <a:pt x="297" y="28"/>
                    <a:pt x="206" y="5"/>
                  </a:cubicBezTo>
                  <a:cubicBezTo>
                    <a:pt x="197" y="2"/>
                    <a:pt x="187" y="0"/>
                    <a:pt x="177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3680" rIns="90000" bIns="136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83" name="Google Shape;2638;p14"/>
            <p:cNvSpPr/>
            <p:nvPr/>
          </p:nvSpPr>
          <p:spPr>
            <a:xfrm>
              <a:off x="6104160" y="1144440"/>
              <a:ext cx="27360" cy="2592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25920"/>
                <a:gd name="textAreaBottom" fmla="*/ 27360 h 25920"/>
              </a:gdLst>
              <a:ahLst/>
              <a:cxnLst/>
              <a:rect l="textAreaLeft" t="textAreaTop" r="textAreaRight" b="textAreaBottom"/>
              <a:pathLst>
                <a:path w="320" h="303">
                  <a:moveTo>
                    <a:pt x="183" y="1"/>
                  </a:moveTo>
                  <a:cubicBezTo>
                    <a:pt x="114" y="1"/>
                    <a:pt x="46" y="47"/>
                    <a:pt x="23" y="115"/>
                  </a:cubicBezTo>
                  <a:cubicBezTo>
                    <a:pt x="0" y="184"/>
                    <a:pt x="46" y="275"/>
                    <a:pt x="114" y="298"/>
                  </a:cubicBezTo>
                  <a:cubicBezTo>
                    <a:pt x="126" y="301"/>
                    <a:pt x="138" y="302"/>
                    <a:pt x="150" y="302"/>
                  </a:cubicBezTo>
                  <a:cubicBezTo>
                    <a:pt x="223" y="302"/>
                    <a:pt x="277" y="243"/>
                    <a:pt x="297" y="184"/>
                  </a:cubicBezTo>
                  <a:cubicBezTo>
                    <a:pt x="320" y="115"/>
                    <a:pt x="274" y="24"/>
                    <a:pt x="183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3680" rIns="90000" bIns="136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84" name="Google Shape;2639;p14"/>
            <p:cNvSpPr/>
            <p:nvPr/>
          </p:nvSpPr>
          <p:spPr>
            <a:xfrm>
              <a:off x="6251760" y="3191760"/>
              <a:ext cx="39600" cy="35280"/>
            </a:xfrm>
            <a:custGeom>
              <a:avLst/>
              <a:gdLst>
                <a:gd name="textAreaLeft" fmla="*/ 0 w 39600"/>
                <a:gd name="textAreaRight" fmla="*/ 41040 w 39600"/>
                <a:gd name="textAreaTop" fmla="*/ 0 h 35280"/>
                <a:gd name="textAreaBottom" fmla="*/ 36720 h 35280"/>
              </a:gdLst>
              <a:ahLst/>
              <a:cxnLst/>
              <a:rect l="textAreaLeft" t="textAreaTop" r="textAreaRight" b="textAreaBottom"/>
              <a:pathLst>
                <a:path w="457" h="408">
                  <a:moveTo>
                    <a:pt x="202" y="1"/>
                  </a:moveTo>
                  <a:cubicBezTo>
                    <a:pt x="116" y="1"/>
                    <a:pt x="41" y="62"/>
                    <a:pt x="23" y="152"/>
                  </a:cubicBezTo>
                  <a:cubicBezTo>
                    <a:pt x="0" y="266"/>
                    <a:pt x="69" y="380"/>
                    <a:pt x="183" y="403"/>
                  </a:cubicBezTo>
                  <a:cubicBezTo>
                    <a:pt x="195" y="406"/>
                    <a:pt x="207" y="408"/>
                    <a:pt x="220" y="408"/>
                  </a:cubicBezTo>
                  <a:cubicBezTo>
                    <a:pt x="303" y="408"/>
                    <a:pt x="391" y="346"/>
                    <a:pt x="411" y="266"/>
                  </a:cubicBezTo>
                  <a:cubicBezTo>
                    <a:pt x="457" y="152"/>
                    <a:pt x="388" y="38"/>
                    <a:pt x="274" y="15"/>
                  </a:cubicBezTo>
                  <a:cubicBezTo>
                    <a:pt x="250" y="5"/>
                    <a:pt x="226" y="1"/>
                    <a:pt x="202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8360" rIns="90000" bIns="183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85" name="Google Shape;2640;p14"/>
            <p:cNvSpPr/>
            <p:nvPr/>
          </p:nvSpPr>
          <p:spPr>
            <a:xfrm>
              <a:off x="6270120" y="3143520"/>
              <a:ext cx="31320" cy="28440"/>
            </a:xfrm>
            <a:custGeom>
              <a:avLst/>
              <a:gdLst>
                <a:gd name="textAreaLeft" fmla="*/ 0 w 31320"/>
                <a:gd name="textAreaRight" fmla="*/ 32760 w 31320"/>
                <a:gd name="textAreaTop" fmla="*/ 0 h 28440"/>
                <a:gd name="textAreaBottom" fmla="*/ 29880 h 28440"/>
              </a:gdLst>
              <a:ahLst/>
              <a:cxnLst/>
              <a:rect l="textAreaLeft" t="textAreaTop" r="textAreaRight" b="textAreaBottom"/>
              <a:pathLst>
                <a:path w="367" h="332">
                  <a:moveTo>
                    <a:pt x="182" y="1"/>
                  </a:moveTo>
                  <a:cubicBezTo>
                    <a:pt x="109" y="1"/>
                    <a:pt x="43" y="45"/>
                    <a:pt x="24" y="121"/>
                  </a:cubicBezTo>
                  <a:cubicBezTo>
                    <a:pt x="1" y="212"/>
                    <a:pt x="47" y="303"/>
                    <a:pt x="138" y="326"/>
                  </a:cubicBezTo>
                  <a:cubicBezTo>
                    <a:pt x="154" y="330"/>
                    <a:pt x="169" y="332"/>
                    <a:pt x="184" y="332"/>
                  </a:cubicBezTo>
                  <a:cubicBezTo>
                    <a:pt x="258" y="332"/>
                    <a:pt x="324" y="288"/>
                    <a:pt x="343" y="212"/>
                  </a:cubicBezTo>
                  <a:cubicBezTo>
                    <a:pt x="366" y="121"/>
                    <a:pt x="320" y="29"/>
                    <a:pt x="229" y="6"/>
                  </a:cubicBezTo>
                  <a:cubicBezTo>
                    <a:pt x="213" y="3"/>
                    <a:pt x="198" y="1"/>
                    <a:pt x="182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4760" rIns="90000" bIns="147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86" name="Google Shape;2641;p14"/>
            <p:cNvSpPr/>
            <p:nvPr/>
          </p:nvSpPr>
          <p:spPr>
            <a:xfrm>
              <a:off x="6317280" y="3119400"/>
              <a:ext cx="25200" cy="23760"/>
            </a:xfrm>
            <a:custGeom>
              <a:avLst/>
              <a:gdLst>
                <a:gd name="textAreaLeft" fmla="*/ 0 w 25200"/>
                <a:gd name="textAreaRight" fmla="*/ 26640 w 25200"/>
                <a:gd name="textAreaTop" fmla="*/ 0 h 23760"/>
                <a:gd name="textAreaBottom" fmla="*/ 25200 h 23760"/>
              </a:gdLst>
              <a:ahLst/>
              <a:cxnLst/>
              <a:rect l="textAreaLeft" t="textAreaTop" r="textAreaRight" b="textAreaBottom"/>
              <a:pathLst>
                <a:path w="298" h="281">
                  <a:moveTo>
                    <a:pt x="183" y="1"/>
                  </a:moveTo>
                  <a:cubicBezTo>
                    <a:pt x="115" y="1"/>
                    <a:pt x="24" y="46"/>
                    <a:pt x="1" y="115"/>
                  </a:cubicBezTo>
                  <a:cubicBezTo>
                    <a:pt x="1" y="183"/>
                    <a:pt x="47" y="274"/>
                    <a:pt x="115" y="274"/>
                  </a:cubicBezTo>
                  <a:cubicBezTo>
                    <a:pt x="127" y="278"/>
                    <a:pt x="140" y="280"/>
                    <a:pt x="153" y="280"/>
                  </a:cubicBezTo>
                  <a:cubicBezTo>
                    <a:pt x="213" y="280"/>
                    <a:pt x="275" y="239"/>
                    <a:pt x="275" y="183"/>
                  </a:cubicBezTo>
                  <a:cubicBezTo>
                    <a:pt x="298" y="115"/>
                    <a:pt x="252" y="23"/>
                    <a:pt x="183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600" rIns="90000" bIns="126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87" name="Google Shape;2642;p14"/>
            <p:cNvSpPr/>
            <p:nvPr/>
          </p:nvSpPr>
          <p:spPr>
            <a:xfrm>
              <a:off x="6352200" y="3078360"/>
              <a:ext cx="27360" cy="2520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25200"/>
                <a:gd name="textAreaBottom" fmla="*/ 26640 h 25200"/>
              </a:gdLst>
              <a:ahLst/>
              <a:cxnLst/>
              <a:rect l="textAreaLeft" t="textAreaTop" r="textAreaRight" b="textAreaBottom"/>
              <a:pathLst>
                <a:path w="321" h="297">
                  <a:moveTo>
                    <a:pt x="184" y="0"/>
                  </a:moveTo>
                  <a:cubicBezTo>
                    <a:pt x="115" y="0"/>
                    <a:pt x="24" y="46"/>
                    <a:pt x="24" y="114"/>
                  </a:cubicBezTo>
                  <a:cubicBezTo>
                    <a:pt x="1" y="183"/>
                    <a:pt x="47" y="274"/>
                    <a:pt x="115" y="297"/>
                  </a:cubicBezTo>
                  <a:cubicBezTo>
                    <a:pt x="184" y="297"/>
                    <a:pt x="275" y="251"/>
                    <a:pt x="298" y="183"/>
                  </a:cubicBezTo>
                  <a:cubicBezTo>
                    <a:pt x="320" y="114"/>
                    <a:pt x="275" y="23"/>
                    <a:pt x="184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3320" rIns="90000" bIns="133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88" name="Google Shape;2643;p14"/>
            <p:cNvSpPr/>
            <p:nvPr/>
          </p:nvSpPr>
          <p:spPr>
            <a:xfrm>
              <a:off x="7065000" y="3665880"/>
              <a:ext cx="19080" cy="18360"/>
            </a:xfrm>
            <a:custGeom>
              <a:avLst/>
              <a:gdLst>
                <a:gd name="textAreaLeft" fmla="*/ 0 w 19080"/>
                <a:gd name="textAreaRight" fmla="*/ 20520 w 19080"/>
                <a:gd name="textAreaTop" fmla="*/ 0 h 18360"/>
                <a:gd name="textAreaBottom" fmla="*/ 19800 h 18360"/>
              </a:gdLst>
              <a:ahLst/>
              <a:cxnLst/>
              <a:rect l="textAreaLeft" t="textAreaTop" r="textAreaRight" b="textAreaBottom"/>
              <a:pathLst>
                <a:path w="229" h="219">
                  <a:moveTo>
                    <a:pt x="110" y="1"/>
                  </a:moveTo>
                  <a:cubicBezTo>
                    <a:pt x="69" y="1"/>
                    <a:pt x="23" y="38"/>
                    <a:pt x="23" y="75"/>
                  </a:cubicBezTo>
                  <a:cubicBezTo>
                    <a:pt x="0" y="144"/>
                    <a:pt x="46" y="189"/>
                    <a:pt x="91" y="212"/>
                  </a:cubicBezTo>
                  <a:cubicBezTo>
                    <a:pt x="100" y="217"/>
                    <a:pt x="109" y="218"/>
                    <a:pt x="118" y="218"/>
                  </a:cubicBezTo>
                  <a:cubicBezTo>
                    <a:pt x="160" y="218"/>
                    <a:pt x="206" y="181"/>
                    <a:pt x="206" y="144"/>
                  </a:cubicBezTo>
                  <a:cubicBezTo>
                    <a:pt x="228" y="75"/>
                    <a:pt x="206" y="30"/>
                    <a:pt x="137" y="7"/>
                  </a:cubicBezTo>
                  <a:cubicBezTo>
                    <a:pt x="129" y="3"/>
                    <a:pt x="120" y="1"/>
                    <a:pt x="110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720" rIns="90000" bIns="97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89" name="Google Shape;2644;p14"/>
            <p:cNvSpPr/>
            <p:nvPr/>
          </p:nvSpPr>
          <p:spPr>
            <a:xfrm>
              <a:off x="7831080" y="1686960"/>
              <a:ext cx="29520" cy="26280"/>
            </a:xfrm>
            <a:custGeom>
              <a:avLst/>
              <a:gdLst>
                <a:gd name="textAreaLeft" fmla="*/ 0 w 29520"/>
                <a:gd name="textAreaRight" fmla="*/ 30960 w 29520"/>
                <a:gd name="textAreaTop" fmla="*/ 0 h 26280"/>
                <a:gd name="textAreaBottom" fmla="*/ 27720 h 26280"/>
              </a:gdLst>
              <a:ahLst/>
              <a:cxnLst/>
              <a:rect l="textAreaLeft" t="textAreaTop" r="textAreaRight" b="textAreaBottom"/>
              <a:pathLst>
                <a:path w="344" h="308">
                  <a:moveTo>
                    <a:pt x="178" y="0"/>
                  </a:moveTo>
                  <a:cubicBezTo>
                    <a:pt x="114" y="0"/>
                    <a:pt x="43" y="60"/>
                    <a:pt x="24" y="119"/>
                  </a:cubicBezTo>
                  <a:cubicBezTo>
                    <a:pt x="1" y="210"/>
                    <a:pt x="46" y="301"/>
                    <a:pt x="138" y="301"/>
                  </a:cubicBezTo>
                  <a:cubicBezTo>
                    <a:pt x="154" y="305"/>
                    <a:pt x="169" y="307"/>
                    <a:pt x="184" y="307"/>
                  </a:cubicBezTo>
                  <a:cubicBezTo>
                    <a:pt x="252" y="307"/>
                    <a:pt x="302" y="266"/>
                    <a:pt x="320" y="210"/>
                  </a:cubicBezTo>
                  <a:cubicBezTo>
                    <a:pt x="343" y="119"/>
                    <a:pt x="297" y="28"/>
                    <a:pt x="206" y="5"/>
                  </a:cubicBezTo>
                  <a:cubicBezTo>
                    <a:pt x="197" y="2"/>
                    <a:pt x="187" y="0"/>
                    <a:pt x="178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3680" rIns="90000" bIns="136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90" name="Google Shape;2645;p14"/>
            <p:cNvSpPr/>
            <p:nvPr/>
          </p:nvSpPr>
          <p:spPr>
            <a:xfrm>
              <a:off x="7843320" y="1730160"/>
              <a:ext cx="23400" cy="20160"/>
            </a:xfrm>
            <a:custGeom>
              <a:avLst/>
              <a:gdLst>
                <a:gd name="textAreaLeft" fmla="*/ 0 w 23400"/>
                <a:gd name="textAreaRight" fmla="*/ 24840 w 23400"/>
                <a:gd name="textAreaTop" fmla="*/ 0 h 20160"/>
                <a:gd name="textAreaBottom" fmla="*/ 21600 h 20160"/>
              </a:gdLst>
              <a:ahLst/>
              <a:cxnLst/>
              <a:rect l="textAreaLeft" t="textAreaTop" r="textAreaRight" b="textAreaBottom"/>
              <a:pathLst>
                <a:path w="275" h="241">
                  <a:moveTo>
                    <a:pt x="147" y="0"/>
                  </a:moveTo>
                  <a:cubicBezTo>
                    <a:pt x="92" y="0"/>
                    <a:pt x="42" y="41"/>
                    <a:pt x="24" y="97"/>
                  </a:cubicBezTo>
                  <a:cubicBezTo>
                    <a:pt x="1" y="166"/>
                    <a:pt x="46" y="234"/>
                    <a:pt x="115" y="234"/>
                  </a:cubicBezTo>
                  <a:cubicBezTo>
                    <a:pt x="127" y="238"/>
                    <a:pt x="139" y="240"/>
                    <a:pt x="151" y="240"/>
                  </a:cubicBezTo>
                  <a:cubicBezTo>
                    <a:pt x="205" y="240"/>
                    <a:pt x="252" y="199"/>
                    <a:pt x="252" y="143"/>
                  </a:cubicBezTo>
                  <a:cubicBezTo>
                    <a:pt x="275" y="97"/>
                    <a:pt x="229" y="29"/>
                    <a:pt x="183" y="6"/>
                  </a:cubicBezTo>
                  <a:cubicBezTo>
                    <a:pt x="171" y="2"/>
                    <a:pt x="159" y="0"/>
                    <a:pt x="147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0" rIns="90000" bIns="108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91" name="Google Shape;2646;p14"/>
            <p:cNvSpPr/>
            <p:nvPr/>
          </p:nvSpPr>
          <p:spPr>
            <a:xfrm>
              <a:off x="7644600" y="1811160"/>
              <a:ext cx="39600" cy="35280"/>
            </a:xfrm>
            <a:custGeom>
              <a:avLst/>
              <a:gdLst>
                <a:gd name="textAreaLeft" fmla="*/ 0 w 39600"/>
                <a:gd name="textAreaRight" fmla="*/ 41040 w 39600"/>
                <a:gd name="textAreaTop" fmla="*/ 0 h 35280"/>
                <a:gd name="textAreaBottom" fmla="*/ 36720 h 35280"/>
              </a:gdLst>
              <a:ahLst/>
              <a:cxnLst/>
              <a:rect l="textAreaLeft" t="textAreaTop" r="textAreaRight" b="textAreaBottom"/>
              <a:pathLst>
                <a:path w="458" h="408">
                  <a:moveTo>
                    <a:pt x="214" y="1"/>
                  </a:moveTo>
                  <a:cubicBezTo>
                    <a:pt x="138" y="1"/>
                    <a:pt x="59" y="62"/>
                    <a:pt x="23" y="152"/>
                  </a:cubicBezTo>
                  <a:cubicBezTo>
                    <a:pt x="1" y="266"/>
                    <a:pt x="69" y="380"/>
                    <a:pt x="183" y="403"/>
                  </a:cubicBezTo>
                  <a:cubicBezTo>
                    <a:pt x="198" y="406"/>
                    <a:pt x="213" y="407"/>
                    <a:pt x="228" y="407"/>
                  </a:cubicBezTo>
                  <a:cubicBezTo>
                    <a:pt x="326" y="407"/>
                    <a:pt x="415" y="345"/>
                    <a:pt x="434" y="266"/>
                  </a:cubicBezTo>
                  <a:cubicBezTo>
                    <a:pt x="457" y="152"/>
                    <a:pt x="389" y="38"/>
                    <a:pt x="275" y="15"/>
                  </a:cubicBezTo>
                  <a:cubicBezTo>
                    <a:pt x="255" y="5"/>
                    <a:pt x="235" y="1"/>
                    <a:pt x="214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8360" rIns="90000" bIns="183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92" name="Google Shape;2647;p14"/>
            <p:cNvSpPr/>
            <p:nvPr/>
          </p:nvSpPr>
          <p:spPr>
            <a:xfrm>
              <a:off x="7749000" y="1740600"/>
              <a:ext cx="19080" cy="19080"/>
            </a:xfrm>
            <a:custGeom>
              <a:avLst/>
              <a:gdLst>
                <a:gd name="textAreaLeft" fmla="*/ 0 w 19080"/>
                <a:gd name="textAreaRight" fmla="*/ 20520 w 19080"/>
                <a:gd name="textAreaTop" fmla="*/ 0 h 19080"/>
                <a:gd name="textAreaBottom" fmla="*/ 20520 h 19080"/>
              </a:gdLst>
              <a:ahLst/>
              <a:cxnLst/>
              <a:rect l="textAreaLeft" t="textAreaTop" r="textAreaRight" b="textAreaBottom"/>
              <a:pathLst>
                <a:path w="229" h="229">
                  <a:moveTo>
                    <a:pt x="138" y="0"/>
                  </a:moveTo>
                  <a:cubicBezTo>
                    <a:pt x="69" y="0"/>
                    <a:pt x="24" y="23"/>
                    <a:pt x="1" y="91"/>
                  </a:cubicBezTo>
                  <a:cubicBezTo>
                    <a:pt x="1" y="137"/>
                    <a:pt x="24" y="206"/>
                    <a:pt x="92" y="228"/>
                  </a:cubicBezTo>
                  <a:cubicBezTo>
                    <a:pt x="138" y="228"/>
                    <a:pt x="206" y="206"/>
                    <a:pt x="206" y="137"/>
                  </a:cubicBezTo>
                  <a:cubicBezTo>
                    <a:pt x="229" y="91"/>
                    <a:pt x="206" y="23"/>
                    <a:pt x="138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080" rIns="9000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93" name="Google Shape;2648;p14"/>
            <p:cNvSpPr/>
            <p:nvPr/>
          </p:nvSpPr>
          <p:spPr>
            <a:xfrm>
              <a:off x="10051560" y="2301480"/>
              <a:ext cx="25200" cy="22320"/>
            </a:xfrm>
            <a:custGeom>
              <a:avLst/>
              <a:gdLst>
                <a:gd name="textAreaLeft" fmla="*/ 0 w 25200"/>
                <a:gd name="textAreaRight" fmla="*/ 26640 w 25200"/>
                <a:gd name="textAreaTop" fmla="*/ 0 h 22320"/>
                <a:gd name="textAreaBottom" fmla="*/ 23760 h 22320"/>
              </a:gdLst>
              <a:ahLst/>
              <a:cxnLst/>
              <a:rect l="textAreaLeft" t="textAreaTop" r="textAreaRight" b="textAreaBottom"/>
              <a:pathLst>
                <a:path w="298" h="264">
                  <a:moveTo>
                    <a:pt x="145" y="0"/>
                  </a:moveTo>
                  <a:cubicBezTo>
                    <a:pt x="85" y="0"/>
                    <a:pt x="23" y="41"/>
                    <a:pt x="23" y="98"/>
                  </a:cubicBezTo>
                  <a:cubicBezTo>
                    <a:pt x="0" y="166"/>
                    <a:pt x="46" y="257"/>
                    <a:pt x="115" y="257"/>
                  </a:cubicBezTo>
                  <a:cubicBezTo>
                    <a:pt x="127" y="261"/>
                    <a:pt x="140" y="263"/>
                    <a:pt x="152" y="263"/>
                  </a:cubicBezTo>
                  <a:cubicBezTo>
                    <a:pt x="212" y="263"/>
                    <a:pt x="274" y="222"/>
                    <a:pt x="274" y="166"/>
                  </a:cubicBezTo>
                  <a:cubicBezTo>
                    <a:pt x="297" y="98"/>
                    <a:pt x="251" y="6"/>
                    <a:pt x="183" y="6"/>
                  </a:cubicBezTo>
                  <a:cubicBezTo>
                    <a:pt x="171" y="2"/>
                    <a:pt x="158" y="0"/>
                    <a:pt x="145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880" rIns="90000" bIns="118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94" name="Google Shape;2649;p14"/>
            <p:cNvSpPr/>
            <p:nvPr/>
          </p:nvSpPr>
          <p:spPr>
            <a:xfrm>
              <a:off x="10131480" y="2186640"/>
              <a:ext cx="21240" cy="19800"/>
            </a:xfrm>
            <a:custGeom>
              <a:avLst/>
              <a:gdLst>
                <a:gd name="textAreaLeft" fmla="*/ 0 w 21240"/>
                <a:gd name="textAreaRight" fmla="*/ 22680 w 21240"/>
                <a:gd name="textAreaTop" fmla="*/ 0 h 19800"/>
                <a:gd name="textAreaBottom" fmla="*/ 21240 h 19800"/>
              </a:gdLst>
              <a:ahLst/>
              <a:cxnLst/>
              <a:rect l="textAreaLeft" t="textAreaTop" r="textAreaRight" b="textAreaBottom"/>
              <a:pathLst>
                <a:path w="252" h="236">
                  <a:moveTo>
                    <a:pt x="123" y="1"/>
                  </a:moveTo>
                  <a:cubicBezTo>
                    <a:pt x="69" y="1"/>
                    <a:pt x="23" y="38"/>
                    <a:pt x="23" y="76"/>
                  </a:cubicBezTo>
                  <a:cubicBezTo>
                    <a:pt x="1" y="144"/>
                    <a:pt x="46" y="212"/>
                    <a:pt x="92" y="235"/>
                  </a:cubicBezTo>
                  <a:cubicBezTo>
                    <a:pt x="160" y="235"/>
                    <a:pt x="229" y="212"/>
                    <a:pt x="252" y="144"/>
                  </a:cubicBezTo>
                  <a:cubicBezTo>
                    <a:pt x="252" y="76"/>
                    <a:pt x="229" y="7"/>
                    <a:pt x="160" y="7"/>
                  </a:cubicBezTo>
                  <a:cubicBezTo>
                    <a:pt x="148" y="3"/>
                    <a:pt x="135" y="1"/>
                    <a:pt x="123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440" rIns="90000" bIns="10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95" name="Google Shape;2650;p14"/>
            <p:cNvSpPr/>
            <p:nvPr/>
          </p:nvSpPr>
          <p:spPr>
            <a:xfrm>
              <a:off x="5821560" y="4731840"/>
              <a:ext cx="27360" cy="2376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23760"/>
                <a:gd name="textAreaBottom" fmla="*/ 25200 h 23760"/>
              </a:gdLst>
              <a:ahLst/>
              <a:cxnLst/>
              <a:rect l="textAreaLeft" t="textAreaTop" r="textAreaRight" b="textAreaBottom"/>
              <a:pathLst>
                <a:path w="320" h="279">
                  <a:moveTo>
                    <a:pt x="149" y="0"/>
                  </a:moveTo>
                  <a:cubicBezTo>
                    <a:pt x="101" y="0"/>
                    <a:pt x="56" y="38"/>
                    <a:pt x="23" y="87"/>
                  </a:cubicBezTo>
                  <a:cubicBezTo>
                    <a:pt x="0" y="156"/>
                    <a:pt x="23" y="224"/>
                    <a:pt x="91" y="270"/>
                  </a:cubicBezTo>
                  <a:cubicBezTo>
                    <a:pt x="109" y="276"/>
                    <a:pt x="127" y="278"/>
                    <a:pt x="146" y="278"/>
                  </a:cubicBezTo>
                  <a:cubicBezTo>
                    <a:pt x="201" y="278"/>
                    <a:pt x="257" y="253"/>
                    <a:pt x="274" y="201"/>
                  </a:cubicBezTo>
                  <a:cubicBezTo>
                    <a:pt x="320" y="133"/>
                    <a:pt x="274" y="42"/>
                    <a:pt x="206" y="19"/>
                  </a:cubicBezTo>
                  <a:cubicBezTo>
                    <a:pt x="186" y="6"/>
                    <a:pt x="167" y="0"/>
                    <a:pt x="149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600" rIns="90000" bIns="126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96" name="Google Shape;2651;p14"/>
            <p:cNvSpPr/>
            <p:nvPr/>
          </p:nvSpPr>
          <p:spPr>
            <a:xfrm>
              <a:off x="6602040" y="4626000"/>
              <a:ext cx="41760" cy="36000"/>
            </a:xfrm>
            <a:custGeom>
              <a:avLst/>
              <a:gdLst>
                <a:gd name="textAreaLeft" fmla="*/ 0 w 41760"/>
                <a:gd name="textAreaRight" fmla="*/ 43200 w 41760"/>
                <a:gd name="textAreaTop" fmla="*/ 0 h 36000"/>
                <a:gd name="textAreaBottom" fmla="*/ 37440 h 36000"/>
              </a:gdLst>
              <a:ahLst/>
              <a:cxnLst/>
              <a:rect l="textAreaLeft" t="textAreaTop" r="textAreaRight" b="textAreaBottom"/>
              <a:pathLst>
                <a:path w="480" h="416">
                  <a:moveTo>
                    <a:pt x="228" y="1"/>
                  </a:moveTo>
                  <a:cubicBezTo>
                    <a:pt x="160" y="1"/>
                    <a:pt x="93" y="47"/>
                    <a:pt x="46" y="124"/>
                  </a:cubicBezTo>
                  <a:cubicBezTo>
                    <a:pt x="1" y="215"/>
                    <a:pt x="46" y="352"/>
                    <a:pt x="160" y="398"/>
                  </a:cubicBezTo>
                  <a:cubicBezTo>
                    <a:pt x="185" y="410"/>
                    <a:pt x="211" y="416"/>
                    <a:pt x="237" y="416"/>
                  </a:cubicBezTo>
                  <a:cubicBezTo>
                    <a:pt x="310" y="416"/>
                    <a:pt x="384" y="374"/>
                    <a:pt x="434" y="307"/>
                  </a:cubicBezTo>
                  <a:cubicBezTo>
                    <a:pt x="480" y="193"/>
                    <a:pt x="434" y="78"/>
                    <a:pt x="320" y="33"/>
                  </a:cubicBezTo>
                  <a:cubicBezTo>
                    <a:pt x="291" y="11"/>
                    <a:pt x="259" y="1"/>
                    <a:pt x="228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8720" rIns="90000" bIns="187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97" name="Google Shape;2652;p14"/>
            <p:cNvSpPr/>
            <p:nvPr/>
          </p:nvSpPr>
          <p:spPr>
            <a:xfrm>
              <a:off x="6937920" y="5176440"/>
              <a:ext cx="33480" cy="2988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29880"/>
                <a:gd name="textAreaBottom" fmla="*/ 31320 h 29880"/>
              </a:gdLst>
              <a:ahLst/>
              <a:cxnLst/>
              <a:rect l="textAreaLeft" t="textAreaTop" r="textAreaRight" b="textAreaBottom"/>
              <a:pathLst>
                <a:path w="389" h="347">
                  <a:moveTo>
                    <a:pt x="195" y="1"/>
                  </a:moveTo>
                  <a:cubicBezTo>
                    <a:pt x="125" y="1"/>
                    <a:pt x="57" y="38"/>
                    <a:pt x="24" y="87"/>
                  </a:cubicBezTo>
                  <a:cubicBezTo>
                    <a:pt x="1" y="179"/>
                    <a:pt x="24" y="293"/>
                    <a:pt x="115" y="338"/>
                  </a:cubicBezTo>
                  <a:cubicBezTo>
                    <a:pt x="137" y="344"/>
                    <a:pt x="158" y="347"/>
                    <a:pt x="179" y="347"/>
                  </a:cubicBezTo>
                  <a:cubicBezTo>
                    <a:pt x="247" y="347"/>
                    <a:pt x="308" y="317"/>
                    <a:pt x="343" y="247"/>
                  </a:cubicBezTo>
                  <a:cubicBezTo>
                    <a:pt x="389" y="156"/>
                    <a:pt x="343" y="65"/>
                    <a:pt x="275" y="19"/>
                  </a:cubicBezTo>
                  <a:cubicBezTo>
                    <a:pt x="249" y="6"/>
                    <a:pt x="222" y="1"/>
                    <a:pt x="195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480" rIns="90000" bIns="154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98" name="Google Shape;2653;p14"/>
            <p:cNvSpPr/>
            <p:nvPr/>
          </p:nvSpPr>
          <p:spPr>
            <a:xfrm>
              <a:off x="6960600" y="5125320"/>
              <a:ext cx="37440" cy="32400"/>
            </a:xfrm>
            <a:custGeom>
              <a:avLst/>
              <a:gdLst>
                <a:gd name="textAreaLeft" fmla="*/ 0 w 37440"/>
                <a:gd name="textAreaRight" fmla="*/ 38880 w 37440"/>
                <a:gd name="textAreaTop" fmla="*/ 0 h 32400"/>
                <a:gd name="textAreaBottom" fmla="*/ 33840 h 32400"/>
              </a:gdLst>
              <a:ahLst/>
              <a:cxnLst/>
              <a:rect l="textAreaLeft" t="textAreaTop" r="textAreaRight" b="textAreaBottom"/>
              <a:pathLst>
                <a:path w="434" h="379">
                  <a:moveTo>
                    <a:pt x="220" y="0"/>
                  </a:moveTo>
                  <a:cubicBezTo>
                    <a:pt x="149" y="0"/>
                    <a:pt x="79" y="43"/>
                    <a:pt x="46" y="110"/>
                  </a:cubicBezTo>
                  <a:cubicBezTo>
                    <a:pt x="0" y="201"/>
                    <a:pt x="23" y="315"/>
                    <a:pt x="137" y="361"/>
                  </a:cubicBezTo>
                  <a:cubicBezTo>
                    <a:pt x="161" y="373"/>
                    <a:pt x="188" y="379"/>
                    <a:pt x="214" y="379"/>
                  </a:cubicBezTo>
                  <a:cubicBezTo>
                    <a:pt x="285" y="379"/>
                    <a:pt x="355" y="336"/>
                    <a:pt x="388" y="269"/>
                  </a:cubicBezTo>
                  <a:cubicBezTo>
                    <a:pt x="434" y="178"/>
                    <a:pt x="388" y="64"/>
                    <a:pt x="297" y="18"/>
                  </a:cubicBezTo>
                  <a:cubicBezTo>
                    <a:pt x="272" y="6"/>
                    <a:pt x="246" y="0"/>
                    <a:pt x="220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6920" rIns="90000" bIns="169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99" name="Google Shape;2654;p14"/>
            <p:cNvSpPr/>
            <p:nvPr/>
          </p:nvSpPr>
          <p:spPr>
            <a:xfrm>
              <a:off x="7011720" y="5162040"/>
              <a:ext cx="31320" cy="27000"/>
            </a:xfrm>
            <a:custGeom>
              <a:avLst/>
              <a:gdLst>
                <a:gd name="textAreaLeft" fmla="*/ 0 w 31320"/>
                <a:gd name="textAreaRight" fmla="*/ 32760 w 31320"/>
                <a:gd name="textAreaTop" fmla="*/ 0 h 27000"/>
                <a:gd name="textAreaBottom" fmla="*/ 28440 h 27000"/>
              </a:gdLst>
              <a:ahLst/>
              <a:cxnLst/>
              <a:rect l="textAreaLeft" t="textAreaTop" r="textAreaRight" b="textAreaBottom"/>
              <a:pathLst>
                <a:path w="366" h="316">
                  <a:moveTo>
                    <a:pt x="176" y="1"/>
                  </a:moveTo>
                  <a:cubicBezTo>
                    <a:pt x="113" y="1"/>
                    <a:pt x="56" y="38"/>
                    <a:pt x="23" y="88"/>
                  </a:cubicBezTo>
                  <a:cubicBezTo>
                    <a:pt x="1" y="179"/>
                    <a:pt x="23" y="270"/>
                    <a:pt x="115" y="293"/>
                  </a:cubicBezTo>
                  <a:cubicBezTo>
                    <a:pt x="138" y="308"/>
                    <a:pt x="163" y="316"/>
                    <a:pt x="188" y="316"/>
                  </a:cubicBezTo>
                  <a:cubicBezTo>
                    <a:pt x="239" y="316"/>
                    <a:pt x="290" y="285"/>
                    <a:pt x="320" y="225"/>
                  </a:cubicBezTo>
                  <a:cubicBezTo>
                    <a:pt x="366" y="156"/>
                    <a:pt x="320" y="65"/>
                    <a:pt x="252" y="19"/>
                  </a:cubicBezTo>
                  <a:cubicBezTo>
                    <a:pt x="226" y="6"/>
                    <a:pt x="201" y="1"/>
                    <a:pt x="176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4040" rIns="90000" bIns="140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00" name="Google Shape;2655;p14"/>
            <p:cNvSpPr/>
            <p:nvPr/>
          </p:nvSpPr>
          <p:spPr>
            <a:xfrm>
              <a:off x="8869680" y="5018760"/>
              <a:ext cx="33480" cy="2988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29880"/>
                <a:gd name="textAreaBottom" fmla="*/ 31320 h 29880"/>
              </a:gdLst>
              <a:ahLst/>
              <a:cxnLst/>
              <a:rect l="textAreaLeft" t="textAreaTop" r="textAreaRight" b="textAreaBottom"/>
              <a:pathLst>
                <a:path w="389" h="347">
                  <a:moveTo>
                    <a:pt x="199" y="0"/>
                  </a:moveTo>
                  <a:cubicBezTo>
                    <a:pt x="135" y="0"/>
                    <a:pt x="79" y="38"/>
                    <a:pt x="46" y="87"/>
                  </a:cubicBezTo>
                  <a:cubicBezTo>
                    <a:pt x="0" y="178"/>
                    <a:pt x="46" y="292"/>
                    <a:pt x="114" y="338"/>
                  </a:cubicBezTo>
                  <a:cubicBezTo>
                    <a:pt x="136" y="343"/>
                    <a:pt x="159" y="346"/>
                    <a:pt x="181" y="346"/>
                  </a:cubicBezTo>
                  <a:cubicBezTo>
                    <a:pt x="254" y="346"/>
                    <a:pt x="325" y="316"/>
                    <a:pt x="343" y="247"/>
                  </a:cubicBezTo>
                  <a:cubicBezTo>
                    <a:pt x="388" y="155"/>
                    <a:pt x="365" y="64"/>
                    <a:pt x="274" y="18"/>
                  </a:cubicBezTo>
                  <a:cubicBezTo>
                    <a:pt x="249" y="6"/>
                    <a:pt x="223" y="0"/>
                    <a:pt x="199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480" rIns="90000" bIns="154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01" name="Google Shape;2656;p14"/>
            <p:cNvSpPr/>
            <p:nvPr/>
          </p:nvSpPr>
          <p:spPr>
            <a:xfrm>
              <a:off x="6288480" y="4159080"/>
              <a:ext cx="25200" cy="20520"/>
            </a:xfrm>
            <a:custGeom>
              <a:avLst/>
              <a:gdLst>
                <a:gd name="textAreaLeft" fmla="*/ 0 w 25200"/>
                <a:gd name="textAreaRight" fmla="*/ 26640 w 25200"/>
                <a:gd name="textAreaTop" fmla="*/ 0 h 20520"/>
                <a:gd name="textAreaBottom" fmla="*/ 21960 h 20520"/>
              </a:gdLst>
              <a:ahLst/>
              <a:cxnLst/>
              <a:rect l="textAreaLeft" t="textAreaTop" r="textAreaRight" b="textAreaBottom"/>
              <a:pathLst>
                <a:path w="298" h="246">
                  <a:moveTo>
                    <a:pt x="155" y="0"/>
                  </a:moveTo>
                  <a:cubicBezTo>
                    <a:pt x="106" y="0"/>
                    <a:pt x="63" y="26"/>
                    <a:pt x="46" y="77"/>
                  </a:cubicBezTo>
                  <a:cubicBezTo>
                    <a:pt x="0" y="123"/>
                    <a:pt x="23" y="191"/>
                    <a:pt x="92" y="237"/>
                  </a:cubicBezTo>
                  <a:cubicBezTo>
                    <a:pt x="109" y="243"/>
                    <a:pt x="126" y="246"/>
                    <a:pt x="142" y="246"/>
                  </a:cubicBezTo>
                  <a:cubicBezTo>
                    <a:pt x="191" y="246"/>
                    <a:pt x="234" y="220"/>
                    <a:pt x="251" y="169"/>
                  </a:cubicBezTo>
                  <a:cubicBezTo>
                    <a:pt x="297" y="123"/>
                    <a:pt x="251" y="32"/>
                    <a:pt x="206" y="9"/>
                  </a:cubicBezTo>
                  <a:cubicBezTo>
                    <a:pt x="189" y="3"/>
                    <a:pt x="172" y="0"/>
                    <a:pt x="155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0" rIns="90000" bIns="108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02" name="Google Shape;2657;p14"/>
            <p:cNvSpPr/>
            <p:nvPr/>
          </p:nvSpPr>
          <p:spPr>
            <a:xfrm>
              <a:off x="5393520" y="4570200"/>
              <a:ext cx="27360" cy="2376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23760"/>
                <a:gd name="textAreaBottom" fmla="*/ 25200 h 23760"/>
              </a:gdLst>
              <a:ahLst/>
              <a:cxnLst/>
              <a:rect l="textAreaLeft" t="textAreaTop" r="textAreaRight" b="textAreaBottom"/>
              <a:pathLst>
                <a:path w="321" h="279">
                  <a:moveTo>
                    <a:pt x="168" y="0"/>
                  </a:moveTo>
                  <a:cubicBezTo>
                    <a:pt x="115" y="0"/>
                    <a:pt x="63" y="38"/>
                    <a:pt x="46" y="87"/>
                  </a:cubicBezTo>
                  <a:cubicBezTo>
                    <a:pt x="1" y="156"/>
                    <a:pt x="23" y="224"/>
                    <a:pt x="92" y="270"/>
                  </a:cubicBezTo>
                  <a:cubicBezTo>
                    <a:pt x="109" y="275"/>
                    <a:pt x="128" y="278"/>
                    <a:pt x="146" y="278"/>
                  </a:cubicBezTo>
                  <a:cubicBezTo>
                    <a:pt x="202" y="278"/>
                    <a:pt x="257" y="253"/>
                    <a:pt x="275" y="201"/>
                  </a:cubicBezTo>
                  <a:cubicBezTo>
                    <a:pt x="320" y="133"/>
                    <a:pt x="297" y="41"/>
                    <a:pt x="229" y="19"/>
                  </a:cubicBezTo>
                  <a:cubicBezTo>
                    <a:pt x="210" y="6"/>
                    <a:pt x="189" y="0"/>
                    <a:pt x="168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600" rIns="90000" bIns="126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03" name="Google Shape;2658;p14"/>
            <p:cNvSpPr/>
            <p:nvPr/>
          </p:nvSpPr>
          <p:spPr>
            <a:xfrm>
              <a:off x="5790960" y="3963600"/>
              <a:ext cx="39600" cy="34560"/>
            </a:xfrm>
            <a:custGeom>
              <a:avLst/>
              <a:gdLst>
                <a:gd name="textAreaLeft" fmla="*/ 0 w 39600"/>
                <a:gd name="textAreaRight" fmla="*/ 41040 w 39600"/>
                <a:gd name="textAreaTop" fmla="*/ 0 h 34560"/>
                <a:gd name="textAreaBottom" fmla="*/ 36000 h 34560"/>
              </a:gdLst>
              <a:ahLst/>
              <a:cxnLst/>
              <a:rect l="textAreaLeft" t="textAreaTop" r="textAreaRight" b="textAreaBottom"/>
              <a:pathLst>
                <a:path w="458" h="402">
                  <a:moveTo>
                    <a:pt x="240" y="0"/>
                  </a:moveTo>
                  <a:cubicBezTo>
                    <a:pt x="162" y="0"/>
                    <a:pt x="80" y="43"/>
                    <a:pt x="46" y="110"/>
                  </a:cubicBezTo>
                  <a:cubicBezTo>
                    <a:pt x="1" y="201"/>
                    <a:pt x="46" y="338"/>
                    <a:pt x="138" y="384"/>
                  </a:cubicBezTo>
                  <a:cubicBezTo>
                    <a:pt x="168" y="396"/>
                    <a:pt x="199" y="401"/>
                    <a:pt x="228" y="401"/>
                  </a:cubicBezTo>
                  <a:cubicBezTo>
                    <a:pt x="308" y="401"/>
                    <a:pt x="378" y="359"/>
                    <a:pt x="412" y="292"/>
                  </a:cubicBezTo>
                  <a:cubicBezTo>
                    <a:pt x="457" y="178"/>
                    <a:pt x="412" y="64"/>
                    <a:pt x="320" y="18"/>
                  </a:cubicBezTo>
                  <a:cubicBezTo>
                    <a:pt x="296" y="6"/>
                    <a:pt x="268" y="0"/>
                    <a:pt x="240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8000" rIns="90000" bIns="180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04" name="Google Shape;2659;p14"/>
            <p:cNvSpPr/>
            <p:nvPr/>
          </p:nvSpPr>
          <p:spPr>
            <a:xfrm>
              <a:off x="5555160" y="4815720"/>
              <a:ext cx="35640" cy="30600"/>
            </a:xfrm>
            <a:custGeom>
              <a:avLst/>
              <a:gdLst>
                <a:gd name="textAreaLeft" fmla="*/ 0 w 35640"/>
                <a:gd name="textAreaRight" fmla="*/ 37080 w 35640"/>
                <a:gd name="textAreaTop" fmla="*/ 0 h 30600"/>
                <a:gd name="textAreaBottom" fmla="*/ 32040 h 30600"/>
              </a:gdLst>
              <a:ahLst/>
              <a:cxnLst/>
              <a:rect l="textAreaLeft" t="textAreaTop" r="textAreaRight" b="textAreaBottom"/>
              <a:pathLst>
                <a:path w="412" h="357">
                  <a:moveTo>
                    <a:pt x="221" y="1"/>
                  </a:moveTo>
                  <a:cubicBezTo>
                    <a:pt x="150" y="1"/>
                    <a:pt x="80" y="43"/>
                    <a:pt x="47" y="110"/>
                  </a:cubicBezTo>
                  <a:cubicBezTo>
                    <a:pt x="1" y="178"/>
                    <a:pt x="47" y="293"/>
                    <a:pt x="138" y="338"/>
                  </a:cubicBezTo>
                  <a:cubicBezTo>
                    <a:pt x="162" y="350"/>
                    <a:pt x="188" y="356"/>
                    <a:pt x="214" y="356"/>
                  </a:cubicBezTo>
                  <a:cubicBezTo>
                    <a:pt x="284" y="356"/>
                    <a:pt x="349" y="314"/>
                    <a:pt x="366" y="247"/>
                  </a:cubicBezTo>
                  <a:cubicBezTo>
                    <a:pt x="412" y="178"/>
                    <a:pt x="389" y="64"/>
                    <a:pt x="298" y="19"/>
                  </a:cubicBezTo>
                  <a:cubicBezTo>
                    <a:pt x="273" y="6"/>
                    <a:pt x="247" y="1"/>
                    <a:pt x="221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840" rIns="90000" bIns="158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05" name="Google Shape;2660;p14"/>
            <p:cNvSpPr/>
            <p:nvPr/>
          </p:nvSpPr>
          <p:spPr>
            <a:xfrm>
              <a:off x="5569560" y="4645800"/>
              <a:ext cx="39600" cy="34560"/>
            </a:xfrm>
            <a:custGeom>
              <a:avLst/>
              <a:gdLst>
                <a:gd name="textAreaLeft" fmla="*/ 0 w 39600"/>
                <a:gd name="textAreaRight" fmla="*/ 41040 w 39600"/>
                <a:gd name="textAreaTop" fmla="*/ 0 h 34560"/>
                <a:gd name="textAreaBottom" fmla="*/ 36000 h 34560"/>
              </a:gdLst>
              <a:ahLst/>
              <a:cxnLst/>
              <a:rect l="textAreaLeft" t="textAreaTop" r="textAreaRight" b="textAreaBottom"/>
              <a:pathLst>
                <a:path w="458" h="402">
                  <a:moveTo>
                    <a:pt x="230" y="0"/>
                  </a:moveTo>
                  <a:cubicBezTo>
                    <a:pt x="150" y="0"/>
                    <a:pt x="80" y="43"/>
                    <a:pt x="46" y="109"/>
                  </a:cubicBezTo>
                  <a:cubicBezTo>
                    <a:pt x="1" y="201"/>
                    <a:pt x="46" y="338"/>
                    <a:pt x="138" y="383"/>
                  </a:cubicBezTo>
                  <a:cubicBezTo>
                    <a:pt x="162" y="396"/>
                    <a:pt x="190" y="401"/>
                    <a:pt x="218" y="401"/>
                  </a:cubicBezTo>
                  <a:cubicBezTo>
                    <a:pt x="296" y="401"/>
                    <a:pt x="378" y="359"/>
                    <a:pt x="411" y="292"/>
                  </a:cubicBezTo>
                  <a:cubicBezTo>
                    <a:pt x="457" y="178"/>
                    <a:pt x="411" y="64"/>
                    <a:pt x="320" y="18"/>
                  </a:cubicBezTo>
                  <a:cubicBezTo>
                    <a:pt x="290" y="6"/>
                    <a:pt x="259" y="0"/>
                    <a:pt x="230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8000" rIns="90000" bIns="180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06" name="Google Shape;2661;p14"/>
            <p:cNvSpPr/>
            <p:nvPr/>
          </p:nvSpPr>
          <p:spPr>
            <a:xfrm>
              <a:off x="5891400" y="4440600"/>
              <a:ext cx="33480" cy="2952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29520"/>
                <a:gd name="textAreaBottom" fmla="*/ 30960 h 29520"/>
              </a:gdLst>
              <a:ahLst/>
              <a:cxnLst/>
              <a:rect l="textAreaLeft" t="textAreaTop" r="textAreaRight" b="textAreaBottom"/>
              <a:pathLst>
                <a:path w="389" h="344">
                  <a:moveTo>
                    <a:pt x="172" y="1"/>
                  </a:moveTo>
                  <a:cubicBezTo>
                    <a:pt x="114" y="1"/>
                    <a:pt x="53" y="31"/>
                    <a:pt x="23" y="92"/>
                  </a:cubicBezTo>
                  <a:cubicBezTo>
                    <a:pt x="0" y="183"/>
                    <a:pt x="23" y="298"/>
                    <a:pt x="114" y="320"/>
                  </a:cubicBezTo>
                  <a:cubicBezTo>
                    <a:pt x="145" y="336"/>
                    <a:pt x="175" y="343"/>
                    <a:pt x="204" y="343"/>
                  </a:cubicBezTo>
                  <a:cubicBezTo>
                    <a:pt x="261" y="343"/>
                    <a:pt x="312" y="313"/>
                    <a:pt x="343" y="252"/>
                  </a:cubicBezTo>
                  <a:cubicBezTo>
                    <a:pt x="388" y="161"/>
                    <a:pt x="343" y="69"/>
                    <a:pt x="251" y="24"/>
                  </a:cubicBezTo>
                  <a:cubicBezTo>
                    <a:pt x="228" y="8"/>
                    <a:pt x="201" y="1"/>
                    <a:pt x="172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480" rIns="90000" bIns="154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07" name="Google Shape;2662;p14"/>
            <p:cNvSpPr/>
            <p:nvPr/>
          </p:nvSpPr>
          <p:spPr>
            <a:xfrm>
              <a:off x="5706720" y="4023000"/>
              <a:ext cx="33480" cy="2916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29160"/>
                <a:gd name="textAreaBottom" fmla="*/ 30600 h 29160"/>
              </a:gdLst>
              <a:ahLst/>
              <a:cxnLst/>
              <a:rect l="textAreaLeft" t="textAreaTop" r="textAreaRight" b="textAreaBottom"/>
              <a:pathLst>
                <a:path w="389" h="339">
                  <a:moveTo>
                    <a:pt x="186" y="1"/>
                  </a:moveTo>
                  <a:cubicBezTo>
                    <a:pt x="125" y="1"/>
                    <a:pt x="57" y="38"/>
                    <a:pt x="24" y="88"/>
                  </a:cubicBezTo>
                  <a:cubicBezTo>
                    <a:pt x="1" y="179"/>
                    <a:pt x="24" y="293"/>
                    <a:pt x="115" y="316"/>
                  </a:cubicBezTo>
                  <a:cubicBezTo>
                    <a:pt x="138" y="331"/>
                    <a:pt x="166" y="339"/>
                    <a:pt x="195" y="339"/>
                  </a:cubicBezTo>
                  <a:cubicBezTo>
                    <a:pt x="252" y="339"/>
                    <a:pt x="313" y="308"/>
                    <a:pt x="343" y="248"/>
                  </a:cubicBezTo>
                  <a:cubicBezTo>
                    <a:pt x="389" y="156"/>
                    <a:pt x="343" y="65"/>
                    <a:pt x="252" y="19"/>
                  </a:cubicBezTo>
                  <a:cubicBezTo>
                    <a:pt x="233" y="7"/>
                    <a:pt x="210" y="1"/>
                    <a:pt x="186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120" rIns="90000" bIns="151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08" name="Google Shape;2663;p14"/>
            <p:cNvSpPr/>
            <p:nvPr/>
          </p:nvSpPr>
          <p:spPr>
            <a:xfrm>
              <a:off x="6413400" y="3995280"/>
              <a:ext cx="25200" cy="21960"/>
            </a:xfrm>
            <a:custGeom>
              <a:avLst/>
              <a:gdLst>
                <a:gd name="textAreaLeft" fmla="*/ 0 w 25200"/>
                <a:gd name="textAreaRight" fmla="*/ 26640 w 25200"/>
                <a:gd name="textAreaTop" fmla="*/ 0 h 21960"/>
                <a:gd name="textAreaBottom" fmla="*/ 23400 h 21960"/>
              </a:gdLst>
              <a:ahLst/>
              <a:cxnLst/>
              <a:rect l="textAreaLeft" t="textAreaTop" r="textAreaRight" b="textAreaBottom"/>
              <a:pathLst>
                <a:path w="298" h="261">
                  <a:moveTo>
                    <a:pt x="155" y="0"/>
                  </a:moveTo>
                  <a:cubicBezTo>
                    <a:pt x="105" y="0"/>
                    <a:pt x="58" y="26"/>
                    <a:pt x="23" y="77"/>
                  </a:cubicBezTo>
                  <a:cubicBezTo>
                    <a:pt x="1" y="146"/>
                    <a:pt x="23" y="214"/>
                    <a:pt x="92" y="237"/>
                  </a:cubicBezTo>
                  <a:cubicBezTo>
                    <a:pt x="116" y="253"/>
                    <a:pt x="140" y="261"/>
                    <a:pt x="163" y="261"/>
                  </a:cubicBezTo>
                  <a:cubicBezTo>
                    <a:pt x="203" y="261"/>
                    <a:pt x="237" y="236"/>
                    <a:pt x="252" y="191"/>
                  </a:cubicBezTo>
                  <a:cubicBezTo>
                    <a:pt x="297" y="123"/>
                    <a:pt x="275" y="54"/>
                    <a:pt x="206" y="9"/>
                  </a:cubicBezTo>
                  <a:cubicBezTo>
                    <a:pt x="189" y="3"/>
                    <a:pt x="172" y="0"/>
                    <a:pt x="155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520" rIns="90000" bIns="115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09" name="Google Shape;2664;p14"/>
            <p:cNvSpPr/>
            <p:nvPr/>
          </p:nvSpPr>
          <p:spPr>
            <a:xfrm>
              <a:off x="5532840" y="4233960"/>
              <a:ext cx="37440" cy="32760"/>
            </a:xfrm>
            <a:custGeom>
              <a:avLst/>
              <a:gdLst>
                <a:gd name="textAreaLeft" fmla="*/ 0 w 37440"/>
                <a:gd name="textAreaRight" fmla="*/ 38880 w 37440"/>
                <a:gd name="textAreaTop" fmla="*/ 0 h 32760"/>
                <a:gd name="textAreaBottom" fmla="*/ 34200 h 32760"/>
              </a:gdLst>
              <a:ahLst/>
              <a:cxnLst/>
              <a:rect l="textAreaLeft" t="textAreaTop" r="textAreaRight" b="textAreaBottom"/>
              <a:pathLst>
                <a:path w="435" h="383">
                  <a:moveTo>
                    <a:pt x="207" y="0"/>
                  </a:moveTo>
                  <a:cubicBezTo>
                    <a:pt x="141" y="0"/>
                    <a:pt x="78" y="36"/>
                    <a:pt x="46" y="114"/>
                  </a:cubicBezTo>
                  <a:cubicBezTo>
                    <a:pt x="1" y="205"/>
                    <a:pt x="46" y="319"/>
                    <a:pt x="138" y="365"/>
                  </a:cubicBezTo>
                  <a:cubicBezTo>
                    <a:pt x="162" y="377"/>
                    <a:pt x="188" y="383"/>
                    <a:pt x="214" y="383"/>
                  </a:cubicBezTo>
                  <a:cubicBezTo>
                    <a:pt x="285" y="383"/>
                    <a:pt x="355" y="340"/>
                    <a:pt x="389" y="273"/>
                  </a:cubicBezTo>
                  <a:cubicBezTo>
                    <a:pt x="434" y="182"/>
                    <a:pt x="412" y="68"/>
                    <a:pt x="298" y="22"/>
                  </a:cubicBezTo>
                  <a:cubicBezTo>
                    <a:pt x="269" y="8"/>
                    <a:pt x="237" y="0"/>
                    <a:pt x="207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6920" rIns="90000" bIns="169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10" name="Google Shape;2665;p14"/>
            <p:cNvSpPr/>
            <p:nvPr/>
          </p:nvSpPr>
          <p:spPr>
            <a:xfrm>
              <a:off x="6268320" y="4127040"/>
              <a:ext cx="27360" cy="2412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24120"/>
                <a:gd name="textAreaBottom" fmla="*/ 25560 h 24120"/>
              </a:gdLst>
              <a:ahLst/>
              <a:cxnLst/>
              <a:rect l="textAreaLeft" t="textAreaTop" r="textAreaRight" b="textAreaBottom"/>
              <a:pathLst>
                <a:path w="320" h="285">
                  <a:moveTo>
                    <a:pt x="150" y="1"/>
                  </a:moveTo>
                  <a:cubicBezTo>
                    <a:pt x="101" y="1"/>
                    <a:pt x="52" y="26"/>
                    <a:pt x="23" y="70"/>
                  </a:cubicBezTo>
                  <a:cubicBezTo>
                    <a:pt x="0" y="161"/>
                    <a:pt x="23" y="230"/>
                    <a:pt x="91" y="275"/>
                  </a:cubicBezTo>
                  <a:cubicBezTo>
                    <a:pt x="108" y="281"/>
                    <a:pt x="127" y="284"/>
                    <a:pt x="146" y="284"/>
                  </a:cubicBezTo>
                  <a:cubicBezTo>
                    <a:pt x="203" y="284"/>
                    <a:pt x="263" y="258"/>
                    <a:pt x="297" y="207"/>
                  </a:cubicBezTo>
                  <a:cubicBezTo>
                    <a:pt x="320" y="139"/>
                    <a:pt x="297" y="47"/>
                    <a:pt x="228" y="24"/>
                  </a:cubicBezTo>
                  <a:cubicBezTo>
                    <a:pt x="204" y="8"/>
                    <a:pt x="177" y="1"/>
                    <a:pt x="150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600" rIns="90000" bIns="126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11" name="Google Shape;2666;p14"/>
            <p:cNvSpPr/>
            <p:nvPr/>
          </p:nvSpPr>
          <p:spPr>
            <a:xfrm>
              <a:off x="10170360" y="4932360"/>
              <a:ext cx="37440" cy="31320"/>
            </a:xfrm>
            <a:custGeom>
              <a:avLst/>
              <a:gdLst>
                <a:gd name="textAreaLeft" fmla="*/ 0 w 37440"/>
                <a:gd name="textAreaRight" fmla="*/ 38880 w 37440"/>
                <a:gd name="textAreaTop" fmla="*/ 0 h 31320"/>
                <a:gd name="textAreaBottom" fmla="*/ 32760 h 31320"/>
              </a:gdLst>
              <a:ahLst/>
              <a:cxnLst/>
              <a:rect l="textAreaLeft" t="textAreaTop" r="textAreaRight" b="textAreaBottom"/>
              <a:pathLst>
                <a:path w="434" h="367">
                  <a:moveTo>
                    <a:pt x="201" y="1"/>
                  </a:moveTo>
                  <a:cubicBezTo>
                    <a:pt x="137" y="1"/>
                    <a:pt x="76" y="31"/>
                    <a:pt x="46" y="92"/>
                  </a:cubicBezTo>
                  <a:cubicBezTo>
                    <a:pt x="0" y="184"/>
                    <a:pt x="23" y="298"/>
                    <a:pt x="137" y="343"/>
                  </a:cubicBezTo>
                  <a:cubicBezTo>
                    <a:pt x="168" y="358"/>
                    <a:pt x="201" y="366"/>
                    <a:pt x="233" y="366"/>
                  </a:cubicBezTo>
                  <a:cubicBezTo>
                    <a:pt x="297" y="366"/>
                    <a:pt x="358" y="336"/>
                    <a:pt x="388" y="275"/>
                  </a:cubicBezTo>
                  <a:cubicBezTo>
                    <a:pt x="434" y="161"/>
                    <a:pt x="388" y="69"/>
                    <a:pt x="297" y="24"/>
                  </a:cubicBezTo>
                  <a:cubicBezTo>
                    <a:pt x="267" y="9"/>
                    <a:pt x="234" y="1"/>
                    <a:pt x="201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6200" rIns="90000" bIns="162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12" name="Google Shape;2667;p14"/>
            <p:cNvSpPr/>
            <p:nvPr/>
          </p:nvSpPr>
          <p:spPr>
            <a:xfrm>
              <a:off x="5348520" y="4744080"/>
              <a:ext cx="41760" cy="34920"/>
            </a:xfrm>
            <a:custGeom>
              <a:avLst/>
              <a:gdLst>
                <a:gd name="textAreaLeft" fmla="*/ 0 w 41760"/>
                <a:gd name="textAreaRight" fmla="*/ 43200 w 41760"/>
                <a:gd name="textAreaTop" fmla="*/ 0 h 34920"/>
                <a:gd name="textAreaBottom" fmla="*/ 36360 h 34920"/>
              </a:gdLst>
              <a:ahLst/>
              <a:cxnLst/>
              <a:rect l="textAreaLeft" t="textAreaTop" r="textAreaRight" b="textAreaBottom"/>
              <a:pathLst>
                <a:path w="480" h="407">
                  <a:moveTo>
                    <a:pt x="252" y="1"/>
                  </a:moveTo>
                  <a:cubicBezTo>
                    <a:pt x="171" y="1"/>
                    <a:pt x="96" y="43"/>
                    <a:pt x="46" y="110"/>
                  </a:cubicBezTo>
                  <a:cubicBezTo>
                    <a:pt x="0" y="224"/>
                    <a:pt x="46" y="338"/>
                    <a:pt x="160" y="384"/>
                  </a:cubicBezTo>
                  <a:cubicBezTo>
                    <a:pt x="189" y="398"/>
                    <a:pt x="223" y="406"/>
                    <a:pt x="256" y="406"/>
                  </a:cubicBezTo>
                  <a:cubicBezTo>
                    <a:pt x="329" y="406"/>
                    <a:pt x="403" y="371"/>
                    <a:pt x="434" y="293"/>
                  </a:cubicBezTo>
                  <a:cubicBezTo>
                    <a:pt x="480" y="201"/>
                    <a:pt x="434" y="64"/>
                    <a:pt x="343" y="19"/>
                  </a:cubicBezTo>
                  <a:cubicBezTo>
                    <a:pt x="312" y="7"/>
                    <a:pt x="282" y="1"/>
                    <a:pt x="252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8000" rIns="90000" bIns="180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13" name="Google Shape;2668;p14"/>
            <p:cNvSpPr/>
            <p:nvPr/>
          </p:nvSpPr>
          <p:spPr>
            <a:xfrm>
              <a:off x="5469120" y="4821480"/>
              <a:ext cx="27360" cy="1908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19080"/>
                <a:gd name="textAreaBottom" fmla="*/ 20520 h 19080"/>
              </a:gdLst>
              <a:ahLst/>
              <a:cxnLst/>
              <a:rect l="textAreaLeft" t="textAreaTop" r="textAreaRight" b="textAreaBottom"/>
              <a:pathLst>
                <a:path w="320" h="229">
                  <a:moveTo>
                    <a:pt x="127" y="0"/>
                  </a:moveTo>
                  <a:cubicBezTo>
                    <a:pt x="71" y="0"/>
                    <a:pt x="15" y="31"/>
                    <a:pt x="0" y="92"/>
                  </a:cubicBezTo>
                  <a:lnTo>
                    <a:pt x="297" y="229"/>
                  </a:lnTo>
                  <a:cubicBezTo>
                    <a:pt x="320" y="160"/>
                    <a:pt x="297" y="46"/>
                    <a:pt x="206" y="23"/>
                  </a:cubicBezTo>
                  <a:cubicBezTo>
                    <a:pt x="183" y="8"/>
                    <a:pt x="155" y="0"/>
                    <a:pt x="127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080" rIns="9000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14" name="Google Shape;2669;p14"/>
            <p:cNvSpPr/>
            <p:nvPr/>
          </p:nvSpPr>
          <p:spPr>
            <a:xfrm>
              <a:off x="5309280" y="2837160"/>
              <a:ext cx="35640" cy="31680"/>
            </a:xfrm>
            <a:custGeom>
              <a:avLst/>
              <a:gdLst>
                <a:gd name="textAreaLeft" fmla="*/ 0 w 35640"/>
                <a:gd name="textAreaRight" fmla="*/ 37080 w 35640"/>
                <a:gd name="textAreaTop" fmla="*/ 0 h 31680"/>
                <a:gd name="textAreaBottom" fmla="*/ 33120 h 31680"/>
              </a:gdLst>
              <a:ahLst/>
              <a:cxnLst/>
              <a:rect l="textAreaLeft" t="textAreaTop" r="textAreaRight" b="textAreaBottom"/>
              <a:pathLst>
                <a:path w="412" h="370">
                  <a:moveTo>
                    <a:pt x="221" y="1"/>
                  </a:moveTo>
                  <a:cubicBezTo>
                    <a:pt x="150" y="1"/>
                    <a:pt x="80" y="43"/>
                    <a:pt x="46" y="110"/>
                  </a:cubicBezTo>
                  <a:cubicBezTo>
                    <a:pt x="1" y="201"/>
                    <a:pt x="46" y="315"/>
                    <a:pt x="138" y="361"/>
                  </a:cubicBezTo>
                  <a:cubicBezTo>
                    <a:pt x="159" y="366"/>
                    <a:pt x="181" y="369"/>
                    <a:pt x="202" y="369"/>
                  </a:cubicBezTo>
                  <a:cubicBezTo>
                    <a:pt x="270" y="369"/>
                    <a:pt x="331" y="339"/>
                    <a:pt x="366" y="270"/>
                  </a:cubicBezTo>
                  <a:cubicBezTo>
                    <a:pt x="412" y="178"/>
                    <a:pt x="389" y="64"/>
                    <a:pt x="298" y="18"/>
                  </a:cubicBezTo>
                  <a:cubicBezTo>
                    <a:pt x="273" y="6"/>
                    <a:pt x="247" y="1"/>
                    <a:pt x="221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6560" rIns="90000" bIns="165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15" name="Google Shape;2670;p14"/>
            <p:cNvSpPr/>
            <p:nvPr/>
          </p:nvSpPr>
          <p:spPr>
            <a:xfrm>
              <a:off x="5379120" y="2790000"/>
              <a:ext cx="37440" cy="31680"/>
            </a:xfrm>
            <a:custGeom>
              <a:avLst/>
              <a:gdLst>
                <a:gd name="textAreaLeft" fmla="*/ 0 w 37440"/>
                <a:gd name="textAreaRight" fmla="*/ 38880 w 37440"/>
                <a:gd name="textAreaTop" fmla="*/ 0 h 31680"/>
                <a:gd name="textAreaBottom" fmla="*/ 33120 h 31680"/>
              </a:gdLst>
              <a:ahLst/>
              <a:cxnLst/>
              <a:rect l="textAreaLeft" t="textAreaTop" r="textAreaRight" b="textAreaBottom"/>
              <a:pathLst>
                <a:path w="435" h="370">
                  <a:moveTo>
                    <a:pt x="221" y="1"/>
                  </a:moveTo>
                  <a:cubicBezTo>
                    <a:pt x="150" y="1"/>
                    <a:pt x="80" y="43"/>
                    <a:pt x="47" y="110"/>
                  </a:cubicBezTo>
                  <a:cubicBezTo>
                    <a:pt x="1" y="201"/>
                    <a:pt x="47" y="315"/>
                    <a:pt x="138" y="361"/>
                  </a:cubicBezTo>
                  <a:cubicBezTo>
                    <a:pt x="159" y="366"/>
                    <a:pt x="182" y="369"/>
                    <a:pt x="205" y="369"/>
                  </a:cubicBezTo>
                  <a:cubicBezTo>
                    <a:pt x="279" y="369"/>
                    <a:pt x="354" y="339"/>
                    <a:pt x="389" y="270"/>
                  </a:cubicBezTo>
                  <a:cubicBezTo>
                    <a:pt x="435" y="178"/>
                    <a:pt x="389" y="64"/>
                    <a:pt x="298" y="19"/>
                  </a:cubicBezTo>
                  <a:cubicBezTo>
                    <a:pt x="273" y="6"/>
                    <a:pt x="247" y="1"/>
                    <a:pt x="221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6560" rIns="90000" bIns="165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16" name="Google Shape;2671;p14"/>
            <p:cNvSpPr/>
            <p:nvPr/>
          </p:nvSpPr>
          <p:spPr>
            <a:xfrm>
              <a:off x="4899600" y="3245760"/>
              <a:ext cx="29520" cy="25920"/>
            </a:xfrm>
            <a:custGeom>
              <a:avLst/>
              <a:gdLst>
                <a:gd name="textAreaLeft" fmla="*/ 0 w 29520"/>
                <a:gd name="textAreaRight" fmla="*/ 30960 w 29520"/>
                <a:gd name="textAreaTop" fmla="*/ 0 h 25920"/>
                <a:gd name="textAreaBottom" fmla="*/ 27360 h 25920"/>
              </a:gdLst>
              <a:ahLst/>
              <a:cxnLst/>
              <a:rect l="textAreaLeft" t="textAreaTop" r="textAreaRight" b="textAreaBottom"/>
              <a:pathLst>
                <a:path w="344" h="306">
                  <a:moveTo>
                    <a:pt x="174" y="0"/>
                  </a:moveTo>
                  <a:cubicBezTo>
                    <a:pt x="118" y="0"/>
                    <a:pt x="58" y="26"/>
                    <a:pt x="24" y="77"/>
                  </a:cubicBezTo>
                  <a:cubicBezTo>
                    <a:pt x="1" y="168"/>
                    <a:pt x="24" y="260"/>
                    <a:pt x="92" y="283"/>
                  </a:cubicBezTo>
                  <a:cubicBezTo>
                    <a:pt x="122" y="298"/>
                    <a:pt x="153" y="305"/>
                    <a:pt x="181" y="305"/>
                  </a:cubicBezTo>
                  <a:cubicBezTo>
                    <a:pt x="237" y="305"/>
                    <a:pt x="282" y="275"/>
                    <a:pt x="297" y="214"/>
                  </a:cubicBezTo>
                  <a:cubicBezTo>
                    <a:pt x="343" y="146"/>
                    <a:pt x="297" y="54"/>
                    <a:pt x="229" y="9"/>
                  </a:cubicBezTo>
                  <a:cubicBezTo>
                    <a:pt x="212" y="3"/>
                    <a:pt x="193" y="0"/>
                    <a:pt x="174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3680" rIns="90000" bIns="136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17" name="Google Shape;2672;p14"/>
            <p:cNvSpPr/>
            <p:nvPr/>
          </p:nvSpPr>
          <p:spPr>
            <a:xfrm>
              <a:off x="5456880" y="2590200"/>
              <a:ext cx="31320" cy="26640"/>
            </a:xfrm>
            <a:custGeom>
              <a:avLst/>
              <a:gdLst>
                <a:gd name="textAreaLeft" fmla="*/ 0 w 31320"/>
                <a:gd name="textAreaRight" fmla="*/ 32760 w 31320"/>
                <a:gd name="textAreaTop" fmla="*/ 0 h 26640"/>
                <a:gd name="textAreaBottom" fmla="*/ 28080 h 26640"/>
              </a:gdLst>
              <a:ahLst/>
              <a:cxnLst/>
              <a:rect l="textAreaLeft" t="textAreaTop" r="textAreaRight" b="textAreaBottom"/>
              <a:pathLst>
                <a:path w="366" h="314">
                  <a:moveTo>
                    <a:pt x="197" y="0"/>
                  </a:moveTo>
                  <a:cubicBezTo>
                    <a:pt x="140" y="0"/>
                    <a:pt x="80" y="26"/>
                    <a:pt x="46" y="77"/>
                  </a:cubicBezTo>
                  <a:cubicBezTo>
                    <a:pt x="0" y="168"/>
                    <a:pt x="46" y="260"/>
                    <a:pt x="114" y="305"/>
                  </a:cubicBezTo>
                  <a:cubicBezTo>
                    <a:pt x="131" y="311"/>
                    <a:pt x="149" y="314"/>
                    <a:pt x="169" y="314"/>
                  </a:cubicBezTo>
                  <a:cubicBezTo>
                    <a:pt x="232" y="314"/>
                    <a:pt x="302" y="284"/>
                    <a:pt x="320" y="214"/>
                  </a:cubicBezTo>
                  <a:cubicBezTo>
                    <a:pt x="365" y="146"/>
                    <a:pt x="320" y="54"/>
                    <a:pt x="251" y="9"/>
                  </a:cubicBezTo>
                  <a:cubicBezTo>
                    <a:pt x="234" y="3"/>
                    <a:pt x="216" y="0"/>
                    <a:pt x="197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4040" rIns="90000" bIns="140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18" name="Google Shape;2673;p14"/>
            <p:cNvSpPr/>
            <p:nvPr/>
          </p:nvSpPr>
          <p:spPr>
            <a:xfrm>
              <a:off x="4914000" y="4147920"/>
              <a:ext cx="39600" cy="34920"/>
            </a:xfrm>
            <a:custGeom>
              <a:avLst/>
              <a:gdLst>
                <a:gd name="textAreaLeft" fmla="*/ 0 w 39600"/>
                <a:gd name="textAreaRight" fmla="*/ 41040 w 39600"/>
                <a:gd name="textAreaTop" fmla="*/ 0 h 34920"/>
                <a:gd name="textAreaBottom" fmla="*/ 36360 h 34920"/>
              </a:gdLst>
              <a:ahLst/>
              <a:cxnLst/>
              <a:rect l="textAreaLeft" t="textAreaTop" r="textAreaRight" b="textAreaBottom"/>
              <a:pathLst>
                <a:path w="458" h="406">
                  <a:moveTo>
                    <a:pt x="239" y="1"/>
                  </a:moveTo>
                  <a:cubicBezTo>
                    <a:pt x="162" y="1"/>
                    <a:pt x="80" y="43"/>
                    <a:pt x="46" y="110"/>
                  </a:cubicBezTo>
                  <a:cubicBezTo>
                    <a:pt x="1" y="224"/>
                    <a:pt x="46" y="338"/>
                    <a:pt x="137" y="384"/>
                  </a:cubicBezTo>
                  <a:cubicBezTo>
                    <a:pt x="174" y="398"/>
                    <a:pt x="210" y="406"/>
                    <a:pt x="244" y="406"/>
                  </a:cubicBezTo>
                  <a:cubicBezTo>
                    <a:pt x="317" y="406"/>
                    <a:pt x="380" y="371"/>
                    <a:pt x="411" y="293"/>
                  </a:cubicBezTo>
                  <a:cubicBezTo>
                    <a:pt x="457" y="201"/>
                    <a:pt x="411" y="64"/>
                    <a:pt x="320" y="19"/>
                  </a:cubicBezTo>
                  <a:cubicBezTo>
                    <a:pt x="296" y="6"/>
                    <a:pt x="268" y="1"/>
                    <a:pt x="239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8000" rIns="90000" bIns="180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19" name="Google Shape;2674;p14"/>
            <p:cNvSpPr/>
            <p:nvPr/>
          </p:nvSpPr>
          <p:spPr>
            <a:xfrm>
              <a:off x="5680080" y="3492720"/>
              <a:ext cx="35640" cy="30600"/>
            </a:xfrm>
            <a:custGeom>
              <a:avLst/>
              <a:gdLst>
                <a:gd name="textAreaLeft" fmla="*/ 0 w 35640"/>
                <a:gd name="textAreaRight" fmla="*/ 37080 w 35640"/>
                <a:gd name="textAreaTop" fmla="*/ 0 h 30600"/>
                <a:gd name="textAreaBottom" fmla="*/ 32040 h 30600"/>
              </a:gdLst>
              <a:ahLst/>
              <a:cxnLst/>
              <a:rect l="textAreaLeft" t="textAreaTop" r="textAreaRight" b="textAreaBottom"/>
              <a:pathLst>
                <a:path w="412" h="357">
                  <a:moveTo>
                    <a:pt x="202" y="1"/>
                  </a:moveTo>
                  <a:cubicBezTo>
                    <a:pt x="137" y="1"/>
                    <a:pt x="79" y="43"/>
                    <a:pt x="46" y="110"/>
                  </a:cubicBezTo>
                  <a:cubicBezTo>
                    <a:pt x="0" y="178"/>
                    <a:pt x="46" y="292"/>
                    <a:pt x="114" y="338"/>
                  </a:cubicBezTo>
                  <a:cubicBezTo>
                    <a:pt x="139" y="350"/>
                    <a:pt x="165" y="356"/>
                    <a:pt x="191" y="356"/>
                  </a:cubicBezTo>
                  <a:cubicBezTo>
                    <a:pt x="262" y="356"/>
                    <a:pt x="332" y="314"/>
                    <a:pt x="365" y="247"/>
                  </a:cubicBezTo>
                  <a:cubicBezTo>
                    <a:pt x="411" y="156"/>
                    <a:pt x="365" y="64"/>
                    <a:pt x="274" y="19"/>
                  </a:cubicBezTo>
                  <a:cubicBezTo>
                    <a:pt x="250" y="6"/>
                    <a:pt x="225" y="1"/>
                    <a:pt x="202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840" rIns="90000" bIns="158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20" name="Google Shape;2675;p14"/>
            <p:cNvSpPr/>
            <p:nvPr/>
          </p:nvSpPr>
          <p:spPr>
            <a:xfrm>
              <a:off x="6198480" y="3193560"/>
              <a:ext cx="37440" cy="32760"/>
            </a:xfrm>
            <a:custGeom>
              <a:avLst/>
              <a:gdLst>
                <a:gd name="textAreaLeft" fmla="*/ 0 w 37440"/>
                <a:gd name="textAreaRight" fmla="*/ 38880 w 37440"/>
                <a:gd name="textAreaTop" fmla="*/ 0 h 32760"/>
                <a:gd name="textAreaBottom" fmla="*/ 34200 h 32760"/>
              </a:gdLst>
              <a:ahLst/>
              <a:cxnLst/>
              <a:rect l="textAreaLeft" t="textAreaTop" r="textAreaRight" b="textAreaBottom"/>
              <a:pathLst>
                <a:path w="434" h="383">
                  <a:moveTo>
                    <a:pt x="220" y="0"/>
                  </a:moveTo>
                  <a:cubicBezTo>
                    <a:pt x="149" y="0"/>
                    <a:pt x="79" y="43"/>
                    <a:pt x="46" y="109"/>
                  </a:cubicBezTo>
                  <a:cubicBezTo>
                    <a:pt x="0" y="201"/>
                    <a:pt x="46" y="315"/>
                    <a:pt x="137" y="360"/>
                  </a:cubicBezTo>
                  <a:cubicBezTo>
                    <a:pt x="166" y="375"/>
                    <a:pt x="197" y="383"/>
                    <a:pt x="228" y="383"/>
                  </a:cubicBezTo>
                  <a:cubicBezTo>
                    <a:pt x="294" y="383"/>
                    <a:pt x="357" y="347"/>
                    <a:pt x="388" y="269"/>
                  </a:cubicBezTo>
                  <a:cubicBezTo>
                    <a:pt x="434" y="178"/>
                    <a:pt x="388" y="64"/>
                    <a:pt x="297" y="18"/>
                  </a:cubicBezTo>
                  <a:cubicBezTo>
                    <a:pt x="272" y="6"/>
                    <a:pt x="246" y="0"/>
                    <a:pt x="220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6920" rIns="90000" bIns="169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21" name="Google Shape;2676;p14"/>
            <p:cNvSpPr/>
            <p:nvPr/>
          </p:nvSpPr>
          <p:spPr>
            <a:xfrm>
              <a:off x="6634800" y="2964960"/>
              <a:ext cx="31320" cy="27720"/>
            </a:xfrm>
            <a:custGeom>
              <a:avLst/>
              <a:gdLst>
                <a:gd name="textAreaLeft" fmla="*/ 0 w 31320"/>
                <a:gd name="textAreaRight" fmla="*/ 32760 w 31320"/>
                <a:gd name="textAreaTop" fmla="*/ 0 h 27720"/>
                <a:gd name="textAreaBottom" fmla="*/ 29160 h 27720"/>
              </a:gdLst>
              <a:ahLst/>
              <a:cxnLst/>
              <a:rect l="textAreaLeft" t="textAreaTop" r="textAreaRight" b="textAreaBottom"/>
              <a:pathLst>
                <a:path w="366" h="324">
                  <a:moveTo>
                    <a:pt x="198" y="0"/>
                  </a:moveTo>
                  <a:cubicBezTo>
                    <a:pt x="135" y="0"/>
                    <a:pt x="64" y="30"/>
                    <a:pt x="46" y="100"/>
                  </a:cubicBezTo>
                  <a:cubicBezTo>
                    <a:pt x="1" y="168"/>
                    <a:pt x="24" y="283"/>
                    <a:pt x="115" y="305"/>
                  </a:cubicBezTo>
                  <a:cubicBezTo>
                    <a:pt x="140" y="318"/>
                    <a:pt x="166" y="324"/>
                    <a:pt x="190" y="324"/>
                  </a:cubicBezTo>
                  <a:cubicBezTo>
                    <a:pt x="254" y="324"/>
                    <a:pt x="310" y="286"/>
                    <a:pt x="343" y="237"/>
                  </a:cubicBezTo>
                  <a:cubicBezTo>
                    <a:pt x="366" y="146"/>
                    <a:pt x="343" y="54"/>
                    <a:pt x="252" y="9"/>
                  </a:cubicBezTo>
                  <a:cubicBezTo>
                    <a:pt x="236" y="3"/>
                    <a:pt x="217" y="0"/>
                    <a:pt x="198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4400" rIns="90000" bIns="144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22" name="Google Shape;2677;p14"/>
            <p:cNvSpPr/>
            <p:nvPr/>
          </p:nvSpPr>
          <p:spPr>
            <a:xfrm>
              <a:off x="6532560" y="3011040"/>
              <a:ext cx="39600" cy="34920"/>
            </a:xfrm>
            <a:custGeom>
              <a:avLst/>
              <a:gdLst>
                <a:gd name="textAreaLeft" fmla="*/ 0 w 39600"/>
                <a:gd name="textAreaRight" fmla="*/ 41040 w 39600"/>
                <a:gd name="textAreaTop" fmla="*/ 0 h 34920"/>
                <a:gd name="textAreaBottom" fmla="*/ 36360 h 34920"/>
              </a:gdLst>
              <a:ahLst/>
              <a:cxnLst/>
              <a:rect l="textAreaLeft" t="textAreaTop" r="textAreaRight" b="textAreaBottom"/>
              <a:pathLst>
                <a:path w="458" h="406">
                  <a:moveTo>
                    <a:pt x="230" y="1"/>
                  </a:moveTo>
                  <a:cubicBezTo>
                    <a:pt x="150" y="1"/>
                    <a:pt x="80" y="43"/>
                    <a:pt x="46" y="110"/>
                  </a:cubicBezTo>
                  <a:cubicBezTo>
                    <a:pt x="1" y="224"/>
                    <a:pt x="46" y="338"/>
                    <a:pt x="137" y="384"/>
                  </a:cubicBezTo>
                  <a:cubicBezTo>
                    <a:pt x="166" y="398"/>
                    <a:pt x="200" y="406"/>
                    <a:pt x="234" y="406"/>
                  </a:cubicBezTo>
                  <a:cubicBezTo>
                    <a:pt x="306" y="406"/>
                    <a:pt x="380" y="371"/>
                    <a:pt x="411" y="293"/>
                  </a:cubicBezTo>
                  <a:cubicBezTo>
                    <a:pt x="457" y="201"/>
                    <a:pt x="411" y="64"/>
                    <a:pt x="320" y="19"/>
                  </a:cubicBezTo>
                  <a:cubicBezTo>
                    <a:pt x="289" y="6"/>
                    <a:pt x="259" y="1"/>
                    <a:pt x="230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8000" rIns="90000" bIns="180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23" name="Google Shape;2678;p14"/>
            <p:cNvSpPr/>
            <p:nvPr/>
          </p:nvSpPr>
          <p:spPr>
            <a:xfrm>
              <a:off x="6681960" y="3008520"/>
              <a:ext cx="23400" cy="19800"/>
            </a:xfrm>
            <a:custGeom>
              <a:avLst/>
              <a:gdLst>
                <a:gd name="textAreaLeft" fmla="*/ 0 w 23400"/>
                <a:gd name="textAreaRight" fmla="*/ 24840 w 23400"/>
                <a:gd name="textAreaTop" fmla="*/ 0 h 19800"/>
                <a:gd name="textAreaBottom" fmla="*/ 21240 h 19800"/>
              </a:gdLst>
              <a:ahLst/>
              <a:cxnLst/>
              <a:rect l="textAreaLeft" t="textAreaTop" r="textAreaRight" b="textAreaBottom"/>
              <a:pathLst>
                <a:path w="275" h="238">
                  <a:moveTo>
                    <a:pt x="129" y="0"/>
                  </a:moveTo>
                  <a:cubicBezTo>
                    <a:pt x="95" y="0"/>
                    <a:pt x="61" y="25"/>
                    <a:pt x="46" y="69"/>
                  </a:cubicBezTo>
                  <a:cubicBezTo>
                    <a:pt x="1" y="115"/>
                    <a:pt x="24" y="184"/>
                    <a:pt x="92" y="229"/>
                  </a:cubicBezTo>
                  <a:cubicBezTo>
                    <a:pt x="103" y="235"/>
                    <a:pt x="116" y="238"/>
                    <a:pt x="130" y="238"/>
                  </a:cubicBezTo>
                  <a:cubicBezTo>
                    <a:pt x="171" y="238"/>
                    <a:pt x="218" y="212"/>
                    <a:pt x="252" y="161"/>
                  </a:cubicBezTo>
                  <a:cubicBezTo>
                    <a:pt x="275" y="115"/>
                    <a:pt x="252" y="47"/>
                    <a:pt x="183" y="24"/>
                  </a:cubicBezTo>
                  <a:cubicBezTo>
                    <a:pt x="167" y="8"/>
                    <a:pt x="148" y="0"/>
                    <a:pt x="129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440" rIns="90000" bIns="10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24" name="Google Shape;2679;p14"/>
            <p:cNvSpPr/>
            <p:nvPr/>
          </p:nvSpPr>
          <p:spPr>
            <a:xfrm>
              <a:off x="6579360" y="3051000"/>
              <a:ext cx="27360" cy="2376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23760"/>
                <a:gd name="textAreaBottom" fmla="*/ 25200 h 23760"/>
              </a:gdLst>
              <a:ahLst/>
              <a:cxnLst/>
              <a:rect l="textAreaLeft" t="textAreaTop" r="textAreaRight" b="textAreaBottom"/>
              <a:pathLst>
                <a:path w="321" h="279">
                  <a:moveTo>
                    <a:pt x="175" y="1"/>
                  </a:moveTo>
                  <a:cubicBezTo>
                    <a:pt x="119" y="1"/>
                    <a:pt x="63" y="26"/>
                    <a:pt x="46" y="78"/>
                  </a:cubicBezTo>
                  <a:cubicBezTo>
                    <a:pt x="1" y="146"/>
                    <a:pt x="46" y="238"/>
                    <a:pt x="115" y="260"/>
                  </a:cubicBezTo>
                  <a:cubicBezTo>
                    <a:pt x="134" y="273"/>
                    <a:pt x="153" y="279"/>
                    <a:pt x="172" y="279"/>
                  </a:cubicBezTo>
                  <a:cubicBezTo>
                    <a:pt x="220" y="279"/>
                    <a:pt x="264" y="241"/>
                    <a:pt x="297" y="192"/>
                  </a:cubicBezTo>
                  <a:cubicBezTo>
                    <a:pt x="320" y="123"/>
                    <a:pt x="297" y="55"/>
                    <a:pt x="229" y="9"/>
                  </a:cubicBezTo>
                  <a:cubicBezTo>
                    <a:pt x="212" y="4"/>
                    <a:pt x="193" y="1"/>
                    <a:pt x="175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600" rIns="90000" bIns="126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25" name="Google Shape;2680;p14"/>
            <p:cNvSpPr/>
            <p:nvPr/>
          </p:nvSpPr>
          <p:spPr>
            <a:xfrm>
              <a:off x="4991760" y="4231800"/>
              <a:ext cx="35640" cy="30960"/>
            </a:xfrm>
            <a:custGeom>
              <a:avLst/>
              <a:gdLst>
                <a:gd name="textAreaLeft" fmla="*/ 0 w 35640"/>
                <a:gd name="textAreaRight" fmla="*/ 37080 w 35640"/>
                <a:gd name="textAreaTop" fmla="*/ 0 h 30960"/>
                <a:gd name="textAreaBottom" fmla="*/ 32400 h 30960"/>
              </a:gdLst>
              <a:ahLst/>
              <a:cxnLst/>
              <a:rect l="textAreaLeft" t="textAreaTop" r="textAreaRight" b="textAreaBottom"/>
              <a:pathLst>
                <a:path w="412" h="361">
                  <a:moveTo>
                    <a:pt x="180" y="1"/>
                  </a:moveTo>
                  <a:cubicBezTo>
                    <a:pt x="118" y="1"/>
                    <a:pt x="62" y="31"/>
                    <a:pt x="47" y="92"/>
                  </a:cubicBezTo>
                  <a:cubicBezTo>
                    <a:pt x="1" y="183"/>
                    <a:pt x="24" y="297"/>
                    <a:pt x="115" y="343"/>
                  </a:cubicBezTo>
                  <a:cubicBezTo>
                    <a:pt x="139" y="355"/>
                    <a:pt x="166" y="361"/>
                    <a:pt x="192" y="361"/>
                  </a:cubicBezTo>
                  <a:cubicBezTo>
                    <a:pt x="263" y="361"/>
                    <a:pt x="333" y="319"/>
                    <a:pt x="366" y="252"/>
                  </a:cubicBezTo>
                  <a:cubicBezTo>
                    <a:pt x="412" y="160"/>
                    <a:pt x="366" y="69"/>
                    <a:pt x="275" y="23"/>
                  </a:cubicBezTo>
                  <a:cubicBezTo>
                    <a:pt x="244" y="8"/>
                    <a:pt x="211" y="1"/>
                    <a:pt x="180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6200" rIns="90000" bIns="162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26" name="Google Shape;2681;p14"/>
            <p:cNvSpPr/>
            <p:nvPr/>
          </p:nvSpPr>
          <p:spPr>
            <a:xfrm>
              <a:off x="6638760" y="3516840"/>
              <a:ext cx="39600" cy="34200"/>
            </a:xfrm>
            <a:custGeom>
              <a:avLst/>
              <a:gdLst>
                <a:gd name="textAreaLeft" fmla="*/ 0 w 39600"/>
                <a:gd name="textAreaRight" fmla="*/ 41040 w 39600"/>
                <a:gd name="textAreaTop" fmla="*/ 0 h 34200"/>
                <a:gd name="textAreaBottom" fmla="*/ 35640 h 34200"/>
              </a:gdLst>
              <a:ahLst/>
              <a:cxnLst/>
              <a:rect l="textAreaLeft" t="textAreaTop" r="textAreaRight" b="textAreaBottom"/>
              <a:pathLst>
                <a:path w="457" h="398">
                  <a:moveTo>
                    <a:pt x="214" y="0"/>
                  </a:moveTo>
                  <a:cubicBezTo>
                    <a:pt x="140" y="0"/>
                    <a:pt x="77" y="36"/>
                    <a:pt x="46" y="114"/>
                  </a:cubicBezTo>
                  <a:cubicBezTo>
                    <a:pt x="0" y="205"/>
                    <a:pt x="46" y="319"/>
                    <a:pt x="137" y="365"/>
                  </a:cubicBezTo>
                  <a:cubicBezTo>
                    <a:pt x="167" y="387"/>
                    <a:pt x="201" y="397"/>
                    <a:pt x="235" y="397"/>
                  </a:cubicBezTo>
                  <a:cubicBezTo>
                    <a:pt x="307" y="397"/>
                    <a:pt x="380" y="351"/>
                    <a:pt x="411" y="274"/>
                  </a:cubicBezTo>
                  <a:cubicBezTo>
                    <a:pt x="457" y="182"/>
                    <a:pt x="411" y="68"/>
                    <a:pt x="320" y="22"/>
                  </a:cubicBezTo>
                  <a:cubicBezTo>
                    <a:pt x="284" y="8"/>
                    <a:pt x="248" y="0"/>
                    <a:pt x="214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7640" rIns="90000" bIns="176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27" name="Google Shape;2682;p14"/>
            <p:cNvSpPr/>
            <p:nvPr/>
          </p:nvSpPr>
          <p:spPr>
            <a:xfrm>
              <a:off x="6186240" y="3337560"/>
              <a:ext cx="19080" cy="16560"/>
            </a:xfrm>
            <a:custGeom>
              <a:avLst/>
              <a:gdLst>
                <a:gd name="textAreaLeft" fmla="*/ 0 w 19080"/>
                <a:gd name="textAreaRight" fmla="*/ 20520 w 19080"/>
                <a:gd name="textAreaTop" fmla="*/ 0 h 16560"/>
                <a:gd name="textAreaBottom" fmla="*/ 18000 h 16560"/>
              </a:gdLst>
              <a:ahLst/>
              <a:cxnLst/>
              <a:rect l="textAreaLeft" t="textAreaTop" r="textAreaRight" b="textAreaBottom"/>
              <a:pathLst>
                <a:path w="229" h="202">
                  <a:moveTo>
                    <a:pt x="120" y="1"/>
                  </a:moveTo>
                  <a:cubicBezTo>
                    <a:pt x="81" y="1"/>
                    <a:pt x="40" y="22"/>
                    <a:pt x="23" y="55"/>
                  </a:cubicBezTo>
                  <a:cubicBezTo>
                    <a:pt x="0" y="101"/>
                    <a:pt x="23" y="170"/>
                    <a:pt x="69" y="192"/>
                  </a:cubicBezTo>
                  <a:cubicBezTo>
                    <a:pt x="81" y="199"/>
                    <a:pt x="95" y="201"/>
                    <a:pt x="109" y="201"/>
                  </a:cubicBezTo>
                  <a:cubicBezTo>
                    <a:pt x="148" y="201"/>
                    <a:pt x="189" y="180"/>
                    <a:pt x="205" y="147"/>
                  </a:cubicBezTo>
                  <a:cubicBezTo>
                    <a:pt x="228" y="101"/>
                    <a:pt x="205" y="33"/>
                    <a:pt x="160" y="10"/>
                  </a:cubicBezTo>
                  <a:cubicBezTo>
                    <a:pt x="148" y="4"/>
                    <a:pt x="134" y="1"/>
                    <a:pt x="120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000" rIns="90000" bIns="90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28" name="Google Shape;2683;p14"/>
            <p:cNvSpPr/>
            <p:nvPr/>
          </p:nvSpPr>
          <p:spPr>
            <a:xfrm>
              <a:off x="5041080" y="3641040"/>
              <a:ext cx="29520" cy="26640"/>
            </a:xfrm>
            <a:custGeom>
              <a:avLst/>
              <a:gdLst>
                <a:gd name="textAreaLeft" fmla="*/ 0 w 29520"/>
                <a:gd name="textAreaRight" fmla="*/ 30960 w 29520"/>
                <a:gd name="textAreaTop" fmla="*/ 0 h 26640"/>
                <a:gd name="textAreaBottom" fmla="*/ 28080 h 26640"/>
              </a:gdLst>
              <a:ahLst/>
              <a:cxnLst/>
              <a:rect l="textAreaLeft" t="textAreaTop" r="textAreaRight" b="textAreaBottom"/>
              <a:pathLst>
                <a:path w="344" h="314">
                  <a:moveTo>
                    <a:pt x="188" y="1"/>
                  </a:moveTo>
                  <a:cubicBezTo>
                    <a:pt x="120" y="1"/>
                    <a:pt x="58" y="31"/>
                    <a:pt x="24" y="100"/>
                  </a:cubicBezTo>
                  <a:cubicBezTo>
                    <a:pt x="1" y="169"/>
                    <a:pt x="24" y="260"/>
                    <a:pt x="115" y="306"/>
                  </a:cubicBezTo>
                  <a:cubicBezTo>
                    <a:pt x="131" y="311"/>
                    <a:pt x="148" y="314"/>
                    <a:pt x="166" y="314"/>
                  </a:cubicBezTo>
                  <a:cubicBezTo>
                    <a:pt x="224" y="314"/>
                    <a:pt x="285" y="284"/>
                    <a:pt x="320" y="214"/>
                  </a:cubicBezTo>
                  <a:cubicBezTo>
                    <a:pt x="343" y="146"/>
                    <a:pt x="320" y="55"/>
                    <a:pt x="252" y="9"/>
                  </a:cubicBezTo>
                  <a:cubicBezTo>
                    <a:pt x="230" y="4"/>
                    <a:pt x="209" y="1"/>
                    <a:pt x="188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4040" rIns="90000" bIns="140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29" name="Google Shape;2684;p14"/>
            <p:cNvSpPr/>
            <p:nvPr/>
          </p:nvSpPr>
          <p:spPr>
            <a:xfrm>
              <a:off x="7462440" y="2630880"/>
              <a:ext cx="29520" cy="25560"/>
            </a:xfrm>
            <a:custGeom>
              <a:avLst/>
              <a:gdLst>
                <a:gd name="textAreaLeft" fmla="*/ 0 w 29520"/>
                <a:gd name="textAreaRight" fmla="*/ 30960 w 29520"/>
                <a:gd name="textAreaTop" fmla="*/ 0 h 25560"/>
                <a:gd name="textAreaBottom" fmla="*/ 27000 h 25560"/>
              </a:gdLst>
              <a:ahLst/>
              <a:cxnLst/>
              <a:rect l="textAreaLeft" t="textAreaTop" r="textAreaRight" b="textAreaBottom"/>
              <a:pathLst>
                <a:path w="343" h="302">
                  <a:moveTo>
                    <a:pt x="174" y="1"/>
                  </a:moveTo>
                  <a:cubicBezTo>
                    <a:pt x="119" y="1"/>
                    <a:pt x="63" y="26"/>
                    <a:pt x="46" y="78"/>
                  </a:cubicBezTo>
                  <a:cubicBezTo>
                    <a:pt x="0" y="146"/>
                    <a:pt x="46" y="237"/>
                    <a:pt x="114" y="283"/>
                  </a:cubicBezTo>
                  <a:cubicBezTo>
                    <a:pt x="133" y="296"/>
                    <a:pt x="154" y="301"/>
                    <a:pt x="176" y="301"/>
                  </a:cubicBezTo>
                  <a:cubicBezTo>
                    <a:pt x="230" y="301"/>
                    <a:pt x="287" y="264"/>
                    <a:pt x="320" y="215"/>
                  </a:cubicBezTo>
                  <a:cubicBezTo>
                    <a:pt x="343" y="146"/>
                    <a:pt x="320" y="55"/>
                    <a:pt x="228" y="9"/>
                  </a:cubicBezTo>
                  <a:cubicBezTo>
                    <a:pt x="211" y="3"/>
                    <a:pt x="193" y="1"/>
                    <a:pt x="174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3320" rIns="90000" bIns="133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30" name="Google Shape;2685;p14"/>
            <p:cNvSpPr/>
            <p:nvPr/>
          </p:nvSpPr>
          <p:spPr>
            <a:xfrm>
              <a:off x="6401160" y="3107520"/>
              <a:ext cx="35640" cy="30600"/>
            </a:xfrm>
            <a:custGeom>
              <a:avLst/>
              <a:gdLst>
                <a:gd name="textAreaLeft" fmla="*/ 0 w 35640"/>
                <a:gd name="textAreaRight" fmla="*/ 37080 w 35640"/>
                <a:gd name="textAreaTop" fmla="*/ 0 h 30600"/>
                <a:gd name="textAreaBottom" fmla="*/ 32040 h 30600"/>
              </a:gdLst>
              <a:ahLst/>
              <a:cxnLst/>
              <a:rect l="textAreaLeft" t="textAreaTop" r="textAreaRight" b="textAreaBottom"/>
              <a:pathLst>
                <a:path w="412" h="356">
                  <a:moveTo>
                    <a:pt x="202" y="1"/>
                  </a:moveTo>
                  <a:cubicBezTo>
                    <a:pt x="138" y="1"/>
                    <a:pt x="80" y="43"/>
                    <a:pt x="46" y="110"/>
                  </a:cubicBezTo>
                  <a:cubicBezTo>
                    <a:pt x="1" y="178"/>
                    <a:pt x="46" y="292"/>
                    <a:pt x="115" y="338"/>
                  </a:cubicBezTo>
                  <a:cubicBezTo>
                    <a:pt x="139" y="350"/>
                    <a:pt x="165" y="356"/>
                    <a:pt x="191" y="356"/>
                  </a:cubicBezTo>
                  <a:cubicBezTo>
                    <a:pt x="262" y="356"/>
                    <a:pt x="332" y="314"/>
                    <a:pt x="366" y="247"/>
                  </a:cubicBezTo>
                  <a:cubicBezTo>
                    <a:pt x="412" y="178"/>
                    <a:pt x="366" y="64"/>
                    <a:pt x="275" y="18"/>
                  </a:cubicBezTo>
                  <a:cubicBezTo>
                    <a:pt x="250" y="6"/>
                    <a:pt x="226" y="1"/>
                    <a:pt x="202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840" rIns="90000" bIns="158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31" name="Google Shape;2686;p14"/>
            <p:cNvSpPr/>
            <p:nvPr/>
          </p:nvSpPr>
          <p:spPr>
            <a:xfrm>
              <a:off x="6491520" y="3067920"/>
              <a:ext cx="29520" cy="25200"/>
            </a:xfrm>
            <a:custGeom>
              <a:avLst/>
              <a:gdLst>
                <a:gd name="textAreaLeft" fmla="*/ 0 w 29520"/>
                <a:gd name="textAreaRight" fmla="*/ 30960 w 29520"/>
                <a:gd name="textAreaTop" fmla="*/ 0 h 25200"/>
                <a:gd name="textAreaBottom" fmla="*/ 26640 h 25200"/>
              </a:gdLst>
              <a:ahLst/>
              <a:cxnLst/>
              <a:rect l="textAreaLeft" t="textAreaTop" r="textAreaRight" b="textAreaBottom"/>
              <a:pathLst>
                <a:path w="343" h="298">
                  <a:moveTo>
                    <a:pt x="178" y="1"/>
                  </a:moveTo>
                  <a:cubicBezTo>
                    <a:pt x="127" y="1"/>
                    <a:pt x="76" y="31"/>
                    <a:pt x="46" y="92"/>
                  </a:cubicBezTo>
                  <a:cubicBezTo>
                    <a:pt x="0" y="161"/>
                    <a:pt x="46" y="252"/>
                    <a:pt x="114" y="275"/>
                  </a:cubicBezTo>
                  <a:cubicBezTo>
                    <a:pt x="137" y="290"/>
                    <a:pt x="162" y="298"/>
                    <a:pt x="188" y="298"/>
                  </a:cubicBezTo>
                  <a:cubicBezTo>
                    <a:pt x="238" y="298"/>
                    <a:pt x="289" y="267"/>
                    <a:pt x="320" y="206"/>
                  </a:cubicBezTo>
                  <a:cubicBezTo>
                    <a:pt x="342" y="138"/>
                    <a:pt x="320" y="47"/>
                    <a:pt x="251" y="24"/>
                  </a:cubicBezTo>
                  <a:cubicBezTo>
                    <a:pt x="228" y="9"/>
                    <a:pt x="203" y="1"/>
                    <a:pt x="178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3320" rIns="90000" bIns="133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32" name="Google Shape;2687;p14"/>
            <p:cNvSpPr/>
            <p:nvPr/>
          </p:nvSpPr>
          <p:spPr>
            <a:xfrm>
              <a:off x="7151040" y="2791800"/>
              <a:ext cx="33480" cy="2880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28800"/>
                <a:gd name="textAreaBottom" fmla="*/ 30240 h 28800"/>
              </a:gdLst>
              <a:ahLst/>
              <a:cxnLst/>
              <a:rect l="textAreaLeft" t="textAreaTop" r="textAreaRight" b="textAreaBottom"/>
              <a:pathLst>
                <a:path w="389" h="335">
                  <a:moveTo>
                    <a:pt x="199" y="1"/>
                  </a:moveTo>
                  <a:cubicBezTo>
                    <a:pt x="136" y="1"/>
                    <a:pt x="79" y="38"/>
                    <a:pt x="46" y="88"/>
                  </a:cubicBezTo>
                  <a:cubicBezTo>
                    <a:pt x="1" y="179"/>
                    <a:pt x="46" y="270"/>
                    <a:pt x="115" y="316"/>
                  </a:cubicBezTo>
                  <a:cubicBezTo>
                    <a:pt x="140" y="329"/>
                    <a:pt x="166" y="334"/>
                    <a:pt x="190" y="334"/>
                  </a:cubicBezTo>
                  <a:cubicBezTo>
                    <a:pt x="254" y="334"/>
                    <a:pt x="310" y="297"/>
                    <a:pt x="343" y="248"/>
                  </a:cubicBezTo>
                  <a:cubicBezTo>
                    <a:pt x="389" y="156"/>
                    <a:pt x="343" y="65"/>
                    <a:pt x="275" y="19"/>
                  </a:cubicBezTo>
                  <a:cubicBezTo>
                    <a:pt x="249" y="7"/>
                    <a:pt x="224" y="1"/>
                    <a:pt x="199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120" rIns="90000" bIns="151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33" name="Google Shape;2688;p14"/>
            <p:cNvSpPr/>
            <p:nvPr/>
          </p:nvSpPr>
          <p:spPr>
            <a:xfrm>
              <a:off x="5844240" y="3004560"/>
              <a:ext cx="35640" cy="30960"/>
            </a:xfrm>
            <a:custGeom>
              <a:avLst/>
              <a:gdLst>
                <a:gd name="textAreaLeft" fmla="*/ 0 w 35640"/>
                <a:gd name="textAreaRight" fmla="*/ 37080 w 35640"/>
                <a:gd name="textAreaTop" fmla="*/ 0 h 30960"/>
                <a:gd name="textAreaBottom" fmla="*/ 32400 h 30960"/>
              </a:gdLst>
              <a:ahLst/>
              <a:cxnLst/>
              <a:rect l="textAreaLeft" t="textAreaTop" r="textAreaRight" b="textAreaBottom"/>
              <a:pathLst>
                <a:path w="412" h="362">
                  <a:moveTo>
                    <a:pt x="179" y="0"/>
                  </a:moveTo>
                  <a:cubicBezTo>
                    <a:pt x="117" y="0"/>
                    <a:pt x="61" y="31"/>
                    <a:pt x="46" y="92"/>
                  </a:cubicBezTo>
                  <a:cubicBezTo>
                    <a:pt x="0" y="183"/>
                    <a:pt x="23" y="297"/>
                    <a:pt x="114" y="343"/>
                  </a:cubicBezTo>
                  <a:cubicBezTo>
                    <a:pt x="140" y="355"/>
                    <a:pt x="167" y="361"/>
                    <a:pt x="194" y="361"/>
                  </a:cubicBezTo>
                  <a:cubicBezTo>
                    <a:pt x="264" y="361"/>
                    <a:pt x="333" y="324"/>
                    <a:pt x="365" y="274"/>
                  </a:cubicBezTo>
                  <a:cubicBezTo>
                    <a:pt x="411" y="183"/>
                    <a:pt x="365" y="69"/>
                    <a:pt x="274" y="23"/>
                  </a:cubicBezTo>
                  <a:cubicBezTo>
                    <a:pt x="244" y="8"/>
                    <a:pt x="211" y="0"/>
                    <a:pt x="179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6200" rIns="90000" bIns="162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34" name="Google Shape;2689;p14"/>
            <p:cNvSpPr/>
            <p:nvPr/>
          </p:nvSpPr>
          <p:spPr>
            <a:xfrm>
              <a:off x="8158680" y="5102280"/>
              <a:ext cx="31320" cy="27000"/>
            </a:xfrm>
            <a:custGeom>
              <a:avLst/>
              <a:gdLst>
                <a:gd name="textAreaLeft" fmla="*/ 0 w 31320"/>
                <a:gd name="textAreaRight" fmla="*/ 32760 w 31320"/>
                <a:gd name="textAreaTop" fmla="*/ 0 h 27000"/>
                <a:gd name="textAreaBottom" fmla="*/ 28440 h 27000"/>
              </a:gdLst>
              <a:ahLst/>
              <a:cxnLst/>
              <a:rect l="textAreaLeft" t="textAreaTop" r="textAreaRight" b="textAreaBottom"/>
              <a:pathLst>
                <a:path w="367" h="316">
                  <a:moveTo>
                    <a:pt x="178" y="0"/>
                  </a:moveTo>
                  <a:cubicBezTo>
                    <a:pt x="128" y="0"/>
                    <a:pt x="77" y="31"/>
                    <a:pt x="46" y="92"/>
                  </a:cubicBezTo>
                  <a:cubicBezTo>
                    <a:pt x="1" y="160"/>
                    <a:pt x="46" y="251"/>
                    <a:pt x="115" y="297"/>
                  </a:cubicBezTo>
                  <a:cubicBezTo>
                    <a:pt x="140" y="310"/>
                    <a:pt x="166" y="316"/>
                    <a:pt x="190" y="316"/>
                  </a:cubicBezTo>
                  <a:cubicBezTo>
                    <a:pt x="252" y="316"/>
                    <a:pt x="304" y="278"/>
                    <a:pt x="320" y="229"/>
                  </a:cubicBezTo>
                  <a:cubicBezTo>
                    <a:pt x="366" y="137"/>
                    <a:pt x="343" y="46"/>
                    <a:pt x="252" y="23"/>
                  </a:cubicBezTo>
                  <a:cubicBezTo>
                    <a:pt x="229" y="8"/>
                    <a:pt x="204" y="0"/>
                    <a:pt x="178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4040" rIns="90000" bIns="140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35" name="Google Shape;2690;p14"/>
            <p:cNvSpPr/>
            <p:nvPr/>
          </p:nvSpPr>
          <p:spPr>
            <a:xfrm>
              <a:off x="7988760" y="4655880"/>
              <a:ext cx="35640" cy="30600"/>
            </a:xfrm>
            <a:custGeom>
              <a:avLst/>
              <a:gdLst>
                <a:gd name="textAreaLeft" fmla="*/ 0 w 35640"/>
                <a:gd name="textAreaRight" fmla="*/ 37080 w 35640"/>
                <a:gd name="textAreaTop" fmla="*/ 0 h 30600"/>
                <a:gd name="textAreaBottom" fmla="*/ 32040 h 30600"/>
              </a:gdLst>
              <a:ahLst/>
              <a:cxnLst/>
              <a:rect l="textAreaLeft" t="textAreaTop" r="textAreaRight" b="textAreaBottom"/>
              <a:pathLst>
                <a:path w="412" h="357">
                  <a:moveTo>
                    <a:pt x="217" y="1"/>
                  </a:moveTo>
                  <a:cubicBezTo>
                    <a:pt x="147" y="1"/>
                    <a:pt x="79" y="38"/>
                    <a:pt x="46" y="88"/>
                  </a:cubicBezTo>
                  <a:cubicBezTo>
                    <a:pt x="0" y="179"/>
                    <a:pt x="46" y="293"/>
                    <a:pt x="137" y="339"/>
                  </a:cubicBezTo>
                  <a:cubicBezTo>
                    <a:pt x="162" y="351"/>
                    <a:pt x="188" y="357"/>
                    <a:pt x="213" y="357"/>
                  </a:cubicBezTo>
                  <a:cubicBezTo>
                    <a:pt x="283" y="357"/>
                    <a:pt x="349" y="314"/>
                    <a:pt x="366" y="248"/>
                  </a:cubicBezTo>
                  <a:cubicBezTo>
                    <a:pt x="411" y="156"/>
                    <a:pt x="388" y="65"/>
                    <a:pt x="297" y="19"/>
                  </a:cubicBezTo>
                  <a:cubicBezTo>
                    <a:pt x="272" y="7"/>
                    <a:pt x="244" y="1"/>
                    <a:pt x="217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840" rIns="90000" bIns="158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36" name="Google Shape;2691;p14"/>
            <p:cNvSpPr/>
            <p:nvPr/>
          </p:nvSpPr>
          <p:spPr>
            <a:xfrm>
              <a:off x="5614560" y="3810960"/>
              <a:ext cx="23400" cy="18720"/>
            </a:xfrm>
            <a:custGeom>
              <a:avLst/>
              <a:gdLst>
                <a:gd name="textAreaLeft" fmla="*/ 0 w 23400"/>
                <a:gd name="textAreaRight" fmla="*/ 24840 w 23400"/>
                <a:gd name="textAreaTop" fmla="*/ 0 h 18720"/>
                <a:gd name="textAreaBottom" fmla="*/ 20160 h 18720"/>
              </a:gdLst>
              <a:ahLst/>
              <a:cxnLst/>
              <a:rect l="textAreaLeft" t="textAreaTop" r="textAreaRight" b="textAreaBottom"/>
              <a:pathLst>
                <a:path w="275" h="224">
                  <a:moveTo>
                    <a:pt x="129" y="1"/>
                  </a:moveTo>
                  <a:cubicBezTo>
                    <a:pt x="81" y="1"/>
                    <a:pt x="40" y="22"/>
                    <a:pt x="24" y="55"/>
                  </a:cubicBezTo>
                  <a:cubicBezTo>
                    <a:pt x="1" y="124"/>
                    <a:pt x="24" y="192"/>
                    <a:pt x="69" y="215"/>
                  </a:cubicBezTo>
                  <a:cubicBezTo>
                    <a:pt x="88" y="221"/>
                    <a:pt x="106" y="224"/>
                    <a:pt x="123" y="224"/>
                  </a:cubicBezTo>
                  <a:cubicBezTo>
                    <a:pt x="171" y="224"/>
                    <a:pt x="212" y="203"/>
                    <a:pt x="229" y="169"/>
                  </a:cubicBezTo>
                  <a:cubicBezTo>
                    <a:pt x="275" y="101"/>
                    <a:pt x="252" y="32"/>
                    <a:pt x="183" y="9"/>
                  </a:cubicBezTo>
                  <a:cubicBezTo>
                    <a:pt x="165" y="3"/>
                    <a:pt x="147" y="1"/>
                    <a:pt x="129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080" rIns="9000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37" name="Google Shape;2692;p14"/>
            <p:cNvSpPr/>
            <p:nvPr/>
          </p:nvSpPr>
          <p:spPr>
            <a:xfrm>
              <a:off x="5936400" y="3559680"/>
              <a:ext cx="33480" cy="2952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29520"/>
                <a:gd name="textAreaBottom" fmla="*/ 30960 h 29520"/>
              </a:gdLst>
              <a:ahLst/>
              <a:cxnLst/>
              <a:rect l="textAreaLeft" t="textAreaTop" r="textAreaRight" b="textAreaBottom"/>
              <a:pathLst>
                <a:path w="389" h="344">
                  <a:moveTo>
                    <a:pt x="179" y="1"/>
                  </a:moveTo>
                  <a:cubicBezTo>
                    <a:pt x="114" y="1"/>
                    <a:pt x="54" y="31"/>
                    <a:pt x="23" y="92"/>
                  </a:cubicBezTo>
                  <a:cubicBezTo>
                    <a:pt x="0" y="184"/>
                    <a:pt x="23" y="298"/>
                    <a:pt x="114" y="321"/>
                  </a:cubicBezTo>
                  <a:cubicBezTo>
                    <a:pt x="145" y="336"/>
                    <a:pt x="175" y="343"/>
                    <a:pt x="204" y="343"/>
                  </a:cubicBezTo>
                  <a:cubicBezTo>
                    <a:pt x="262" y="343"/>
                    <a:pt x="312" y="313"/>
                    <a:pt x="343" y="252"/>
                  </a:cubicBezTo>
                  <a:cubicBezTo>
                    <a:pt x="388" y="161"/>
                    <a:pt x="343" y="69"/>
                    <a:pt x="274" y="24"/>
                  </a:cubicBezTo>
                  <a:cubicBezTo>
                    <a:pt x="244" y="9"/>
                    <a:pt x="211" y="1"/>
                    <a:pt x="179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480" rIns="90000" bIns="154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38" name="Google Shape;2693;p14"/>
            <p:cNvSpPr/>
            <p:nvPr/>
          </p:nvSpPr>
          <p:spPr>
            <a:xfrm>
              <a:off x="6100200" y="3953520"/>
              <a:ext cx="27360" cy="2448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24480"/>
                <a:gd name="textAreaBottom" fmla="*/ 25920 h 24480"/>
              </a:gdLst>
              <a:ahLst/>
              <a:cxnLst/>
              <a:rect l="textAreaLeft" t="textAreaTop" r="textAreaRight" b="textAreaBottom"/>
              <a:pathLst>
                <a:path w="320" h="289">
                  <a:moveTo>
                    <a:pt x="167" y="1"/>
                  </a:moveTo>
                  <a:cubicBezTo>
                    <a:pt x="113" y="1"/>
                    <a:pt x="56" y="38"/>
                    <a:pt x="23" y="88"/>
                  </a:cubicBezTo>
                  <a:cubicBezTo>
                    <a:pt x="0" y="156"/>
                    <a:pt x="23" y="248"/>
                    <a:pt x="92" y="270"/>
                  </a:cubicBezTo>
                  <a:cubicBezTo>
                    <a:pt x="111" y="283"/>
                    <a:pt x="132" y="289"/>
                    <a:pt x="153" y="289"/>
                  </a:cubicBezTo>
                  <a:cubicBezTo>
                    <a:pt x="208" y="289"/>
                    <a:pt x="264" y="251"/>
                    <a:pt x="297" y="202"/>
                  </a:cubicBezTo>
                  <a:cubicBezTo>
                    <a:pt x="320" y="133"/>
                    <a:pt x="297" y="65"/>
                    <a:pt x="229" y="19"/>
                  </a:cubicBezTo>
                  <a:cubicBezTo>
                    <a:pt x="210" y="7"/>
                    <a:pt x="189" y="1"/>
                    <a:pt x="167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39" name="Google Shape;2694;p14"/>
            <p:cNvSpPr/>
            <p:nvPr/>
          </p:nvSpPr>
          <p:spPr>
            <a:xfrm>
              <a:off x="8869680" y="6453360"/>
              <a:ext cx="23400" cy="18000"/>
            </a:xfrm>
            <a:custGeom>
              <a:avLst/>
              <a:gdLst>
                <a:gd name="textAreaLeft" fmla="*/ 0 w 23400"/>
                <a:gd name="textAreaRight" fmla="*/ 24840 w 23400"/>
                <a:gd name="textAreaTop" fmla="*/ 0 h 18000"/>
                <a:gd name="textAreaBottom" fmla="*/ 19440 h 18000"/>
              </a:gdLst>
              <a:ahLst/>
              <a:cxnLst/>
              <a:rect l="textAreaLeft" t="textAreaTop" r="textAreaRight" b="textAreaBottom"/>
              <a:pathLst>
                <a:path w="275" h="215">
                  <a:moveTo>
                    <a:pt x="129" y="1"/>
                  </a:moveTo>
                  <a:cubicBezTo>
                    <a:pt x="73" y="1"/>
                    <a:pt x="17" y="26"/>
                    <a:pt x="0" y="78"/>
                  </a:cubicBezTo>
                  <a:lnTo>
                    <a:pt x="251" y="214"/>
                  </a:lnTo>
                  <a:cubicBezTo>
                    <a:pt x="274" y="146"/>
                    <a:pt x="251" y="55"/>
                    <a:pt x="183" y="9"/>
                  </a:cubicBezTo>
                  <a:cubicBezTo>
                    <a:pt x="166" y="3"/>
                    <a:pt x="147" y="1"/>
                    <a:pt x="129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720" rIns="90000" bIns="97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40" name="Google Shape;2695;p14"/>
            <p:cNvSpPr/>
            <p:nvPr/>
          </p:nvSpPr>
          <p:spPr>
            <a:xfrm>
              <a:off x="4621320" y="3555720"/>
              <a:ext cx="27360" cy="2412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24120"/>
                <a:gd name="textAreaBottom" fmla="*/ 25560 h 24120"/>
              </a:gdLst>
              <a:ahLst/>
              <a:cxnLst/>
              <a:rect l="textAreaLeft" t="textAreaTop" r="textAreaRight" b="textAreaBottom"/>
              <a:pathLst>
                <a:path w="321" h="284">
                  <a:moveTo>
                    <a:pt x="150" y="0"/>
                  </a:moveTo>
                  <a:cubicBezTo>
                    <a:pt x="101" y="0"/>
                    <a:pt x="53" y="26"/>
                    <a:pt x="23" y="70"/>
                  </a:cubicBezTo>
                  <a:cubicBezTo>
                    <a:pt x="1" y="138"/>
                    <a:pt x="23" y="230"/>
                    <a:pt x="92" y="275"/>
                  </a:cubicBezTo>
                  <a:cubicBezTo>
                    <a:pt x="109" y="281"/>
                    <a:pt x="127" y="284"/>
                    <a:pt x="146" y="284"/>
                  </a:cubicBezTo>
                  <a:cubicBezTo>
                    <a:pt x="202" y="284"/>
                    <a:pt x="257" y="258"/>
                    <a:pt x="274" y="207"/>
                  </a:cubicBezTo>
                  <a:cubicBezTo>
                    <a:pt x="320" y="138"/>
                    <a:pt x="297" y="47"/>
                    <a:pt x="229" y="24"/>
                  </a:cubicBezTo>
                  <a:cubicBezTo>
                    <a:pt x="205" y="8"/>
                    <a:pt x="177" y="0"/>
                    <a:pt x="150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600" rIns="90000" bIns="126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41" name="Google Shape;2696;p14"/>
            <p:cNvSpPr/>
            <p:nvPr/>
          </p:nvSpPr>
          <p:spPr>
            <a:xfrm>
              <a:off x="4572000" y="3645000"/>
              <a:ext cx="21240" cy="18720"/>
            </a:xfrm>
            <a:custGeom>
              <a:avLst/>
              <a:gdLst>
                <a:gd name="textAreaLeft" fmla="*/ 0 w 21240"/>
                <a:gd name="textAreaRight" fmla="*/ 22680 w 21240"/>
                <a:gd name="textAreaTop" fmla="*/ 0 h 18720"/>
                <a:gd name="textAreaBottom" fmla="*/ 20160 h 18720"/>
              </a:gdLst>
              <a:ahLst/>
              <a:cxnLst/>
              <a:rect l="textAreaLeft" t="textAreaTop" r="textAreaRight" b="textAreaBottom"/>
              <a:pathLst>
                <a:path w="252" h="224">
                  <a:moveTo>
                    <a:pt x="129" y="1"/>
                  </a:moveTo>
                  <a:cubicBezTo>
                    <a:pt x="81" y="1"/>
                    <a:pt x="40" y="22"/>
                    <a:pt x="24" y="55"/>
                  </a:cubicBezTo>
                  <a:cubicBezTo>
                    <a:pt x="1" y="124"/>
                    <a:pt x="24" y="192"/>
                    <a:pt x="69" y="215"/>
                  </a:cubicBezTo>
                  <a:cubicBezTo>
                    <a:pt x="86" y="221"/>
                    <a:pt x="103" y="224"/>
                    <a:pt x="120" y="224"/>
                  </a:cubicBezTo>
                  <a:cubicBezTo>
                    <a:pt x="169" y="224"/>
                    <a:pt x="212" y="198"/>
                    <a:pt x="229" y="147"/>
                  </a:cubicBezTo>
                  <a:cubicBezTo>
                    <a:pt x="252" y="101"/>
                    <a:pt x="229" y="32"/>
                    <a:pt x="183" y="10"/>
                  </a:cubicBezTo>
                  <a:cubicBezTo>
                    <a:pt x="165" y="4"/>
                    <a:pt x="147" y="1"/>
                    <a:pt x="129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080" rIns="9000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42" name="Google Shape;2697;p14"/>
            <p:cNvSpPr/>
            <p:nvPr/>
          </p:nvSpPr>
          <p:spPr>
            <a:xfrm>
              <a:off x="6180120" y="5192280"/>
              <a:ext cx="33480" cy="2304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23040"/>
                <a:gd name="textAreaBottom" fmla="*/ 24480 h 23040"/>
              </a:gdLst>
              <a:ahLst/>
              <a:cxnLst/>
              <a:rect l="textAreaLeft" t="textAreaTop" r="textAreaRight" b="textAreaBottom"/>
              <a:pathLst>
                <a:path w="389" h="274">
                  <a:moveTo>
                    <a:pt x="161" y="0"/>
                  </a:moveTo>
                  <a:cubicBezTo>
                    <a:pt x="95" y="0"/>
                    <a:pt x="32" y="36"/>
                    <a:pt x="1" y="114"/>
                  </a:cubicBezTo>
                  <a:lnTo>
                    <a:pt x="343" y="274"/>
                  </a:lnTo>
                  <a:cubicBezTo>
                    <a:pt x="389" y="182"/>
                    <a:pt x="366" y="68"/>
                    <a:pt x="252" y="23"/>
                  </a:cubicBezTo>
                  <a:cubicBezTo>
                    <a:pt x="223" y="8"/>
                    <a:pt x="192" y="0"/>
                    <a:pt x="161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240" rIns="90000" bIns="122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43" name="Google Shape;2698;p14"/>
            <p:cNvSpPr/>
            <p:nvPr/>
          </p:nvSpPr>
          <p:spPr>
            <a:xfrm>
              <a:off x="8824680" y="4312800"/>
              <a:ext cx="29520" cy="25560"/>
            </a:xfrm>
            <a:custGeom>
              <a:avLst/>
              <a:gdLst>
                <a:gd name="textAreaLeft" fmla="*/ 0 w 29520"/>
                <a:gd name="textAreaRight" fmla="*/ 30960 w 29520"/>
                <a:gd name="textAreaTop" fmla="*/ 0 h 25560"/>
                <a:gd name="textAreaBottom" fmla="*/ 27000 h 25560"/>
              </a:gdLst>
              <a:ahLst/>
              <a:cxnLst/>
              <a:rect l="textAreaLeft" t="textAreaTop" r="textAreaRight" b="textAreaBottom"/>
              <a:pathLst>
                <a:path w="343" h="301">
                  <a:moveTo>
                    <a:pt x="174" y="0"/>
                  </a:moveTo>
                  <a:cubicBezTo>
                    <a:pt x="117" y="0"/>
                    <a:pt x="57" y="26"/>
                    <a:pt x="23" y="77"/>
                  </a:cubicBezTo>
                  <a:cubicBezTo>
                    <a:pt x="0" y="168"/>
                    <a:pt x="23" y="260"/>
                    <a:pt x="114" y="283"/>
                  </a:cubicBezTo>
                  <a:cubicBezTo>
                    <a:pt x="133" y="295"/>
                    <a:pt x="154" y="301"/>
                    <a:pt x="175" y="301"/>
                  </a:cubicBezTo>
                  <a:cubicBezTo>
                    <a:pt x="228" y="301"/>
                    <a:pt x="280" y="263"/>
                    <a:pt x="297" y="214"/>
                  </a:cubicBezTo>
                  <a:cubicBezTo>
                    <a:pt x="342" y="146"/>
                    <a:pt x="297" y="54"/>
                    <a:pt x="228" y="9"/>
                  </a:cubicBezTo>
                  <a:cubicBezTo>
                    <a:pt x="211" y="3"/>
                    <a:pt x="193" y="0"/>
                    <a:pt x="174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3320" rIns="90000" bIns="133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44" name="Google Shape;2699;p14"/>
            <p:cNvSpPr/>
            <p:nvPr/>
          </p:nvSpPr>
          <p:spPr>
            <a:xfrm>
              <a:off x="9302040" y="4282200"/>
              <a:ext cx="29520" cy="25560"/>
            </a:xfrm>
            <a:custGeom>
              <a:avLst/>
              <a:gdLst>
                <a:gd name="textAreaLeft" fmla="*/ 0 w 29520"/>
                <a:gd name="textAreaRight" fmla="*/ 30960 w 29520"/>
                <a:gd name="textAreaTop" fmla="*/ 0 h 25560"/>
                <a:gd name="textAreaBottom" fmla="*/ 27000 h 25560"/>
              </a:gdLst>
              <a:ahLst/>
              <a:cxnLst/>
              <a:rect l="textAreaLeft" t="textAreaTop" r="textAreaRight" b="textAreaBottom"/>
              <a:pathLst>
                <a:path w="343" h="302">
                  <a:moveTo>
                    <a:pt x="174" y="1"/>
                  </a:moveTo>
                  <a:cubicBezTo>
                    <a:pt x="117" y="1"/>
                    <a:pt x="57" y="26"/>
                    <a:pt x="23" y="78"/>
                  </a:cubicBezTo>
                  <a:cubicBezTo>
                    <a:pt x="0" y="169"/>
                    <a:pt x="23" y="238"/>
                    <a:pt x="92" y="283"/>
                  </a:cubicBezTo>
                  <a:cubicBezTo>
                    <a:pt x="117" y="296"/>
                    <a:pt x="143" y="302"/>
                    <a:pt x="167" y="302"/>
                  </a:cubicBezTo>
                  <a:cubicBezTo>
                    <a:pt x="229" y="302"/>
                    <a:pt x="281" y="264"/>
                    <a:pt x="297" y="215"/>
                  </a:cubicBezTo>
                  <a:cubicBezTo>
                    <a:pt x="343" y="146"/>
                    <a:pt x="320" y="55"/>
                    <a:pt x="229" y="9"/>
                  </a:cubicBezTo>
                  <a:cubicBezTo>
                    <a:pt x="211" y="4"/>
                    <a:pt x="193" y="1"/>
                    <a:pt x="174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3320" rIns="90000" bIns="133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45" name="Google Shape;2700;p14"/>
            <p:cNvSpPr/>
            <p:nvPr/>
          </p:nvSpPr>
          <p:spPr>
            <a:xfrm>
              <a:off x="7851600" y="4443120"/>
              <a:ext cx="37440" cy="32400"/>
            </a:xfrm>
            <a:custGeom>
              <a:avLst/>
              <a:gdLst>
                <a:gd name="textAreaLeft" fmla="*/ 0 w 37440"/>
                <a:gd name="textAreaRight" fmla="*/ 38880 w 37440"/>
                <a:gd name="textAreaTop" fmla="*/ 0 h 32400"/>
                <a:gd name="textAreaBottom" fmla="*/ 33840 h 32400"/>
              </a:gdLst>
              <a:ahLst/>
              <a:cxnLst/>
              <a:rect l="textAreaLeft" t="textAreaTop" r="textAreaRight" b="textAreaBottom"/>
              <a:pathLst>
                <a:path w="434" h="379">
                  <a:moveTo>
                    <a:pt x="220" y="1"/>
                  </a:moveTo>
                  <a:cubicBezTo>
                    <a:pt x="149" y="1"/>
                    <a:pt x="79" y="43"/>
                    <a:pt x="46" y="110"/>
                  </a:cubicBezTo>
                  <a:cubicBezTo>
                    <a:pt x="0" y="201"/>
                    <a:pt x="46" y="315"/>
                    <a:pt x="137" y="361"/>
                  </a:cubicBezTo>
                  <a:cubicBezTo>
                    <a:pt x="161" y="373"/>
                    <a:pt x="188" y="379"/>
                    <a:pt x="214" y="379"/>
                  </a:cubicBezTo>
                  <a:cubicBezTo>
                    <a:pt x="285" y="379"/>
                    <a:pt x="355" y="336"/>
                    <a:pt x="388" y="270"/>
                  </a:cubicBezTo>
                  <a:cubicBezTo>
                    <a:pt x="434" y="178"/>
                    <a:pt x="388" y="64"/>
                    <a:pt x="297" y="18"/>
                  </a:cubicBezTo>
                  <a:cubicBezTo>
                    <a:pt x="272" y="6"/>
                    <a:pt x="246" y="1"/>
                    <a:pt x="220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6920" rIns="90000" bIns="169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46" name="Google Shape;2701;p14"/>
            <p:cNvSpPr/>
            <p:nvPr/>
          </p:nvSpPr>
          <p:spPr>
            <a:xfrm>
              <a:off x="8390520" y="4386600"/>
              <a:ext cx="33480" cy="2880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28800"/>
                <a:gd name="textAreaBottom" fmla="*/ 30240 h 28800"/>
              </a:gdLst>
              <a:ahLst/>
              <a:cxnLst/>
              <a:rect l="textAreaLeft" t="textAreaTop" r="textAreaRight" b="textAreaBottom"/>
              <a:pathLst>
                <a:path w="389" h="337">
                  <a:moveTo>
                    <a:pt x="197" y="0"/>
                  </a:moveTo>
                  <a:cubicBezTo>
                    <a:pt x="134" y="0"/>
                    <a:pt x="63" y="30"/>
                    <a:pt x="46" y="100"/>
                  </a:cubicBezTo>
                  <a:cubicBezTo>
                    <a:pt x="0" y="168"/>
                    <a:pt x="23" y="282"/>
                    <a:pt x="114" y="328"/>
                  </a:cubicBezTo>
                  <a:cubicBezTo>
                    <a:pt x="136" y="333"/>
                    <a:pt x="157" y="336"/>
                    <a:pt x="178" y="336"/>
                  </a:cubicBezTo>
                  <a:cubicBezTo>
                    <a:pt x="246" y="336"/>
                    <a:pt x="308" y="306"/>
                    <a:pt x="342" y="237"/>
                  </a:cubicBezTo>
                  <a:cubicBezTo>
                    <a:pt x="388" y="168"/>
                    <a:pt x="342" y="54"/>
                    <a:pt x="251" y="8"/>
                  </a:cubicBezTo>
                  <a:cubicBezTo>
                    <a:pt x="235" y="3"/>
                    <a:pt x="216" y="0"/>
                    <a:pt x="197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120" rIns="90000" bIns="151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47" name="Google Shape;2702;p14"/>
            <p:cNvSpPr/>
            <p:nvPr/>
          </p:nvSpPr>
          <p:spPr>
            <a:xfrm>
              <a:off x="6090120" y="5094360"/>
              <a:ext cx="33480" cy="2952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29520"/>
                <a:gd name="textAreaBottom" fmla="*/ 30960 h 29520"/>
              </a:gdLst>
              <a:ahLst/>
              <a:cxnLst/>
              <a:rect l="textAreaLeft" t="textAreaTop" r="textAreaRight" b="textAreaBottom"/>
              <a:pathLst>
                <a:path w="389" h="346">
                  <a:moveTo>
                    <a:pt x="189" y="0"/>
                  </a:moveTo>
                  <a:cubicBezTo>
                    <a:pt x="128" y="0"/>
                    <a:pt x="63" y="42"/>
                    <a:pt x="46" y="109"/>
                  </a:cubicBezTo>
                  <a:cubicBezTo>
                    <a:pt x="0" y="178"/>
                    <a:pt x="23" y="292"/>
                    <a:pt x="114" y="337"/>
                  </a:cubicBezTo>
                  <a:cubicBezTo>
                    <a:pt x="136" y="343"/>
                    <a:pt x="157" y="346"/>
                    <a:pt x="178" y="346"/>
                  </a:cubicBezTo>
                  <a:cubicBezTo>
                    <a:pt x="246" y="346"/>
                    <a:pt x="308" y="316"/>
                    <a:pt x="343" y="246"/>
                  </a:cubicBezTo>
                  <a:cubicBezTo>
                    <a:pt x="388" y="178"/>
                    <a:pt x="343" y="64"/>
                    <a:pt x="251" y="18"/>
                  </a:cubicBezTo>
                  <a:cubicBezTo>
                    <a:pt x="233" y="6"/>
                    <a:pt x="211" y="0"/>
                    <a:pt x="189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480" rIns="90000" bIns="154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48" name="Google Shape;2703;p14"/>
            <p:cNvSpPr/>
            <p:nvPr/>
          </p:nvSpPr>
          <p:spPr>
            <a:xfrm>
              <a:off x="7788240" y="4893120"/>
              <a:ext cx="21240" cy="19440"/>
            </a:xfrm>
            <a:custGeom>
              <a:avLst/>
              <a:gdLst>
                <a:gd name="textAreaLeft" fmla="*/ 0 w 21240"/>
                <a:gd name="textAreaRight" fmla="*/ 22680 w 21240"/>
                <a:gd name="textAreaTop" fmla="*/ 0 h 19440"/>
                <a:gd name="textAreaBottom" fmla="*/ 20880 h 19440"/>
              </a:gdLst>
              <a:ahLst/>
              <a:cxnLst/>
              <a:rect l="textAreaLeft" t="textAreaTop" r="textAreaRight" b="textAreaBottom"/>
              <a:pathLst>
                <a:path w="252" h="231">
                  <a:moveTo>
                    <a:pt x="106" y="0"/>
                  </a:moveTo>
                  <a:cubicBezTo>
                    <a:pt x="72" y="0"/>
                    <a:pt x="38" y="25"/>
                    <a:pt x="23" y="70"/>
                  </a:cubicBezTo>
                  <a:cubicBezTo>
                    <a:pt x="0" y="115"/>
                    <a:pt x="23" y="184"/>
                    <a:pt x="69" y="207"/>
                  </a:cubicBezTo>
                  <a:cubicBezTo>
                    <a:pt x="93" y="223"/>
                    <a:pt x="115" y="230"/>
                    <a:pt x="134" y="230"/>
                  </a:cubicBezTo>
                  <a:cubicBezTo>
                    <a:pt x="170" y="230"/>
                    <a:pt x="199" y="205"/>
                    <a:pt x="229" y="161"/>
                  </a:cubicBezTo>
                  <a:cubicBezTo>
                    <a:pt x="252" y="115"/>
                    <a:pt x="229" y="47"/>
                    <a:pt x="160" y="24"/>
                  </a:cubicBezTo>
                  <a:cubicBezTo>
                    <a:pt x="144" y="8"/>
                    <a:pt x="125" y="0"/>
                    <a:pt x="106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440" rIns="90000" bIns="10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49" name="Google Shape;2704;p14"/>
            <p:cNvSpPr/>
            <p:nvPr/>
          </p:nvSpPr>
          <p:spPr>
            <a:xfrm>
              <a:off x="7775640" y="4842360"/>
              <a:ext cx="25200" cy="20880"/>
            </a:xfrm>
            <a:custGeom>
              <a:avLst/>
              <a:gdLst>
                <a:gd name="textAreaLeft" fmla="*/ 0 w 25200"/>
                <a:gd name="textAreaRight" fmla="*/ 26640 w 25200"/>
                <a:gd name="textAreaTop" fmla="*/ 0 h 20880"/>
                <a:gd name="textAreaBottom" fmla="*/ 22320 h 20880"/>
              </a:gdLst>
              <a:ahLst/>
              <a:cxnLst/>
              <a:rect l="textAreaLeft" t="textAreaTop" r="textAreaRight" b="textAreaBottom"/>
              <a:pathLst>
                <a:path w="298" h="249">
                  <a:moveTo>
                    <a:pt x="147" y="1"/>
                  </a:moveTo>
                  <a:cubicBezTo>
                    <a:pt x="101" y="1"/>
                    <a:pt x="62" y="33"/>
                    <a:pt x="46" y="65"/>
                  </a:cubicBezTo>
                  <a:cubicBezTo>
                    <a:pt x="0" y="134"/>
                    <a:pt x="46" y="202"/>
                    <a:pt x="92" y="225"/>
                  </a:cubicBezTo>
                  <a:cubicBezTo>
                    <a:pt x="116" y="241"/>
                    <a:pt x="140" y="249"/>
                    <a:pt x="164" y="249"/>
                  </a:cubicBezTo>
                  <a:cubicBezTo>
                    <a:pt x="206" y="249"/>
                    <a:pt x="245" y="223"/>
                    <a:pt x="274" y="179"/>
                  </a:cubicBezTo>
                  <a:cubicBezTo>
                    <a:pt x="297" y="111"/>
                    <a:pt x="274" y="42"/>
                    <a:pt x="206" y="19"/>
                  </a:cubicBezTo>
                  <a:cubicBezTo>
                    <a:pt x="186" y="6"/>
                    <a:pt x="166" y="1"/>
                    <a:pt x="147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160" rIns="90000" bIns="111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50" name="Google Shape;2705;p14"/>
            <p:cNvSpPr/>
            <p:nvPr/>
          </p:nvSpPr>
          <p:spPr>
            <a:xfrm>
              <a:off x="5737680" y="3027600"/>
              <a:ext cx="37440" cy="32760"/>
            </a:xfrm>
            <a:custGeom>
              <a:avLst/>
              <a:gdLst>
                <a:gd name="textAreaLeft" fmla="*/ 0 w 37440"/>
                <a:gd name="textAreaRight" fmla="*/ 38880 w 37440"/>
                <a:gd name="textAreaTop" fmla="*/ 0 h 32760"/>
                <a:gd name="textAreaBottom" fmla="*/ 34200 h 32760"/>
              </a:gdLst>
              <a:ahLst/>
              <a:cxnLst/>
              <a:rect l="textAreaLeft" t="textAreaTop" r="textAreaRight" b="textAreaBottom"/>
              <a:pathLst>
                <a:path w="434" h="383">
                  <a:moveTo>
                    <a:pt x="220" y="0"/>
                  </a:moveTo>
                  <a:cubicBezTo>
                    <a:pt x="149" y="0"/>
                    <a:pt x="79" y="43"/>
                    <a:pt x="46" y="110"/>
                  </a:cubicBezTo>
                  <a:cubicBezTo>
                    <a:pt x="0" y="201"/>
                    <a:pt x="46" y="315"/>
                    <a:pt x="137" y="361"/>
                  </a:cubicBezTo>
                  <a:cubicBezTo>
                    <a:pt x="166" y="375"/>
                    <a:pt x="197" y="383"/>
                    <a:pt x="228" y="383"/>
                  </a:cubicBezTo>
                  <a:cubicBezTo>
                    <a:pt x="294" y="383"/>
                    <a:pt x="357" y="347"/>
                    <a:pt x="388" y="269"/>
                  </a:cubicBezTo>
                  <a:cubicBezTo>
                    <a:pt x="434" y="178"/>
                    <a:pt x="388" y="64"/>
                    <a:pt x="297" y="18"/>
                  </a:cubicBezTo>
                  <a:cubicBezTo>
                    <a:pt x="273" y="6"/>
                    <a:pt x="246" y="0"/>
                    <a:pt x="220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6920" rIns="90000" bIns="169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51" name="Google Shape;2706;p14"/>
            <p:cNvSpPr/>
            <p:nvPr/>
          </p:nvSpPr>
          <p:spPr>
            <a:xfrm>
              <a:off x="5139360" y="3855960"/>
              <a:ext cx="35640" cy="30240"/>
            </a:xfrm>
            <a:custGeom>
              <a:avLst/>
              <a:gdLst>
                <a:gd name="textAreaLeft" fmla="*/ 0 w 35640"/>
                <a:gd name="textAreaRight" fmla="*/ 37080 w 35640"/>
                <a:gd name="textAreaTop" fmla="*/ 0 h 30240"/>
                <a:gd name="textAreaBottom" fmla="*/ 31680 h 30240"/>
              </a:gdLst>
              <a:ahLst/>
              <a:cxnLst/>
              <a:rect l="textAreaLeft" t="textAreaTop" r="textAreaRight" b="textAreaBottom"/>
              <a:pathLst>
                <a:path w="412" h="352">
                  <a:moveTo>
                    <a:pt x="230" y="0"/>
                  </a:moveTo>
                  <a:cubicBezTo>
                    <a:pt x="156" y="0"/>
                    <a:pt x="81" y="30"/>
                    <a:pt x="46" y="100"/>
                  </a:cubicBezTo>
                  <a:cubicBezTo>
                    <a:pt x="0" y="191"/>
                    <a:pt x="46" y="305"/>
                    <a:pt x="137" y="328"/>
                  </a:cubicBezTo>
                  <a:cubicBezTo>
                    <a:pt x="168" y="343"/>
                    <a:pt x="198" y="351"/>
                    <a:pt x="227" y="351"/>
                  </a:cubicBezTo>
                  <a:cubicBezTo>
                    <a:pt x="284" y="351"/>
                    <a:pt x="335" y="321"/>
                    <a:pt x="366" y="260"/>
                  </a:cubicBezTo>
                  <a:cubicBezTo>
                    <a:pt x="411" y="168"/>
                    <a:pt x="388" y="54"/>
                    <a:pt x="297" y="9"/>
                  </a:cubicBezTo>
                  <a:cubicBezTo>
                    <a:pt x="275" y="3"/>
                    <a:pt x="253" y="0"/>
                    <a:pt x="230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840" rIns="90000" bIns="158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52" name="Google Shape;2707;p14"/>
            <p:cNvSpPr/>
            <p:nvPr/>
          </p:nvSpPr>
          <p:spPr>
            <a:xfrm>
              <a:off x="6937920" y="4594680"/>
              <a:ext cx="39600" cy="33120"/>
            </a:xfrm>
            <a:custGeom>
              <a:avLst/>
              <a:gdLst>
                <a:gd name="textAreaLeft" fmla="*/ 0 w 39600"/>
                <a:gd name="textAreaRight" fmla="*/ 41040 w 39600"/>
                <a:gd name="textAreaTop" fmla="*/ 0 h 33120"/>
                <a:gd name="textAreaBottom" fmla="*/ 34560 h 33120"/>
              </a:gdLst>
              <a:ahLst/>
              <a:cxnLst/>
              <a:rect l="textAreaLeft" t="textAreaTop" r="textAreaRight" b="textAreaBottom"/>
              <a:pathLst>
                <a:path w="458" h="384">
                  <a:moveTo>
                    <a:pt x="240" y="1"/>
                  </a:moveTo>
                  <a:cubicBezTo>
                    <a:pt x="162" y="1"/>
                    <a:pt x="80" y="43"/>
                    <a:pt x="47" y="110"/>
                  </a:cubicBezTo>
                  <a:cubicBezTo>
                    <a:pt x="1" y="201"/>
                    <a:pt x="47" y="315"/>
                    <a:pt x="138" y="361"/>
                  </a:cubicBezTo>
                  <a:cubicBezTo>
                    <a:pt x="176" y="376"/>
                    <a:pt x="214" y="384"/>
                    <a:pt x="249" y="384"/>
                  </a:cubicBezTo>
                  <a:cubicBezTo>
                    <a:pt x="320" y="384"/>
                    <a:pt x="381" y="353"/>
                    <a:pt x="412" y="292"/>
                  </a:cubicBezTo>
                  <a:cubicBezTo>
                    <a:pt x="457" y="178"/>
                    <a:pt x="412" y="64"/>
                    <a:pt x="320" y="19"/>
                  </a:cubicBezTo>
                  <a:cubicBezTo>
                    <a:pt x="296" y="6"/>
                    <a:pt x="268" y="1"/>
                    <a:pt x="240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7280" rIns="90000" bIns="172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53" name="Google Shape;2708;p14"/>
            <p:cNvSpPr/>
            <p:nvPr/>
          </p:nvSpPr>
          <p:spPr>
            <a:xfrm>
              <a:off x="6239520" y="4335120"/>
              <a:ext cx="23400" cy="20880"/>
            </a:xfrm>
            <a:custGeom>
              <a:avLst/>
              <a:gdLst>
                <a:gd name="textAreaLeft" fmla="*/ 0 w 23400"/>
                <a:gd name="textAreaRight" fmla="*/ 24840 w 23400"/>
                <a:gd name="textAreaTop" fmla="*/ 0 h 20880"/>
                <a:gd name="textAreaBottom" fmla="*/ 22320 h 20880"/>
              </a:gdLst>
              <a:ahLst/>
              <a:cxnLst/>
              <a:rect l="textAreaLeft" t="textAreaTop" r="textAreaRight" b="textAreaBottom"/>
              <a:pathLst>
                <a:path w="275" h="247">
                  <a:moveTo>
                    <a:pt x="151" y="1"/>
                  </a:moveTo>
                  <a:cubicBezTo>
                    <a:pt x="102" y="1"/>
                    <a:pt x="57" y="22"/>
                    <a:pt x="23" y="55"/>
                  </a:cubicBezTo>
                  <a:cubicBezTo>
                    <a:pt x="1" y="124"/>
                    <a:pt x="23" y="215"/>
                    <a:pt x="92" y="238"/>
                  </a:cubicBezTo>
                  <a:cubicBezTo>
                    <a:pt x="103" y="244"/>
                    <a:pt x="117" y="247"/>
                    <a:pt x="133" y="247"/>
                  </a:cubicBezTo>
                  <a:cubicBezTo>
                    <a:pt x="179" y="247"/>
                    <a:pt x="234" y="221"/>
                    <a:pt x="252" y="170"/>
                  </a:cubicBezTo>
                  <a:cubicBezTo>
                    <a:pt x="274" y="124"/>
                    <a:pt x="252" y="33"/>
                    <a:pt x="206" y="10"/>
                  </a:cubicBezTo>
                  <a:cubicBezTo>
                    <a:pt x="188" y="4"/>
                    <a:pt x="169" y="1"/>
                    <a:pt x="151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160" rIns="90000" bIns="111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54" name="Google Shape;2709;p14"/>
            <p:cNvSpPr/>
            <p:nvPr/>
          </p:nvSpPr>
          <p:spPr>
            <a:xfrm>
              <a:off x="6171840" y="4385880"/>
              <a:ext cx="41760" cy="34560"/>
            </a:xfrm>
            <a:custGeom>
              <a:avLst/>
              <a:gdLst>
                <a:gd name="textAreaLeft" fmla="*/ 0 w 41760"/>
                <a:gd name="textAreaRight" fmla="*/ 43200 w 41760"/>
                <a:gd name="textAreaTop" fmla="*/ 0 h 34560"/>
                <a:gd name="textAreaBottom" fmla="*/ 36000 h 34560"/>
              </a:gdLst>
              <a:ahLst/>
              <a:cxnLst/>
              <a:rect l="textAreaLeft" t="textAreaTop" r="textAreaRight" b="textAreaBottom"/>
              <a:pathLst>
                <a:path w="480" h="402">
                  <a:moveTo>
                    <a:pt x="243" y="0"/>
                  </a:moveTo>
                  <a:cubicBezTo>
                    <a:pt x="172" y="0"/>
                    <a:pt x="102" y="43"/>
                    <a:pt x="69" y="110"/>
                  </a:cubicBezTo>
                  <a:cubicBezTo>
                    <a:pt x="0" y="201"/>
                    <a:pt x="46" y="338"/>
                    <a:pt x="160" y="384"/>
                  </a:cubicBezTo>
                  <a:cubicBezTo>
                    <a:pt x="185" y="396"/>
                    <a:pt x="211" y="401"/>
                    <a:pt x="237" y="401"/>
                  </a:cubicBezTo>
                  <a:cubicBezTo>
                    <a:pt x="308" y="401"/>
                    <a:pt x="378" y="359"/>
                    <a:pt x="411" y="292"/>
                  </a:cubicBezTo>
                  <a:cubicBezTo>
                    <a:pt x="480" y="178"/>
                    <a:pt x="434" y="64"/>
                    <a:pt x="320" y="18"/>
                  </a:cubicBezTo>
                  <a:cubicBezTo>
                    <a:pt x="295" y="6"/>
                    <a:pt x="269" y="0"/>
                    <a:pt x="243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8000" rIns="90000" bIns="180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55" name="Google Shape;2710;p14"/>
            <p:cNvSpPr/>
            <p:nvPr/>
          </p:nvSpPr>
          <p:spPr>
            <a:xfrm>
              <a:off x="6725160" y="3155400"/>
              <a:ext cx="23040" cy="18720"/>
            </a:xfrm>
            <a:custGeom>
              <a:avLst/>
              <a:gdLst>
                <a:gd name="textAreaLeft" fmla="*/ 0 w 23040"/>
                <a:gd name="textAreaRight" fmla="*/ 24480 w 23040"/>
                <a:gd name="textAreaTop" fmla="*/ 0 h 18720"/>
                <a:gd name="textAreaBottom" fmla="*/ 20160 h 18720"/>
              </a:gdLst>
              <a:ahLst/>
              <a:cxnLst/>
              <a:rect l="textAreaLeft" t="textAreaTop" r="textAreaRight" b="textAreaBottom"/>
              <a:pathLst>
                <a:path w="274" h="224">
                  <a:moveTo>
                    <a:pt x="142" y="0"/>
                  </a:moveTo>
                  <a:cubicBezTo>
                    <a:pt x="102" y="0"/>
                    <a:pt x="56" y="22"/>
                    <a:pt x="23" y="55"/>
                  </a:cubicBezTo>
                  <a:cubicBezTo>
                    <a:pt x="0" y="124"/>
                    <a:pt x="23" y="192"/>
                    <a:pt x="91" y="215"/>
                  </a:cubicBezTo>
                  <a:cubicBezTo>
                    <a:pt x="104" y="221"/>
                    <a:pt x="118" y="224"/>
                    <a:pt x="132" y="224"/>
                  </a:cubicBezTo>
                  <a:cubicBezTo>
                    <a:pt x="172" y="224"/>
                    <a:pt x="218" y="203"/>
                    <a:pt x="251" y="169"/>
                  </a:cubicBezTo>
                  <a:cubicBezTo>
                    <a:pt x="274" y="101"/>
                    <a:pt x="251" y="32"/>
                    <a:pt x="183" y="9"/>
                  </a:cubicBezTo>
                  <a:cubicBezTo>
                    <a:pt x="170" y="3"/>
                    <a:pt x="157" y="0"/>
                    <a:pt x="142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080" rIns="9000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56" name="Google Shape;2711;p14"/>
            <p:cNvSpPr/>
            <p:nvPr/>
          </p:nvSpPr>
          <p:spPr>
            <a:xfrm>
              <a:off x="5508000" y="3191400"/>
              <a:ext cx="33480" cy="2916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29160"/>
                <a:gd name="textAreaBottom" fmla="*/ 30600 h 29160"/>
              </a:gdLst>
              <a:ahLst/>
              <a:cxnLst/>
              <a:rect l="textAreaLeft" t="textAreaTop" r="textAreaRight" b="textAreaBottom"/>
              <a:pathLst>
                <a:path w="389" h="339">
                  <a:moveTo>
                    <a:pt x="195" y="1"/>
                  </a:moveTo>
                  <a:cubicBezTo>
                    <a:pt x="127" y="1"/>
                    <a:pt x="63" y="38"/>
                    <a:pt x="47" y="88"/>
                  </a:cubicBezTo>
                  <a:cubicBezTo>
                    <a:pt x="1" y="179"/>
                    <a:pt x="24" y="293"/>
                    <a:pt x="115" y="316"/>
                  </a:cubicBezTo>
                  <a:cubicBezTo>
                    <a:pt x="145" y="331"/>
                    <a:pt x="176" y="339"/>
                    <a:pt x="205" y="339"/>
                  </a:cubicBezTo>
                  <a:cubicBezTo>
                    <a:pt x="262" y="339"/>
                    <a:pt x="313" y="308"/>
                    <a:pt x="343" y="248"/>
                  </a:cubicBezTo>
                  <a:cubicBezTo>
                    <a:pt x="389" y="156"/>
                    <a:pt x="343" y="65"/>
                    <a:pt x="275" y="19"/>
                  </a:cubicBezTo>
                  <a:cubicBezTo>
                    <a:pt x="249" y="7"/>
                    <a:pt x="222" y="1"/>
                    <a:pt x="195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120" rIns="90000" bIns="151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57" name="Google Shape;2712;p14"/>
            <p:cNvSpPr/>
            <p:nvPr/>
          </p:nvSpPr>
          <p:spPr>
            <a:xfrm>
              <a:off x="5231520" y="3727800"/>
              <a:ext cx="27360" cy="2412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24120"/>
                <a:gd name="textAreaBottom" fmla="*/ 25560 h 24120"/>
              </a:gdLst>
              <a:ahLst/>
              <a:cxnLst/>
              <a:rect l="textAreaLeft" t="textAreaTop" r="textAreaRight" b="textAreaBottom"/>
              <a:pathLst>
                <a:path w="320" h="284">
                  <a:moveTo>
                    <a:pt x="156" y="1"/>
                  </a:moveTo>
                  <a:cubicBezTo>
                    <a:pt x="107" y="1"/>
                    <a:pt x="61" y="31"/>
                    <a:pt x="46" y="92"/>
                  </a:cubicBezTo>
                  <a:cubicBezTo>
                    <a:pt x="0" y="160"/>
                    <a:pt x="23" y="229"/>
                    <a:pt x="115" y="275"/>
                  </a:cubicBezTo>
                  <a:cubicBezTo>
                    <a:pt x="132" y="280"/>
                    <a:pt x="149" y="283"/>
                    <a:pt x="166" y="283"/>
                  </a:cubicBezTo>
                  <a:cubicBezTo>
                    <a:pt x="216" y="283"/>
                    <a:pt x="263" y="257"/>
                    <a:pt x="297" y="206"/>
                  </a:cubicBezTo>
                  <a:cubicBezTo>
                    <a:pt x="320" y="138"/>
                    <a:pt x="297" y="46"/>
                    <a:pt x="229" y="23"/>
                  </a:cubicBezTo>
                  <a:cubicBezTo>
                    <a:pt x="206" y="8"/>
                    <a:pt x="181" y="1"/>
                    <a:pt x="156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600" rIns="90000" bIns="126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58" name="Google Shape;2713;p14"/>
            <p:cNvSpPr/>
            <p:nvPr/>
          </p:nvSpPr>
          <p:spPr>
            <a:xfrm>
              <a:off x="6452640" y="4901400"/>
              <a:ext cx="29520" cy="24120"/>
            </a:xfrm>
            <a:custGeom>
              <a:avLst/>
              <a:gdLst>
                <a:gd name="textAreaLeft" fmla="*/ 0 w 29520"/>
                <a:gd name="textAreaRight" fmla="*/ 30960 w 29520"/>
                <a:gd name="textAreaTop" fmla="*/ 0 h 24120"/>
                <a:gd name="textAreaBottom" fmla="*/ 25560 h 24120"/>
              </a:gdLst>
              <a:ahLst/>
              <a:cxnLst/>
              <a:rect l="textAreaLeft" t="textAreaTop" r="textAreaRight" b="textAreaBottom"/>
              <a:pathLst>
                <a:path w="343" h="284">
                  <a:moveTo>
                    <a:pt x="151" y="1"/>
                  </a:moveTo>
                  <a:cubicBezTo>
                    <a:pt x="104" y="1"/>
                    <a:pt x="61" y="26"/>
                    <a:pt x="46" y="70"/>
                  </a:cubicBezTo>
                  <a:cubicBezTo>
                    <a:pt x="0" y="161"/>
                    <a:pt x="46" y="230"/>
                    <a:pt x="114" y="275"/>
                  </a:cubicBezTo>
                  <a:cubicBezTo>
                    <a:pt x="132" y="281"/>
                    <a:pt x="150" y="284"/>
                    <a:pt x="169" y="284"/>
                  </a:cubicBezTo>
                  <a:cubicBezTo>
                    <a:pt x="224" y="284"/>
                    <a:pt x="280" y="258"/>
                    <a:pt x="297" y="207"/>
                  </a:cubicBezTo>
                  <a:cubicBezTo>
                    <a:pt x="343" y="138"/>
                    <a:pt x="297" y="47"/>
                    <a:pt x="229" y="24"/>
                  </a:cubicBezTo>
                  <a:cubicBezTo>
                    <a:pt x="204" y="8"/>
                    <a:pt x="177" y="1"/>
                    <a:pt x="151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600" rIns="90000" bIns="126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59" name="Google Shape;2714;p14"/>
            <p:cNvSpPr/>
            <p:nvPr/>
          </p:nvSpPr>
          <p:spPr>
            <a:xfrm>
              <a:off x="6694200" y="3108240"/>
              <a:ext cx="39600" cy="36000"/>
            </a:xfrm>
            <a:custGeom>
              <a:avLst/>
              <a:gdLst>
                <a:gd name="textAreaLeft" fmla="*/ 0 w 39600"/>
                <a:gd name="textAreaRight" fmla="*/ 41040 w 39600"/>
                <a:gd name="textAreaTop" fmla="*/ 0 h 36000"/>
                <a:gd name="textAreaBottom" fmla="*/ 37440 h 36000"/>
              </a:gdLst>
              <a:ahLst/>
              <a:cxnLst/>
              <a:rect l="textAreaLeft" t="textAreaTop" r="textAreaRight" b="textAreaBottom"/>
              <a:pathLst>
                <a:path w="458" h="416">
                  <a:moveTo>
                    <a:pt x="213" y="0"/>
                  </a:moveTo>
                  <a:cubicBezTo>
                    <a:pt x="140" y="0"/>
                    <a:pt x="77" y="46"/>
                    <a:pt x="46" y="124"/>
                  </a:cubicBezTo>
                  <a:cubicBezTo>
                    <a:pt x="1" y="215"/>
                    <a:pt x="24" y="352"/>
                    <a:pt x="138" y="397"/>
                  </a:cubicBezTo>
                  <a:cubicBezTo>
                    <a:pt x="162" y="410"/>
                    <a:pt x="190" y="415"/>
                    <a:pt x="218" y="415"/>
                  </a:cubicBezTo>
                  <a:cubicBezTo>
                    <a:pt x="296" y="415"/>
                    <a:pt x="378" y="373"/>
                    <a:pt x="412" y="306"/>
                  </a:cubicBezTo>
                  <a:cubicBezTo>
                    <a:pt x="457" y="192"/>
                    <a:pt x="412" y="78"/>
                    <a:pt x="320" y="32"/>
                  </a:cubicBezTo>
                  <a:cubicBezTo>
                    <a:pt x="284" y="10"/>
                    <a:pt x="247" y="0"/>
                    <a:pt x="213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8720" rIns="90000" bIns="187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60" name="Google Shape;2715;p14"/>
            <p:cNvSpPr/>
            <p:nvPr/>
          </p:nvSpPr>
          <p:spPr>
            <a:xfrm>
              <a:off x="8204040" y="6066360"/>
              <a:ext cx="25200" cy="21600"/>
            </a:xfrm>
            <a:custGeom>
              <a:avLst/>
              <a:gdLst>
                <a:gd name="textAreaLeft" fmla="*/ 0 w 25200"/>
                <a:gd name="textAreaRight" fmla="*/ 26640 w 25200"/>
                <a:gd name="textAreaTop" fmla="*/ 0 h 21600"/>
                <a:gd name="textAreaBottom" fmla="*/ 23040 h 21600"/>
              </a:gdLst>
              <a:ahLst/>
              <a:cxnLst/>
              <a:rect l="textAreaLeft" t="textAreaTop" r="textAreaRight" b="textAreaBottom"/>
              <a:pathLst>
                <a:path w="298" h="257">
                  <a:moveTo>
                    <a:pt x="152" y="1"/>
                  </a:moveTo>
                  <a:cubicBezTo>
                    <a:pt x="97" y="1"/>
                    <a:pt x="41" y="26"/>
                    <a:pt x="24" y="78"/>
                  </a:cubicBezTo>
                  <a:cubicBezTo>
                    <a:pt x="1" y="123"/>
                    <a:pt x="24" y="215"/>
                    <a:pt x="92" y="237"/>
                  </a:cubicBezTo>
                  <a:cubicBezTo>
                    <a:pt x="112" y="251"/>
                    <a:pt x="132" y="256"/>
                    <a:pt x="151" y="256"/>
                  </a:cubicBezTo>
                  <a:cubicBezTo>
                    <a:pt x="197" y="256"/>
                    <a:pt x="236" y="224"/>
                    <a:pt x="252" y="192"/>
                  </a:cubicBezTo>
                  <a:cubicBezTo>
                    <a:pt x="298" y="123"/>
                    <a:pt x="275" y="32"/>
                    <a:pt x="206" y="9"/>
                  </a:cubicBezTo>
                  <a:cubicBezTo>
                    <a:pt x="189" y="3"/>
                    <a:pt x="171" y="1"/>
                    <a:pt x="152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520" rIns="90000" bIns="115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61" name="Google Shape;2716;p14"/>
            <p:cNvSpPr/>
            <p:nvPr/>
          </p:nvSpPr>
          <p:spPr>
            <a:xfrm>
              <a:off x="5270400" y="3360960"/>
              <a:ext cx="25200" cy="23040"/>
            </a:xfrm>
            <a:custGeom>
              <a:avLst/>
              <a:gdLst>
                <a:gd name="textAreaLeft" fmla="*/ 0 w 25200"/>
                <a:gd name="textAreaRight" fmla="*/ 26640 w 25200"/>
                <a:gd name="textAreaTop" fmla="*/ 0 h 23040"/>
                <a:gd name="textAreaBottom" fmla="*/ 24480 h 23040"/>
              </a:gdLst>
              <a:ahLst/>
              <a:cxnLst/>
              <a:rect l="textAreaLeft" t="textAreaTop" r="textAreaRight" b="textAreaBottom"/>
              <a:pathLst>
                <a:path w="297" h="271">
                  <a:moveTo>
                    <a:pt x="128" y="0"/>
                  </a:moveTo>
                  <a:cubicBezTo>
                    <a:pt x="81" y="0"/>
                    <a:pt x="38" y="25"/>
                    <a:pt x="23" y="69"/>
                  </a:cubicBezTo>
                  <a:cubicBezTo>
                    <a:pt x="0" y="138"/>
                    <a:pt x="23" y="229"/>
                    <a:pt x="91" y="252"/>
                  </a:cubicBezTo>
                  <a:cubicBezTo>
                    <a:pt x="111" y="265"/>
                    <a:pt x="130" y="270"/>
                    <a:pt x="148" y="270"/>
                  </a:cubicBezTo>
                  <a:cubicBezTo>
                    <a:pt x="196" y="270"/>
                    <a:pt x="241" y="233"/>
                    <a:pt x="274" y="184"/>
                  </a:cubicBezTo>
                  <a:cubicBezTo>
                    <a:pt x="297" y="138"/>
                    <a:pt x="274" y="47"/>
                    <a:pt x="206" y="24"/>
                  </a:cubicBezTo>
                  <a:cubicBezTo>
                    <a:pt x="181" y="8"/>
                    <a:pt x="154" y="0"/>
                    <a:pt x="128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240" rIns="90000" bIns="122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62" name="Google Shape;2717;p14"/>
            <p:cNvSpPr/>
            <p:nvPr/>
          </p:nvSpPr>
          <p:spPr>
            <a:xfrm>
              <a:off x="5782680" y="3447000"/>
              <a:ext cx="31320" cy="28080"/>
            </a:xfrm>
            <a:custGeom>
              <a:avLst/>
              <a:gdLst>
                <a:gd name="textAreaLeft" fmla="*/ 0 w 31320"/>
                <a:gd name="textAreaRight" fmla="*/ 32760 w 31320"/>
                <a:gd name="textAreaTop" fmla="*/ 0 h 28080"/>
                <a:gd name="textAreaBottom" fmla="*/ 29520 h 28080"/>
              </a:gdLst>
              <a:ahLst/>
              <a:cxnLst/>
              <a:rect l="textAreaLeft" t="textAreaTop" r="textAreaRight" b="textAreaBottom"/>
              <a:pathLst>
                <a:path w="366" h="329">
                  <a:moveTo>
                    <a:pt x="172" y="1"/>
                  </a:moveTo>
                  <a:cubicBezTo>
                    <a:pt x="115" y="1"/>
                    <a:pt x="54" y="31"/>
                    <a:pt x="23" y="92"/>
                  </a:cubicBezTo>
                  <a:cubicBezTo>
                    <a:pt x="0" y="183"/>
                    <a:pt x="23" y="274"/>
                    <a:pt x="115" y="320"/>
                  </a:cubicBezTo>
                  <a:cubicBezTo>
                    <a:pt x="131" y="326"/>
                    <a:pt x="149" y="328"/>
                    <a:pt x="169" y="328"/>
                  </a:cubicBezTo>
                  <a:cubicBezTo>
                    <a:pt x="233" y="328"/>
                    <a:pt x="308" y="299"/>
                    <a:pt x="343" y="229"/>
                  </a:cubicBezTo>
                  <a:cubicBezTo>
                    <a:pt x="366" y="160"/>
                    <a:pt x="343" y="46"/>
                    <a:pt x="252" y="23"/>
                  </a:cubicBezTo>
                  <a:cubicBezTo>
                    <a:pt x="229" y="8"/>
                    <a:pt x="201" y="1"/>
                    <a:pt x="172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4760" rIns="90000" bIns="147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63" name="Google Shape;2718;p14"/>
            <p:cNvSpPr/>
            <p:nvPr/>
          </p:nvSpPr>
          <p:spPr>
            <a:xfrm>
              <a:off x="5536800" y="3507840"/>
              <a:ext cx="25200" cy="20880"/>
            </a:xfrm>
            <a:custGeom>
              <a:avLst/>
              <a:gdLst>
                <a:gd name="textAreaLeft" fmla="*/ 0 w 25200"/>
                <a:gd name="textAreaRight" fmla="*/ 26640 w 25200"/>
                <a:gd name="textAreaTop" fmla="*/ 0 h 20880"/>
                <a:gd name="textAreaBottom" fmla="*/ 22320 h 20880"/>
              </a:gdLst>
              <a:ahLst/>
              <a:cxnLst/>
              <a:rect l="textAreaLeft" t="textAreaTop" r="textAreaRight" b="textAreaBottom"/>
              <a:pathLst>
                <a:path w="298" h="247">
                  <a:moveTo>
                    <a:pt x="155" y="1"/>
                  </a:moveTo>
                  <a:cubicBezTo>
                    <a:pt x="106" y="1"/>
                    <a:pt x="63" y="26"/>
                    <a:pt x="46" y="78"/>
                  </a:cubicBezTo>
                  <a:cubicBezTo>
                    <a:pt x="0" y="123"/>
                    <a:pt x="46" y="192"/>
                    <a:pt x="92" y="238"/>
                  </a:cubicBezTo>
                  <a:cubicBezTo>
                    <a:pt x="109" y="243"/>
                    <a:pt x="126" y="246"/>
                    <a:pt x="143" y="246"/>
                  </a:cubicBezTo>
                  <a:cubicBezTo>
                    <a:pt x="193" y="246"/>
                    <a:pt x="240" y="220"/>
                    <a:pt x="274" y="169"/>
                  </a:cubicBezTo>
                  <a:cubicBezTo>
                    <a:pt x="297" y="123"/>
                    <a:pt x="274" y="32"/>
                    <a:pt x="206" y="9"/>
                  </a:cubicBezTo>
                  <a:cubicBezTo>
                    <a:pt x="189" y="4"/>
                    <a:pt x="172" y="1"/>
                    <a:pt x="155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160" rIns="90000" bIns="111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64" name="Google Shape;2719;p14"/>
            <p:cNvSpPr/>
            <p:nvPr/>
          </p:nvSpPr>
          <p:spPr>
            <a:xfrm>
              <a:off x="10979640" y="5289840"/>
              <a:ext cx="23400" cy="18720"/>
            </a:xfrm>
            <a:custGeom>
              <a:avLst/>
              <a:gdLst>
                <a:gd name="textAreaLeft" fmla="*/ 0 w 23400"/>
                <a:gd name="textAreaRight" fmla="*/ 24840 w 23400"/>
                <a:gd name="textAreaTop" fmla="*/ 0 h 18720"/>
                <a:gd name="textAreaBottom" fmla="*/ 20160 h 18720"/>
              </a:gdLst>
              <a:ahLst/>
              <a:cxnLst/>
              <a:rect l="textAreaLeft" t="textAreaTop" r="textAreaRight" b="textAreaBottom"/>
              <a:pathLst>
                <a:path w="275" h="224">
                  <a:moveTo>
                    <a:pt x="129" y="0"/>
                  </a:moveTo>
                  <a:cubicBezTo>
                    <a:pt x="81" y="0"/>
                    <a:pt x="40" y="22"/>
                    <a:pt x="23" y="55"/>
                  </a:cubicBezTo>
                  <a:cubicBezTo>
                    <a:pt x="0" y="123"/>
                    <a:pt x="23" y="192"/>
                    <a:pt x="69" y="215"/>
                  </a:cubicBezTo>
                  <a:cubicBezTo>
                    <a:pt x="87" y="221"/>
                    <a:pt x="105" y="224"/>
                    <a:pt x="123" y="224"/>
                  </a:cubicBezTo>
                  <a:cubicBezTo>
                    <a:pt x="171" y="224"/>
                    <a:pt x="212" y="203"/>
                    <a:pt x="229" y="169"/>
                  </a:cubicBezTo>
                  <a:cubicBezTo>
                    <a:pt x="274" y="101"/>
                    <a:pt x="251" y="32"/>
                    <a:pt x="183" y="9"/>
                  </a:cubicBezTo>
                  <a:cubicBezTo>
                    <a:pt x="165" y="3"/>
                    <a:pt x="146" y="0"/>
                    <a:pt x="129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080" rIns="9000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65" name="Google Shape;2720;p14"/>
            <p:cNvSpPr/>
            <p:nvPr/>
          </p:nvSpPr>
          <p:spPr>
            <a:xfrm>
              <a:off x="7841160" y="2927160"/>
              <a:ext cx="35640" cy="30600"/>
            </a:xfrm>
            <a:custGeom>
              <a:avLst/>
              <a:gdLst>
                <a:gd name="textAreaLeft" fmla="*/ 0 w 35640"/>
                <a:gd name="textAreaRight" fmla="*/ 37080 w 35640"/>
                <a:gd name="textAreaTop" fmla="*/ 0 h 30600"/>
                <a:gd name="textAreaBottom" fmla="*/ 32040 h 30600"/>
              </a:gdLst>
              <a:ahLst/>
              <a:cxnLst/>
              <a:rect l="textAreaLeft" t="textAreaTop" r="textAreaRight" b="textAreaBottom"/>
              <a:pathLst>
                <a:path w="412" h="357">
                  <a:moveTo>
                    <a:pt x="202" y="1"/>
                  </a:moveTo>
                  <a:cubicBezTo>
                    <a:pt x="138" y="1"/>
                    <a:pt x="80" y="43"/>
                    <a:pt x="47" y="110"/>
                  </a:cubicBezTo>
                  <a:cubicBezTo>
                    <a:pt x="1" y="179"/>
                    <a:pt x="47" y="293"/>
                    <a:pt x="138" y="338"/>
                  </a:cubicBezTo>
                  <a:cubicBezTo>
                    <a:pt x="156" y="351"/>
                    <a:pt x="178" y="356"/>
                    <a:pt x="201" y="356"/>
                  </a:cubicBezTo>
                  <a:cubicBezTo>
                    <a:pt x="263" y="356"/>
                    <a:pt x="333" y="314"/>
                    <a:pt x="366" y="247"/>
                  </a:cubicBezTo>
                  <a:cubicBezTo>
                    <a:pt x="412" y="179"/>
                    <a:pt x="366" y="64"/>
                    <a:pt x="275" y="19"/>
                  </a:cubicBezTo>
                  <a:cubicBezTo>
                    <a:pt x="250" y="7"/>
                    <a:pt x="226" y="1"/>
                    <a:pt x="202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840" rIns="90000" bIns="158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66" name="Google Shape;2721;p14"/>
            <p:cNvSpPr/>
            <p:nvPr/>
          </p:nvSpPr>
          <p:spPr>
            <a:xfrm>
              <a:off x="5549040" y="3920760"/>
              <a:ext cx="37440" cy="32400"/>
            </a:xfrm>
            <a:custGeom>
              <a:avLst/>
              <a:gdLst>
                <a:gd name="textAreaLeft" fmla="*/ 0 w 37440"/>
                <a:gd name="textAreaRight" fmla="*/ 38880 w 37440"/>
                <a:gd name="textAreaTop" fmla="*/ 0 h 32400"/>
                <a:gd name="textAreaBottom" fmla="*/ 33840 h 32400"/>
              </a:gdLst>
              <a:ahLst/>
              <a:cxnLst/>
              <a:rect l="textAreaLeft" t="textAreaTop" r="textAreaRight" b="textAreaBottom"/>
              <a:pathLst>
                <a:path w="435" h="379">
                  <a:moveTo>
                    <a:pt x="221" y="0"/>
                  </a:moveTo>
                  <a:cubicBezTo>
                    <a:pt x="150" y="0"/>
                    <a:pt x="79" y="43"/>
                    <a:pt x="46" y="109"/>
                  </a:cubicBezTo>
                  <a:cubicBezTo>
                    <a:pt x="0" y="201"/>
                    <a:pt x="46" y="315"/>
                    <a:pt x="137" y="360"/>
                  </a:cubicBezTo>
                  <a:cubicBezTo>
                    <a:pt x="162" y="373"/>
                    <a:pt x="188" y="378"/>
                    <a:pt x="214" y="378"/>
                  </a:cubicBezTo>
                  <a:cubicBezTo>
                    <a:pt x="285" y="378"/>
                    <a:pt x="355" y="336"/>
                    <a:pt x="388" y="269"/>
                  </a:cubicBezTo>
                  <a:cubicBezTo>
                    <a:pt x="434" y="178"/>
                    <a:pt x="388" y="64"/>
                    <a:pt x="297" y="18"/>
                  </a:cubicBezTo>
                  <a:cubicBezTo>
                    <a:pt x="273" y="6"/>
                    <a:pt x="247" y="0"/>
                    <a:pt x="221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6920" rIns="90000" bIns="169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67" name="Google Shape;2722;p14"/>
            <p:cNvSpPr/>
            <p:nvPr/>
          </p:nvSpPr>
          <p:spPr>
            <a:xfrm>
              <a:off x="9068400" y="2346120"/>
              <a:ext cx="23400" cy="20160"/>
            </a:xfrm>
            <a:custGeom>
              <a:avLst/>
              <a:gdLst>
                <a:gd name="textAreaLeft" fmla="*/ 0 w 23400"/>
                <a:gd name="textAreaRight" fmla="*/ 24840 w 23400"/>
                <a:gd name="textAreaTop" fmla="*/ 0 h 20160"/>
                <a:gd name="textAreaBottom" fmla="*/ 21600 h 20160"/>
              </a:gdLst>
              <a:ahLst/>
              <a:cxnLst/>
              <a:rect l="textAreaLeft" t="textAreaTop" r="textAreaRight" b="textAreaBottom"/>
              <a:pathLst>
                <a:path w="275" h="239">
                  <a:moveTo>
                    <a:pt x="142" y="0"/>
                  </a:moveTo>
                  <a:cubicBezTo>
                    <a:pt x="102" y="0"/>
                    <a:pt x="56" y="22"/>
                    <a:pt x="23" y="55"/>
                  </a:cubicBezTo>
                  <a:cubicBezTo>
                    <a:pt x="0" y="124"/>
                    <a:pt x="23" y="192"/>
                    <a:pt x="92" y="215"/>
                  </a:cubicBezTo>
                  <a:cubicBezTo>
                    <a:pt x="108" y="231"/>
                    <a:pt x="127" y="239"/>
                    <a:pt x="147" y="239"/>
                  </a:cubicBezTo>
                  <a:cubicBezTo>
                    <a:pt x="183" y="239"/>
                    <a:pt x="222" y="213"/>
                    <a:pt x="251" y="169"/>
                  </a:cubicBezTo>
                  <a:cubicBezTo>
                    <a:pt x="274" y="101"/>
                    <a:pt x="251" y="32"/>
                    <a:pt x="183" y="9"/>
                  </a:cubicBezTo>
                  <a:cubicBezTo>
                    <a:pt x="171" y="3"/>
                    <a:pt x="157" y="0"/>
                    <a:pt x="142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0" rIns="90000" bIns="108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68" name="Google Shape;2723;p14"/>
            <p:cNvSpPr/>
            <p:nvPr/>
          </p:nvSpPr>
          <p:spPr>
            <a:xfrm>
              <a:off x="6604200" y="5317200"/>
              <a:ext cx="37440" cy="31320"/>
            </a:xfrm>
            <a:custGeom>
              <a:avLst/>
              <a:gdLst>
                <a:gd name="textAreaLeft" fmla="*/ 0 w 37440"/>
                <a:gd name="textAreaRight" fmla="*/ 38880 w 37440"/>
                <a:gd name="textAreaTop" fmla="*/ 0 h 31320"/>
                <a:gd name="textAreaBottom" fmla="*/ 32760 h 31320"/>
              </a:gdLst>
              <a:ahLst/>
              <a:cxnLst/>
              <a:rect l="textAreaLeft" t="textAreaTop" r="textAreaRight" b="textAreaBottom"/>
              <a:pathLst>
                <a:path w="435" h="365">
                  <a:moveTo>
                    <a:pt x="202" y="0"/>
                  </a:moveTo>
                  <a:cubicBezTo>
                    <a:pt x="137" y="0"/>
                    <a:pt x="76" y="30"/>
                    <a:pt x="46" y="91"/>
                  </a:cubicBezTo>
                  <a:cubicBezTo>
                    <a:pt x="0" y="183"/>
                    <a:pt x="46" y="297"/>
                    <a:pt x="137" y="342"/>
                  </a:cubicBezTo>
                  <a:cubicBezTo>
                    <a:pt x="166" y="357"/>
                    <a:pt x="197" y="364"/>
                    <a:pt x="228" y="364"/>
                  </a:cubicBezTo>
                  <a:cubicBezTo>
                    <a:pt x="294" y="364"/>
                    <a:pt x="357" y="329"/>
                    <a:pt x="388" y="251"/>
                  </a:cubicBezTo>
                  <a:cubicBezTo>
                    <a:pt x="434" y="160"/>
                    <a:pt x="388" y="69"/>
                    <a:pt x="297" y="23"/>
                  </a:cubicBezTo>
                  <a:cubicBezTo>
                    <a:pt x="267" y="8"/>
                    <a:pt x="234" y="0"/>
                    <a:pt x="202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6200" rIns="90000" bIns="162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69" name="Google Shape;2724;p14"/>
            <p:cNvSpPr/>
            <p:nvPr/>
          </p:nvSpPr>
          <p:spPr>
            <a:xfrm>
              <a:off x="5891400" y="5028840"/>
              <a:ext cx="33480" cy="2268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22680"/>
                <a:gd name="textAreaBottom" fmla="*/ 24120 h 22680"/>
              </a:gdLst>
              <a:ahLst/>
              <a:cxnLst/>
              <a:rect l="textAreaLeft" t="textAreaTop" r="textAreaRight" b="textAreaBottom"/>
              <a:pathLst>
                <a:path w="389" h="270">
                  <a:moveTo>
                    <a:pt x="175" y="1"/>
                  </a:moveTo>
                  <a:cubicBezTo>
                    <a:pt x="104" y="1"/>
                    <a:pt x="34" y="43"/>
                    <a:pt x="0" y="110"/>
                  </a:cubicBezTo>
                  <a:lnTo>
                    <a:pt x="343" y="270"/>
                  </a:lnTo>
                  <a:cubicBezTo>
                    <a:pt x="388" y="178"/>
                    <a:pt x="343" y="64"/>
                    <a:pt x="251" y="19"/>
                  </a:cubicBezTo>
                  <a:cubicBezTo>
                    <a:pt x="227" y="6"/>
                    <a:pt x="201" y="1"/>
                    <a:pt x="175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880" rIns="90000" bIns="118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70" name="Google Shape;2725;p14"/>
            <p:cNvSpPr/>
            <p:nvPr/>
          </p:nvSpPr>
          <p:spPr>
            <a:xfrm>
              <a:off x="6526440" y="5315040"/>
              <a:ext cx="21240" cy="15120"/>
            </a:xfrm>
            <a:custGeom>
              <a:avLst/>
              <a:gdLst>
                <a:gd name="textAreaLeft" fmla="*/ 0 w 21240"/>
                <a:gd name="textAreaRight" fmla="*/ 22680 w 21240"/>
                <a:gd name="textAreaTop" fmla="*/ 0 h 15120"/>
                <a:gd name="textAreaBottom" fmla="*/ 16560 h 15120"/>
              </a:gdLst>
              <a:ahLst/>
              <a:cxnLst/>
              <a:rect l="textAreaLeft" t="textAreaTop" r="textAreaRight" b="textAreaBottom"/>
              <a:pathLst>
                <a:path w="252" h="184">
                  <a:moveTo>
                    <a:pt x="99" y="0"/>
                  </a:moveTo>
                  <a:cubicBezTo>
                    <a:pt x="58" y="0"/>
                    <a:pt x="15" y="25"/>
                    <a:pt x="0" y="70"/>
                  </a:cubicBezTo>
                  <a:lnTo>
                    <a:pt x="228" y="184"/>
                  </a:lnTo>
                  <a:cubicBezTo>
                    <a:pt x="251" y="115"/>
                    <a:pt x="228" y="47"/>
                    <a:pt x="160" y="24"/>
                  </a:cubicBezTo>
                  <a:cubicBezTo>
                    <a:pt x="144" y="8"/>
                    <a:pt x="122" y="0"/>
                    <a:pt x="99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8280" rIns="90000" bIns="82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71" name="Google Shape;2726;p14"/>
            <p:cNvSpPr/>
            <p:nvPr/>
          </p:nvSpPr>
          <p:spPr>
            <a:xfrm>
              <a:off x="6032520" y="5029560"/>
              <a:ext cx="21240" cy="18720"/>
            </a:xfrm>
            <a:custGeom>
              <a:avLst/>
              <a:gdLst>
                <a:gd name="textAreaLeft" fmla="*/ 0 w 21240"/>
                <a:gd name="textAreaRight" fmla="*/ 22680 w 21240"/>
                <a:gd name="textAreaTop" fmla="*/ 0 h 18720"/>
                <a:gd name="textAreaBottom" fmla="*/ 20160 h 18720"/>
              </a:gdLst>
              <a:ahLst/>
              <a:cxnLst/>
              <a:rect l="textAreaLeft" t="textAreaTop" r="textAreaRight" b="textAreaBottom"/>
              <a:pathLst>
                <a:path w="252" h="224">
                  <a:moveTo>
                    <a:pt x="129" y="1"/>
                  </a:moveTo>
                  <a:cubicBezTo>
                    <a:pt x="81" y="1"/>
                    <a:pt x="40" y="22"/>
                    <a:pt x="23" y="55"/>
                  </a:cubicBezTo>
                  <a:cubicBezTo>
                    <a:pt x="0" y="101"/>
                    <a:pt x="23" y="169"/>
                    <a:pt x="69" y="215"/>
                  </a:cubicBezTo>
                  <a:cubicBezTo>
                    <a:pt x="86" y="221"/>
                    <a:pt x="103" y="224"/>
                    <a:pt x="119" y="224"/>
                  </a:cubicBezTo>
                  <a:cubicBezTo>
                    <a:pt x="168" y="224"/>
                    <a:pt x="211" y="198"/>
                    <a:pt x="228" y="146"/>
                  </a:cubicBezTo>
                  <a:cubicBezTo>
                    <a:pt x="251" y="101"/>
                    <a:pt x="228" y="32"/>
                    <a:pt x="183" y="10"/>
                  </a:cubicBezTo>
                  <a:cubicBezTo>
                    <a:pt x="164" y="3"/>
                    <a:pt x="146" y="1"/>
                    <a:pt x="129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080" rIns="9000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72" name="Google Shape;2727;p14"/>
            <p:cNvSpPr/>
            <p:nvPr/>
          </p:nvSpPr>
          <p:spPr>
            <a:xfrm>
              <a:off x="5587920" y="4712400"/>
              <a:ext cx="27360" cy="2376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23760"/>
                <a:gd name="textAreaBottom" fmla="*/ 25200 h 23760"/>
              </a:gdLst>
              <a:ahLst/>
              <a:cxnLst/>
              <a:rect l="textAreaLeft" t="textAreaTop" r="textAreaRight" b="textAreaBottom"/>
              <a:pathLst>
                <a:path w="320" h="279">
                  <a:moveTo>
                    <a:pt x="164" y="0"/>
                  </a:moveTo>
                  <a:cubicBezTo>
                    <a:pt x="118" y="0"/>
                    <a:pt x="63" y="26"/>
                    <a:pt x="46" y="77"/>
                  </a:cubicBezTo>
                  <a:cubicBezTo>
                    <a:pt x="0" y="146"/>
                    <a:pt x="23" y="237"/>
                    <a:pt x="91" y="260"/>
                  </a:cubicBezTo>
                  <a:cubicBezTo>
                    <a:pt x="110" y="272"/>
                    <a:pt x="131" y="278"/>
                    <a:pt x="152" y="278"/>
                  </a:cubicBezTo>
                  <a:cubicBezTo>
                    <a:pt x="205" y="278"/>
                    <a:pt x="258" y="241"/>
                    <a:pt x="274" y="191"/>
                  </a:cubicBezTo>
                  <a:cubicBezTo>
                    <a:pt x="320" y="123"/>
                    <a:pt x="274" y="54"/>
                    <a:pt x="205" y="9"/>
                  </a:cubicBezTo>
                  <a:cubicBezTo>
                    <a:pt x="194" y="3"/>
                    <a:pt x="180" y="0"/>
                    <a:pt x="164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600" rIns="90000" bIns="126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73" name="Google Shape;2728;p14"/>
            <p:cNvSpPr/>
            <p:nvPr/>
          </p:nvSpPr>
          <p:spPr>
            <a:xfrm>
              <a:off x="6855840" y="5406840"/>
              <a:ext cx="21240" cy="18720"/>
            </a:xfrm>
            <a:custGeom>
              <a:avLst/>
              <a:gdLst>
                <a:gd name="textAreaLeft" fmla="*/ 0 w 21240"/>
                <a:gd name="textAreaRight" fmla="*/ 22680 w 21240"/>
                <a:gd name="textAreaTop" fmla="*/ 0 h 18720"/>
                <a:gd name="textAreaBottom" fmla="*/ 20160 h 18720"/>
              </a:gdLst>
              <a:ahLst/>
              <a:cxnLst/>
              <a:rect l="textAreaLeft" t="textAreaTop" r="textAreaRight" b="textAreaBottom"/>
              <a:pathLst>
                <a:path w="252" h="224">
                  <a:moveTo>
                    <a:pt x="129" y="0"/>
                  </a:moveTo>
                  <a:cubicBezTo>
                    <a:pt x="82" y="0"/>
                    <a:pt x="40" y="22"/>
                    <a:pt x="24" y="55"/>
                  </a:cubicBezTo>
                  <a:cubicBezTo>
                    <a:pt x="1" y="123"/>
                    <a:pt x="24" y="192"/>
                    <a:pt x="69" y="215"/>
                  </a:cubicBezTo>
                  <a:cubicBezTo>
                    <a:pt x="88" y="221"/>
                    <a:pt x="106" y="224"/>
                    <a:pt x="124" y="224"/>
                  </a:cubicBezTo>
                  <a:cubicBezTo>
                    <a:pt x="171" y="224"/>
                    <a:pt x="212" y="203"/>
                    <a:pt x="229" y="169"/>
                  </a:cubicBezTo>
                  <a:cubicBezTo>
                    <a:pt x="252" y="101"/>
                    <a:pt x="229" y="32"/>
                    <a:pt x="184" y="9"/>
                  </a:cubicBezTo>
                  <a:cubicBezTo>
                    <a:pt x="165" y="3"/>
                    <a:pt x="147" y="0"/>
                    <a:pt x="129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080" rIns="9000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74" name="Google Shape;2729;p14"/>
            <p:cNvSpPr/>
            <p:nvPr/>
          </p:nvSpPr>
          <p:spPr>
            <a:xfrm>
              <a:off x="5633280" y="4889520"/>
              <a:ext cx="27360" cy="1872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18720"/>
                <a:gd name="textAreaBottom" fmla="*/ 20160 h 18720"/>
              </a:gdLst>
              <a:ahLst/>
              <a:cxnLst/>
              <a:rect l="textAreaLeft" t="textAreaTop" r="textAreaRight" b="textAreaBottom"/>
              <a:pathLst>
                <a:path w="320" h="224">
                  <a:moveTo>
                    <a:pt x="153" y="0"/>
                  </a:moveTo>
                  <a:cubicBezTo>
                    <a:pt x="90" y="0"/>
                    <a:pt x="33" y="38"/>
                    <a:pt x="0" y="87"/>
                  </a:cubicBezTo>
                  <a:lnTo>
                    <a:pt x="297" y="224"/>
                  </a:lnTo>
                  <a:cubicBezTo>
                    <a:pt x="320" y="155"/>
                    <a:pt x="297" y="64"/>
                    <a:pt x="228" y="18"/>
                  </a:cubicBezTo>
                  <a:cubicBezTo>
                    <a:pt x="203" y="6"/>
                    <a:pt x="177" y="0"/>
                    <a:pt x="153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080" rIns="9000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75" name="Google Shape;2730;p14"/>
            <p:cNvSpPr/>
            <p:nvPr/>
          </p:nvSpPr>
          <p:spPr>
            <a:xfrm>
              <a:off x="5805360" y="4942800"/>
              <a:ext cx="33480" cy="2268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22680"/>
                <a:gd name="textAreaBottom" fmla="*/ 24120 h 22680"/>
              </a:gdLst>
              <a:ahLst/>
              <a:cxnLst/>
              <a:rect l="textAreaLeft" t="textAreaTop" r="textAreaRight" b="textAreaBottom"/>
              <a:pathLst>
                <a:path w="389" h="270">
                  <a:moveTo>
                    <a:pt x="175" y="1"/>
                  </a:moveTo>
                  <a:cubicBezTo>
                    <a:pt x="104" y="1"/>
                    <a:pt x="34" y="43"/>
                    <a:pt x="1" y="110"/>
                  </a:cubicBezTo>
                  <a:lnTo>
                    <a:pt x="343" y="270"/>
                  </a:lnTo>
                  <a:cubicBezTo>
                    <a:pt x="389" y="179"/>
                    <a:pt x="343" y="65"/>
                    <a:pt x="252" y="19"/>
                  </a:cubicBezTo>
                  <a:cubicBezTo>
                    <a:pt x="227" y="7"/>
                    <a:pt x="201" y="1"/>
                    <a:pt x="175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880" rIns="90000" bIns="118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76" name="Google Shape;2731;p14"/>
            <p:cNvSpPr/>
            <p:nvPr/>
          </p:nvSpPr>
          <p:spPr>
            <a:xfrm>
              <a:off x="5854320" y="4976640"/>
              <a:ext cx="27360" cy="1800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18000"/>
                <a:gd name="textAreaBottom" fmla="*/ 19440 h 18000"/>
              </a:gdLst>
              <a:ahLst/>
              <a:cxnLst/>
              <a:rect l="textAreaLeft" t="textAreaTop" r="textAreaRight" b="textAreaBottom"/>
              <a:pathLst>
                <a:path w="320" h="215">
                  <a:moveTo>
                    <a:pt x="151" y="0"/>
                  </a:moveTo>
                  <a:cubicBezTo>
                    <a:pt x="95" y="0"/>
                    <a:pt x="35" y="26"/>
                    <a:pt x="0" y="78"/>
                  </a:cubicBezTo>
                  <a:lnTo>
                    <a:pt x="274" y="214"/>
                  </a:lnTo>
                  <a:cubicBezTo>
                    <a:pt x="320" y="146"/>
                    <a:pt x="274" y="55"/>
                    <a:pt x="206" y="9"/>
                  </a:cubicBezTo>
                  <a:cubicBezTo>
                    <a:pt x="189" y="3"/>
                    <a:pt x="170" y="0"/>
                    <a:pt x="151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720" rIns="90000" bIns="97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77" name="Google Shape;2732;p14"/>
            <p:cNvSpPr/>
            <p:nvPr/>
          </p:nvSpPr>
          <p:spPr>
            <a:xfrm>
              <a:off x="6186240" y="4775760"/>
              <a:ext cx="27360" cy="2484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24840"/>
                <a:gd name="textAreaBottom" fmla="*/ 26280 h 24840"/>
              </a:gdLst>
              <a:ahLst/>
              <a:cxnLst/>
              <a:rect l="textAreaLeft" t="textAreaTop" r="textAreaRight" b="textAreaBottom"/>
              <a:pathLst>
                <a:path w="320" h="292">
                  <a:moveTo>
                    <a:pt x="174" y="1"/>
                  </a:moveTo>
                  <a:cubicBezTo>
                    <a:pt x="118" y="1"/>
                    <a:pt x="63" y="26"/>
                    <a:pt x="46" y="78"/>
                  </a:cubicBezTo>
                  <a:cubicBezTo>
                    <a:pt x="0" y="146"/>
                    <a:pt x="23" y="237"/>
                    <a:pt x="91" y="283"/>
                  </a:cubicBezTo>
                  <a:cubicBezTo>
                    <a:pt x="114" y="289"/>
                    <a:pt x="136" y="292"/>
                    <a:pt x="156" y="292"/>
                  </a:cubicBezTo>
                  <a:cubicBezTo>
                    <a:pt x="215" y="292"/>
                    <a:pt x="263" y="266"/>
                    <a:pt x="297" y="215"/>
                  </a:cubicBezTo>
                  <a:cubicBezTo>
                    <a:pt x="320" y="146"/>
                    <a:pt x="297" y="55"/>
                    <a:pt x="228" y="9"/>
                  </a:cubicBezTo>
                  <a:cubicBezTo>
                    <a:pt x="211" y="3"/>
                    <a:pt x="193" y="1"/>
                    <a:pt x="174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78" name="Google Shape;2733;p14"/>
            <p:cNvSpPr/>
            <p:nvPr/>
          </p:nvSpPr>
          <p:spPr>
            <a:xfrm>
              <a:off x="5376960" y="4090320"/>
              <a:ext cx="31320" cy="27000"/>
            </a:xfrm>
            <a:custGeom>
              <a:avLst/>
              <a:gdLst>
                <a:gd name="textAreaLeft" fmla="*/ 0 w 31320"/>
                <a:gd name="textAreaRight" fmla="*/ 32760 w 31320"/>
                <a:gd name="textAreaTop" fmla="*/ 0 h 27000"/>
                <a:gd name="textAreaBottom" fmla="*/ 28440 h 27000"/>
              </a:gdLst>
              <a:ahLst/>
              <a:cxnLst/>
              <a:rect l="textAreaLeft" t="textAreaTop" r="textAreaRight" b="textAreaBottom"/>
              <a:pathLst>
                <a:path w="366" h="316">
                  <a:moveTo>
                    <a:pt x="184" y="1"/>
                  </a:moveTo>
                  <a:cubicBezTo>
                    <a:pt x="127" y="1"/>
                    <a:pt x="76" y="31"/>
                    <a:pt x="46" y="92"/>
                  </a:cubicBezTo>
                  <a:cubicBezTo>
                    <a:pt x="0" y="160"/>
                    <a:pt x="46" y="275"/>
                    <a:pt x="114" y="297"/>
                  </a:cubicBezTo>
                  <a:cubicBezTo>
                    <a:pt x="140" y="310"/>
                    <a:pt x="165" y="316"/>
                    <a:pt x="190" y="316"/>
                  </a:cubicBezTo>
                  <a:cubicBezTo>
                    <a:pt x="253" y="316"/>
                    <a:pt x="310" y="278"/>
                    <a:pt x="342" y="229"/>
                  </a:cubicBezTo>
                  <a:cubicBezTo>
                    <a:pt x="365" y="160"/>
                    <a:pt x="342" y="46"/>
                    <a:pt x="274" y="24"/>
                  </a:cubicBezTo>
                  <a:cubicBezTo>
                    <a:pt x="244" y="8"/>
                    <a:pt x="213" y="1"/>
                    <a:pt x="184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4040" rIns="90000" bIns="140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79" name="Google Shape;2734;p14"/>
            <p:cNvSpPr/>
            <p:nvPr/>
          </p:nvSpPr>
          <p:spPr>
            <a:xfrm>
              <a:off x="6518160" y="5023800"/>
              <a:ext cx="23400" cy="20520"/>
            </a:xfrm>
            <a:custGeom>
              <a:avLst/>
              <a:gdLst>
                <a:gd name="textAreaLeft" fmla="*/ 0 w 23400"/>
                <a:gd name="textAreaRight" fmla="*/ 24840 w 23400"/>
                <a:gd name="textAreaTop" fmla="*/ 0 h 20520"/>
                <a:gd name="textAreaBottom" fmla="*/ 21960 h 20520"/>
              </a:gdLst>
              <a:ahLst/>
              <a:cxnLst/>
              <a:rect l="textAreaLeft" t="textAreaTop" r="textAreaRight" b="textAreaBottom"/>
              <a:pathLst>
                <a:path w="275" h="246">
                  <a:moveTo>
                    <a:pt x="139" y="0"/>
                  </a:moveTo>
                  <a:cubicBezTo>
                    <a:pt x="94" y="0"/>
                    <a:pt x="40" y="21"/>
                    <a:pt x="24" y="55"/>
                  </a:cubicBezTo>
                  <a:cubicBezTo>
                    <a:pt x="1" y="123"/>
                    <a:pt x="24" y="192"/>
                    <a:pt x="92" y="237"/>
                  </a:cubicBezTo>
                  <a:cubicBezTo>
                    <a:pt x="103" y="243"/>
                    <a:pt x="116" y="246"/>
                    <a:pt x="130" y="246"/>
                  </a:cubicBezTo>
                  <a:cubicBezTo>
                    <a:pt x="171" y="246"/>
                    <a:pt x="218" y="220"/>
                    <a:pt x="252" y="169"/>
                  </a:cubicBezTo>
                  <a:cubicBezTo>
                    <a:pt x="275" y="100"/>
                    <a:pt x="252" y="32"/>
                    <a:pt x="183" y="9"/>
                  </a:cubicBezTo>
                  <a:cubicBezTo>
                    <a:pt x="171" y="3"/>
                    <a:pt x="156" y="0"/>
                    <a:pt x="139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0" rIns="90000" bIns="108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80" name="Google Shape;2735;p14"/>
            <p:cNvSpPr/>
            <p:nvPr/>
          </p:nvSpPr>
          <p:spPr>
            <a:xfrm>
              <a:off x="7656840" y="5247000"/>
              <a:ext cx="21240" cy="18720"/>
            </a:xfrm>
            <a:custGeom>
              <a:avLst/>
              <a:gdLst>
                <a:gd name="textAreaLeft" fmla="*/ 0 w 21240"/>
                <a:gd name="textAreaRight" fmla="*/ 22680 w 21240"/>
                <a:gd name="textAreaTop" fmla="*/ 0 h 18720"/>
                <a:gd name="textAreaBottom" fmla="*/ 20160 h 18720"/>
              </a:gdLst>
              <a:ahLst/>
              <a:cxnLst/>
              <a:rect l="textAreaLeft" t="textAreaTop" r="textAreaRight" b="textAreaBottom"/>
              <a:pathLst>
                <a:path w="252" h="224">
                  <a:moveTo>
                    <a:pt x="129" y="0"/>
                  </a:moveTo>
                  <a:cubicBezTo>
                    <a:pt x="81" y="0"/>
                    <a:pt x="40" y="21"/>
                    <a:pt x="23" y="55"/>
                  </a:cubicBezTo>
                  <a:cubicBezTo>
                    <a:pt x="1" y="123"/>
                    <a:pt x="23" y="192"/>
                    <a:pt x="69" y="214"/>
                  </a:cubicBezTo>
                  <a:cubicBezTo>
                    <a:pt x="87" y="221"/>
                    <a:pt x="106" y="223"/>
                    <a:pt x="123" y="223"/>
                  </a:cubicBezTo>
                  <a:cubicBezTo>
                    <a:pt x="171" y="223"/>
                    <a:pt x="212" y="202"/>
                    <a:pt x="229" y="169"/>
                  </a:cubicBezTo>
                  <a:cubicBezTo>
                    <a:pt x="252" y="100"/>
                    <a:pt x="229" y="32"/>
                    <a:pt x="183" y="9"/>
                  </a:cubicBezTo>
                  <a:cubicBezTo>
                    <a:pt x="165" y="3"/>
                    <a:pt x="147" y="0"/>
                    <a:pt x="129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080" rIns="9000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81" name="Google Shape;2736;p14"/>
            <p:cNvSpPr/>
            <p:nvPr/>
          </p:nvSpPr>
          <p:spPr>
            <a:xfrm>
              <a:off x="6087960" y="4805640"/>
              <a:ext cx="29520" cy="25560"/>
            </a:xfrm>
            <a:custGeom>
              <a:avLst/>
              <a:gdLst>
                <a:gd name="textAreaLeft" fmla="*/ 0 w 29520"/>
                <a:gd name="textAreaRight" fmla="*/ 30960 w 29520"/>
                <a:gd name="textAreaTop" fmla="*/ 0 h 25560"/>
                <a:gd name="textAreaBottom" fmla="*/ 27000 h 25560"/>
              </a:gdLst>
              <a:ahLst/>
              <a:cxnLst/>
              <a:rect l="textAreaLeft" t="textAreaTop" r="textAreaRight" b="textAreaBottom"/>
              <a:pathLst>
                <a:path w="343" h="302">
                  <a:moveTo>
                    <a:pt x="167" y="0"/>
                  </a:moveTo>
                  <a:cubicBezTo>
                    <a:pt x="113" y="0"/>
                    <a:pt x="56" y="38"/>
                    <a:pt x="23" y="87"/>
                  </a:cubicBezTo>
                  <a:cubicBezTo>
                    <a:pt x="0" y="156"/>
                    <a:pt x="23" y="247"/>
                    <a:pt x="92" y="292"/>
                  </a:cubicBezTo>
                  <a:cubicBezTo>
                    <a:pt x="115" y="298"/>
                    <a:pt x="136" y="301"/>
                    <a:pt x="156" y="301"/>
                  </a:cubicBezTo>
                  <a:cubicBezTo>
                    <a:pt x="216" y="301"/>
                    <a:pt x="263" y="275"/>
                    <a:pt x="297" y="224"/>
                  </a:cubicBezTo>
                  <a:cubicBezTo>
                    <a:pt x="343" y="133"/>
                    <a:pt x="297" y="41"/>
                    <a:pt x="229" y="19"/>
                  </a:cubicBezTo>
                  <a:cubicBezTo>
                    <a:pt x="210" y="6"/>
                    <a:pt x="189" y="0"/>
                    <a:pt x="167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3320" rIns="90000" bIns="133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82" name="Google Shape;2737;p14"/>
            <p:cNvSpPr/>
            <p:nvPr/>
          </p:nvSpPr>
          <p:spPr>
            <a:xfrm>
              <a:off x="5780520" y="4950720"/>
              <a:ext cx="31320" cy="21240"/>
            </a:xfrm>
            <a:custGeom>
              <a:avLst/>
              <a:gdLst>
                <a:gd name="textAreaLeft" fmla="*/ 0 w 31320"/>
                <a:gd name="textAreaRight" fmla="*/ 32760 w 31320"/>
                <a:gd name="textAreaTop" fmla="*/ 0 h 21240"/>
                <a:gd name="textAreaBottom" fmla="*/ 22680 h 21240"/>
              </a:gdLst>
              <a:ahLst/>
              <a:cxnLst/>
              <a:rect l="textAreaLeft" t="textAreaTop" r="textAreaRight" b="textAreaBottom"/>
              <a:pathLst>
                <a:path w="366" h="252">
                  <a:moveTo>
                    <a:pt x="134" y="0"/>
                  </a:moveTo>
                  <a:cubicBezTo>
                    <a:pt x="72" y="0"/>
                    <a:pt x="16" y="31"/>
                    <a:pt x="1" y="92"/>
                  </a:cubicBezTo>
                  <a:lnTo>
                    <a:pt x="320" y="251"/>
                  </a:lnTo>
                  <a:cubicBezTo>
                    <a:pt x="366" y="160"/>
                    <a:pt x="320" y="46"/>
                    <a:pt x="229" y="23"/>
                  </a:cubicBezTo>
                  <a:cubicBezTo>
                    <a:pt x="198" y="8"/>
                    <a:pt x="165" y="0"/>
                    <a:pt x="134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160" rIns="90000" bIns="111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83" name="Google Shape;2738;p14"/>
            <p:cNvSpPr/>
            <p:nvPr/>
          </p:nvSpPr>
          <p:spPr>
            <a:xfrm>
              <a:off x="6292800" y="5101560"/>
              <a:ext cx="23400" cy="21960"/>
            </a:xfrm>
            <a:custGeom>
              <a:avLst/>
              <a:gdLst>
                <a:gd name="textAreaLeft" fmla="*/ 0 w 23400"/>
                <a:gd name="textAreaRight" fmla="*/ 24840 w 23400"/>
                <a:gd name="textAreaTop" fmla="*/ 0 h 21960"/>
                <a:gd name="textAreaBottom" fmla="*/ 23400 h 21960"/>
              </a:gdLst>
              <a:ahLst/>
              <a:cxnLst/>
              <a:rect l="textAreaLeft" t="textAreaTop" r="textAreaRight" b="textAreaBottom"/>
              <a:pathLst>
                <a:path w="275" h="262">
                  <a:moveTo>
                    <a:pt x="143" y="1"/>
                  </a:moveTo>
                  <a:cubicBezTo>
                    <a:pt x="97" y="1"/>
                    <a:pt x="41" y="27"/>
                    <a:pt x="24" y="78"/>
                  </a:cubicBezTo>
                  <a:cubicBezTo>
                    <a:pt x="1" y="146"/>
                    <a:pt x="24" y="215"/>
                    <a:pt x="92" y="238"/>
                  </a:cubicBezTo>
                  <a:cubicBezTo>
                    <a:pt x="108" y="254"/>
                    <a:pt x="130" y="261"/>
                    <a:pt x="153" y="261"/>
                  </a:cubicBezTo>
                  <a:cubicBezTo>
                    <a:pt x="194" y="261"/>
                    <a:pt x="237" y="236"/>
                    <a:pt x="252" y="192"/>
                  </a:cubicBezTo>
                  <a:cubicBezTo>
                    <a:pt x="275" y="124"/>
                    <a:pt x="252" y="55"/>
                    <a:pt x="184" y="9"/>
                  </a:cubicBezTo>
                  <a:cubicBezTo>
                    <a:pt x="172" y="4"/>
                    <a:pt x="158" y="1"/>
                    <a:pt x="143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520" rIns="90000" bIns="115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84" name="Google Shape;2739;p14"/>
            <p:cNvSpPr/>
            <p:nvPr/>
          </p:nvSpPr>
          <p:spPr>
            <a:xfrm>
              <a:off x="6061320" y="4136760"/>
              <a:ext cx="31320" cy="26640"/>
            </a:xfrm>
            <a:custGeom>
              <a:avLst/>
              <a:gdLst>
                <a:gd name="textAreaLeft" fmla="*/ 0 w 31320"/>
                <a:gd name="textAreaRight" fmla="*/ 32760 w 31320"/>
                <a:gd name="textAreaTop" fmla="*/ 0 h 26640"/>
                <a:gd name="textAreaBottom" fmla="*/ 28080 h 26640"/>
              </a:gdLst>
              <a:ahLst/>
              <a:cxnLst/>
              <a:rect l="textAreaLeft" t="textAreaTop" r="textAreaRight" b="textAreaBottom"/>
              <a:pathLst>
                <a:path w="366" h="314">
                  <a:moveTo>
                    <a:pt x="194" y="0"/>
                  </a:moveTo>
                  <a:cubicBezTo>
                    <a:pt x="132" y="0"/>
                    <a:pt x="63" y="26"/>
                    <a:pt x="46" y="77"/>
                  </a:cubicBezTo>
                  <a:cubicBezTo>
                    <a:pt x="1" y="168"/>
                    <a:pt x="46" y="260"/>
                    <a:pt x="115" y="305"/>
                  </a:cubicBezTo>
                  <a:cubicBezTo>
                    <a:pt x="131" y="311"/>
                    <a:pt x="150" y="314"/>
                    <a:pt x="169" y="314"/>
                  </a:cubicBezTo>
                  <a:cubicBezTo>
                    <a:pt x="232" y="314"/>
                    <a:pt x="303" y="284"/>
                    <a:pt x="320" y="214"/>
                  </a:cubicBezTo>
                  <a:cubicBezTo>
                    <a:pt x="366" y="146"/>
                    <a:pt x="320" y="54"/>
                    <a:pt x="252" y="9"/>
                  </a:cubicBezTo>
                  <a:cubicBezTo>
                    <a:pt x="235" y="3"/>
                    <a:pt x="215" y="0"/>
                    <a:pt x="194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4040" rIns="90000" bIns="140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85" name="Google Shape;2740;p14"/>
            <p:cNvSpPr/>
            <p:nvPr/>
          </p:nvSpPr>
          <p:spPr>
            <a:xfrm>
              <a:off x="5934240" y="5022720"/>
              <a:ext cx="41760" cy="34560"/>
            </a:xfrm>
            <a:custGeom>
              <a:avLst/>
              <a:gdLst>
                <a:gd name="textAreaLeft" fmla="*/ 0 w 41760"/>
                <a:gd name="textAreaRight" fmla="*/ 43200 w 41760"/>
                <a:gd name="textAreaTop" fmla="*/ 0 h 34560"/>
                <a:gd name="textAreaBottom" fmla="*/ 36000 h 34560"/>
              </a:gdLst>
              <a:ahLst/>
              <a:cxnLst/>
              <a:rect l="textAreaLeft" t="textAreaTop" r="textAreaRight" b="textAreaBottom"/>
              <a:pathLst>
                <a:path w="480" h="402">
                  <a:moveTo>
                    <a:pt x="252" y="0"/>
                  </a:moveTo>
                  <a:cubicBezTo>
                    <a:pt x="173" y="0"/>
                    <a:pt x="102" y="43"/>
                    <a:pt x="69" y="109"/>
                  </a:cubicBezTo>
                  <a:cubicBezTo>
                    <a:pt x="1" y="201"/>
                    <a:pt x="46" y="338"/>
                    <a:pt x="160" y="383"/>
                  </a:cubicBezTo>
                  <a:cubicBezTo>
                    <a:pt x="185" y="395"/>
                    <a:pt x="211" y="401"/>
                    <a:pt x="237" y="401"/>
                  </a:cubicBezTo>
                  <a:cubicBezTo>
                    <a:pt x="309" y="401"/>
                    <a:pt x="384" y="359"/>
                    <a:pt x="434" y="292"/>
                  </a:cubicBezTo>
                  <a:cubicBezTo>
                    <a:pt x="480" y="178"/>
                    <a:pt x="434" y="64"/>
                    <a:pt x="343" y="18"/>
                  </a:cubicBezTo>
                  <a:cubicBezTo>
                    <a:pt x="312" y="6"/>
                    <a:pt x="282" y="0"/>
                    <a:pt x="252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8000" rIns="90000" bIns="180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86" name="Google Shape;2741;p14"/>
            <p:cNvSpPr/>
            <p:nvPr/>
          </p:nvSpPr>
          <p:spPr>
            <a:xfrm>
              <a:off x="6003720" y="4815720"/>
              <a:ext cx="33480" cy="3060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30600"/>
                <a:gd name="textAreaBottom" fmla="*/ 32040 h 30600"/>
              </a:gdLst>
              <a:ahLst/>
              <a:cxnLst/>
              <a:rect l="textAreaLeft" t="textAreaTop" r="textAreaRight" b="textAreaBottom"/>
              <a:pathLst>
                <a:path w="389" h="357">
                  <a:moveTo>
                    <a:pt x="198" y="1"/>
                  </a:moveTo>
                  <a:cubicBezTo>
                    <a:pt x="129" y="1"/>
                    <a:pt x="63" y="43"/>
                    <a:pt x="46" y="110"/>
                  </a:cubicBezTo>
                  <a:cubicBezTo>
                    <a:pt x="1" y="201"/>
                    <a:pt x="23" y="293"/>
                    <a:pt x="115" y="338"/>
                  </a:cubicBezTo>
                  <a:cubicBezTo>
                    <a:pt x="139" y="350"/>
                    <a:pt x="165" y="356"/>
                    <a:pt x="191" y="356"/>
                  </a:cubicBezTo>
                  <a:cubicBezTo>
                    <a:pt x="261" y="356"/>
                    <a:pt x="326" y="314"/>
                    <a:pt x="343" y="247"/>
                  </a:cubicBezTo>
                  <a:cubicBezTo>
                    <a:pt x="389" y="178"/>
                    <a:pt x="366" y="64"/>
                    <a:pt x="275" y="19"/>
                  </a:cubicBezTo>
                  <a:cubicBezTo>
                    <a:pt x="250" y="6"/>
                    <a:pt x="224" y="1"/>
                    <a:pt x="198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840" rIns="90000" bIns="158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87" name="Google Shape;2742;p14"/>
            <p:cNvSpPr/>
            <p:nvPr/>
          </p:nvSpPr>
          <p:spPr>
            <a:xfrm>
              <a:off x="5717160" y="4725360"/>
              <a:ext cx="35280" cy="30960"/>
            </a:xfrm>
            <a:custGeom>
              <a:avLst/>
              <a:gdLst>
                <a:gd name="textAreaLeft" fmla="*/ 0 w 35280"/>
                <a:gd name="textAreaRight" fmla="*/ 36720 w 35280"/>
                <a:gd name="textAreaTop" fmla="*/ 0 h 30960"/>
                <a:gd name="textAreaBottom" fmla="*/ 32400 h 30960"/>
              </a:gdLst>
              <a:ahLst/>
              <a:cxnLst/>
              <a:rect l="textAreaLeft" t="textAreaTop" r="textAreaRight" b="textAreaBottom"/>
              <a:pathLst>
                <a:path w="411" h="361">
                  <a:moveTo>
                    <a:pt x="178" y="1"/>
                  </a:moveTo>
                  <a:cubicBezTo>
                    <a:pt x="114" y="1"/>
                    <a:pt x="53" y="31"/>
                    <a:pt x="23" y="92"/>
                  </a:cubicBezTo>
                  <a:cubicBezTo>
                    <a:pt x="0" y="183"/>
                    <a:pt x="23" y="297"/>
                    <a:pt x="114" y="343"/>
                  </a:cubicBezTo>
                  <a:cubicBezTo>
                    <a:pt x="139" y="355"/>
                    <a:pt x="165" y="361"/>
                    <a:pt x="191" y="361"/>
                  </a:cubicBezTo>
                  <a:cubicBezTo>
                    <a:pt x="262" y="361"/>
                    <a:pt x="332" y="318"/>
                    <a:pt x="365" y="252"/>
                  </a:cubicBezTo>
                  <a:cubicBezTo>
                    <a:pt x="411" y="160"/>
                    <a:pt x="365" y="69"/>
                    <a:pt x="274" y="23"/>
                  </a:cubicBezTo>
                  <a:cubicBezTo>
                    <a:pt x="244" y="8"/>
                    <a:pt x="211" y="1"/>
                    <a:pt x="178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6200" rIns="90000" bIns="162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88" name="Google Shape;2743;p14"/>
            <p:cNvSpPr/>
            <p:nvPr/>
          </p:nvSpPr>
          <p:spPr>
            <a:xfrm>
              <a:off x="6464880" y="5222160"/>
              <a:ext cx="33480" cy="2988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29880"/>
                <a:gd name="textAreaBottom" fmla="*/ 31320 h 29880"/>
              </a:gdLst>
              <a:ahLst/>
              <a:cxnLst/>
              <a:rect l="textAreaLeft" t="textAreaTop" r="textAreaRight" b="textAreaBottom"/>
              <a:pathLst>
                <a:path w="389" h="347">
                  <a:moveTo>
                    <a:pt x="210" y="1"/>
                  </a:moveTo>
                  <a:cubicBezTo>
                    <a:pt x="142" y="1"/>
                    <a:pt x="81" y="31"/>
                    <a:pt x="46" y="100"/>
                  </a:cubicBezTo>
                  <a:cubicBezTo>
                    <a:pt x="0" y="192"/>
                    <a:pt x="23" y="283"/>
                    <a:pt x="114" y="329"/>
                  </a:cubicBezTo>
                  <a:cubicBezTo>
                    <a:pt x="139" y="341"/>
                    <a:pt x="163" y="347"/>
                    <a:pt x="187" y="347"/>
                  </a:cubicBezTo>
                  <a:cubicBezTo>
                    <a:pt x="251" y="347"/>
                    <a:pt x="309" y="304"/>
                    <a:pt x="343" y="237"/>
                  </a:cubicBezTo>
                  <a:cubicBezTo>
                    <a:pt x="388" y="169"/>
                    <a:pt x="343" y="55"/>
                    <a:pt x="274" y="9"/>
                  </a:cubicBezTo>
                  <a:cubicBezTo>
                    <a:pt x="253" y="4"/>
                    <a:pt x="231" y="1"/>
                    <a:pt x="210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480" rIns="90000" bIns="154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89" name="Google Shape;2744;p14"/>
            <p:cNvSpPr/>
            <p:nvPr/>
          </p:nvSpPr>
          <p:spPr>
            <a:xfrm>
              <a:off x="6177960" y="4910040"/>
              <a:ext cx="39600" cy="34560"/>
            </a:xfrm>
            <a:custGeom>
              <a:avLst/>
              <a:gdLst>
                <a:gd name="textAreaLeft" fmla="*/ 0 w 39600"/>
                <a:gd name="textAreaRight" fmla="*/ 41040 w 39600"/>
                <a:gd name="textAreaTop" fmla="*/ 0 h 34560"/>
                <a:gd name="textAreaBottom" fmla="*/ 36000 h 34560"/>
              </a:gdLst>
              <a:ahLst/>
              <a:cxnLst/>
              <a:rect l="textAreaLeft" t="textAreaTop" r="textAreaRight" b="textAreaBottom"/>
              <a:pathLst>
                <a:path w="458" h="402">
                  <a:moveTo>
                    <a:pt x="240" y="1"/>
                  </a:moveTo>
                  <a:cubicBezTo>
                    <a:pt x="162" y="1"/>
                    <a:pt x="80" y="43"/>
                    <a:pt x="46" y="110"/>
                  </a:cubicBezTo>
                  <a:cubicBezTo>
                    <a:pt x="1" y="224"/>
                    <a:pt x="46" y="338"/>
                    <a:pt x="138" y="384"/>
                  </a:cubicBezTo>
                  <a:cubicBezTo>
                    <a:pt x="168" y="396"/>
                    <a:pt x="199" y="402"/>
                    <a:pt x="228" y="402"/>
                  </a:cubicBezTo>
                  <a:cubicBezTo>
                    <a:pt x="308" y="402"/>
                    <a:pt x="378" y="359"/>
                    <a:pt x="412" y="293"/>
                  </a:cubicBezTo>
                  <a:cubicBezTo>
                    <a:pt x="457" y="201"/>
                    <a:pt x="412" y="87"/>
                    <a:pt x="320" y="19"/>
                  </a:cubicBezTo>
                  <a:cubicBezTo>
                    <a:pt x="296" y="6"/>
                    <a:pt x="268" y="1"/>
                    <a:pt x="240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8000" rIns="90000" bIns="180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90" name="Google Shape;2745;p14"/>
            <p:cNvSpPr/>
            <p:nvPr/>
          </p:nvSpPr>
          <p:spPr>
            <a:xfrm>
              <a:off x="6712560" y="5438520"/>
              <a:ext cx="27360" cy="1872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18720"/>
                <a:gd name="textAreaBottom" fmla="*/ 20160 h 18720"/>
              </a:gdLst>
              <a:ahLst/>
              <a:cxnLst/>
              <a:rect l="textAreaLeft" t="textAreaTop" r="textAreaRight" b="textAreaBottom"/>
              <a:pathLst>
                <a:path w="320" h="224">
                  <a:moveTo>
                    <a:pt x="144" y="0"/>
                  </a:moveTo>
                  <a:cubicBezTo>
                    <a:pt x="90" y="0"/>
                    <a:pt x="33" y="38"/>
                    <a:pt x="0" y="87"/>
                  </a:cubicBezTo>
                  <a:lnTo>
                    <a:pt x="297" y="224"/>
                  </a:lnTo>
                  <a:cubicBezTo>
                    <a:pt x="320" y="133"/>
                    <a:pt x="297" y="41"/>
                    <a:pt x="206" y="19"/>
                  </a:cubicBezTo>
                  <a:cubicBezTo>
                    <a:pt x="186" y="6"/>
                    <a:pt x="166" y="0"/>
                    <a:pt x="144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080" rIns="9000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91" name="Google Shape;2746;p14"/>
            <p:cNvSpPr/>
            <p:nvPr/>
          </p:nvSpPr>
          <p:spPr>
            <a:xfrm>
              <a:off x="5696640" y="4542120"/>
              <a:ext cx="29520" cy="25920"/>
            </a:xfrm>
            <a:custGeom>
              <a:avLst/>
              <a:gdLst>
                <a:gd name="textAreaLeft" fmla="*/ 0 w 29520"/>
                <a:gd name="textAreaRight" fmla="*/ 30960 w 29520"/>
                <a:gd name="textAreaTop" fmla="*/ 0 h 25920"/>
                <a:gd name="textAreaBottom" fmla="*/ 27360 h 25920"/>
              </a:gdLst>
              <a:ahLst/>
              <a:cxnLst/>
              <a:rect l="textAreaLeft" t="textAreaTop" r="textAreaRight" b="textAreaBottom"/>
              <a:pathLst>
                <a:path w="344" h="306">
                  <a:moveTo>
                    <a:pt x="174" y="1"/>
                  </a:moveTo>
                  <a:cubicBezTo>
                    <a:pt x="118" y="1"/>
                    <a:pt x="58" y="26"/>
                    <a:pt x="24" y="78"/>
                  </a:cubicBezTo>
                  <a:cubicBezTo>
                    <a:pt x="1" y="169"/>
                    <a:pt x="24" y="260"/>
                    <a:pt x="92" y="283"/>
                  </a:cubicBezTo>
                  <a:cubicBezTo>
                    <a:pt x="123" y="298"/>
                    <a:pt x="153" y="306"/>
                    <a:pt x="181" y="306"/>
                  </a:cubicBezTo>
                  <a:cubicBezTo>
                    <a:pt x="237" y="306"/>
                    <a:pt x="282" y="275"/>
                    <a:pt x="298" y="215"/>
                  </a:cubicBezTo>
                  <a:cubicBezTo>
                    <a:pt x="343" y="146"/>
                    <a:pt x="298" y="55"/>
                    <a:pt x="229" y="9"/>
                  </a:cubicBezTo>
                  <a:cubicBezTo>
                    <a:pt x="212" y="3"/>
                    <a:pt x="193" y="1"/>
                    <a:pt x="174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3680" rIns="90000" bIns="136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92" name="Google Shape;2747;p14"/>
            <p:cNvSpPr/>
            <p:nvPr/>
          </p:nvSpPr>
          <p:spPr>
            <a:xfrm>
              <a:off x="5389560" y="4720320"/>
              <a:ext cx="23040" cy="21600"/>
            </a:xfrm>
            <a:custGeom>
              <a:avLst/>
              <a:gdLst>
                <a:gd name="textAreaLeft" fmla="*/ 0 w 23040"/>
                <a:gd name="textAreaRight" fmla="*/ 24480 w 23040"/>
                <a:gd name="textAreaTop" fmla="*/ 0 h 21600"/>
                <a:gd name="textAreaBottom" fmla="*/ 23040 h 21600"/>
              </a:gdLst>
              <a:ahLst/>
              <a:cxnLst/>
              <a:rect l="textAreaLeft" t="textAreaTop" r="textAreaRight" b="textAreaBottom"/>
              <a:pathLst>
                <a:path w="274" h="257">
                  <a:moveTo>
                    <a:pt x="142" y="0"/>
                  </a:moveTo>
                  <a:cubicBezTo>
                    <a:pt x="96" y="0"/>
                    <a:pt x="40" y="26"/>
                    <a:pt x="23" y="77"/>
                  </a:cubicBezTo>
                  <a:cubicBezTo>
                    <a:pt x="0" y="146"/>
                    <a:pt x="23" y="214"/>
                    <a:pt x="91" y="237"/>
                  </a:cubicBezTo>
                  <a:cubicBezTo>
                    <a:pt x="105" y="251"/>
                    <a:pt x="122" y="256"/>
                    <a:pt x="140" y="256"/>
                  </a:cubicBezTo>
                  <a:cubicBezTo>
                    <a:pt x="185" y="256"/>
                    <a:pt x="235" y="224"/>
                    <a:pt x="251" y="192"/>
                  </a:cubicBezTo>
                  <a:cubicBezTo>
                    <a:pt x="274" y="123"/>
                    <a:pt x="251" y="55"/>
                    <a:pt x="183" y="9"/>
                  </a:cubicBezTo>
                  <a:cubicBezTo>
                    <a:pt x="171" y="3"/>
                    <a:pt x="157" y="0"/>
                    <a:pt x="142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520" rIns="90000" bIns="115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93" name="Google Shape;2748;p14"/>
            <p:cNvSpPr/>
            <p:nvPr/>
          </p:nvSpPr>
          <p:spPr>
            <a:xfrm>
              <a:off x="5123160" y="4604400"/>
              <a:ext cx="17280" cy="12960"/>
            </a:xfrm>
            <a:custGeom>
              <a:avLst/>
              <a:gdLst>
                <a:gd name="textAreaLeft" fmla="*/ 0 w 17280"/>
                <a:gd name="textAreaRight" fmla="*/ 18720 w 17280"/>
                <a:gd name="textAreaTop" fmla="*/ 0 h 12960"/>
                <a:gd name="textAreaBottom" fmla="*/ 14400 h 12960"/>
              </a:gdLst>
              <a:ahLst/>
              <a:cxnLst/>
              <a:rect l="textAreaLeft" t="textAreaTop" r="textAreaRight" b="textAreaBottom"/>
              <a:pathLst>
                <a:path w="207" h="162">
                  <a:moveTo>
                    <a:pt x="84" y="1"/>
                  </a:moveTo>
                  <a:cubicBezTo>
                    <a:pt x="49" y="1"/>
                    <a:pt x="15" y="26"/>
                    <a:pt x="1" y="70"/>
                  </a:cubicBezTo>
                  <a:lnTo>
                    <a:pt x="183" y="162"/>
                  </a:lnTo>
                  <a:cubicBezTo>
                    <a:pt x="206" y="93"/>
                    <a:pt x="206" y="48"/>
                    <a:pt x="138" y="25"/>
                  </a:cubicBezTo>
                  <a:cubicBezTo>
                    <a:pt x="121" y="9"/>
                    <a:pt x="102" y="1"/>
                    <a:pt x="84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7200" rIns="90000" bIns="72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94" name="Google Shape;2749;p14"/>
            <p:cNvSpPr/>
            <p:nvPr/>
          </p:nvSpPr>
          <p:spPr>
            <a:xfrm>
              <a:off x="5252040" y="3051000"/>
              <a:ext cx="27360" cy="2484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24840"/>
                <a:gd name="textAreaBottom" fmla="*/ 26280 h 24840"/>
              </a:gdLst>
              <a:ahLst/>
              <a:cxnLst/>
              <a:rect l="textAreaLeft" t="textAreaTop" r="textAreaRight" b="textAreaBottom"/>
              <a:pathLst>
                <a:path w="321" h="292">
                  <a:moveTo>
                    <a:pt x="174" y="1"/>
                  </a:moveTo>
                  <a:cubicBezTo>
                    <a:pt x="118" y="1"/>
                    <a:pt x="58" y="26"/>
                    <a:pt x="24" y="78"/>
                  </a:cubicBezTo>
                  <a:cubicBezTo>
                    <a:pt x="1" y="169"/>
                    <a:pt x="24" y="238"/>
                    <a:pt x="92" y="283"/>
                  </a:cubicBezTo>
                  <a:cubicBezTo>
                    <a:pt x="115" y="289"/>
                    <a:pt x="136" y="292"/>
                    <a:pt x="156" y="292"/>
                  </a:cubicBezTo>
                  <a:cubicBezTo>
                    <a:pt x="216" y="292"/>
                    <a:pt x="263" y="266"/>
                    <a:pt x="297" y="215"/>
                  </a:cubicBezTo>
                  <a:cubicBezTo>
                    <a:pt x="320" y="146"/>
                    <a:pt x="297" y="55"/>
                    <a:pt x="229" y="9"/>
                  </a:cubicBezTo>
                  <a:cubicBezTo>
                    <a:pt x="212" y="4"/>
                    <a:pt x="193" y="1"/>
                    <a:pt x="174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95" name="Google Shape;2750;p14"/>
            <p:cNvSpPr/>
            <p:nvPr/>
          </p:nvSpPr>
          <p:spPr>
            <a:xfrm>
              <a:off x="4762440" y="3776040"/>
              <a:ext cx="35640" cy="31680"/>
            </a:xfrm>
            <a:custGeom>
              <a:avLst/>
              <a:gdLst>
                <a:gd name="textAreaLeft" fmla="*/ 0 w 35640"/>
                <a:gd name="textAreaRight" fmla="*/ 37080 w 35640"/>
                <a:gd name="textAreaTop" fmla="*/ 0 h 31680"/>
                <a:gd name="textAreaBottom" fmla="*/ 33120 h 31680"/>
              </a:gdLst>
              <a:ahLst/>
              <a:cxnLst/>
              <a:rect l="textAreaLeft" t="textAreaTop" r="textAreaRight" b="textAreaBottom"/>
              <a:pathLst>
                <a:path w="412" h="369">
                  <a:moveTo>
                    <a:pt x="207" y="0"/>
                  </a:moveTo>
                  <a:cubicBezTo>
                    <a:pt x="134" y="0"/>
                    <a:pt x="64" y="30"/>
                    <a:pt x="46" y="100"/>
                  </a:cubicBezTo>
                  <a:cubicBezTo>
                    <a:pt x="0" y="191"/>
                    <a:pt x="23" y="305"/>
                    <a:pt x="115" y="351"/>
                  </a:cubicBezTo>
                  <a:cubicBezTo>
                    <a:pt x="139" y="363"/>
                    <a:pt x="165" y="369"/>
                    <a:pt x="191" y="369"/>
                  </a:cubicBezTo>
                  <a:cubicBezTo>
                    <a:pt x="262" y="369"/>
                    <a:pt x="332" y="326"/>
                    <a:pt x="366" y="260"/>
                  </a:cubicBezTo>
                  <a:cubicBezTo>
                    <a:pt x="411" y="168"/>
                    <a:pt x="366" y="54"/>
                    <a:pt x="274" y="8"/>
                  </a:cubicBezTo>
                  <a:cubicBezTo>
                    <a:pt x="253" y="3"/>
                    <a:pt x="230" y="0"/>
                    <a:pt x="207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6560" rIns="90000" bIns="165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96" name="Google Shape;2751;p14"/>
            <p:cNvSpPr/>
            <p:nvPr/>
          </p:nvSpPr>
          <p:spPr>
            <a:xfrm>
              <a:off x="6411600" y="4818600"/>
              <a:ext cx="27360" cy="2484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24840"/>
                <a:gd name="textAreaBottom" fmla="*/ 26280 h 24840"/>
              </a:gdLst>
              <a:ahLst/>
              <a:cxnLst/>
              <a:rect l="textAreaLeft" t="textAreaTop" r="textAreaRight" b="textAreaBottom"/>
              <a:pathLst>
                <a:path w="321" h="292">
                  <a:moveTo>
                    <a:pt x="155" y="1"/>
                  </a:moveTo>
                  <a:cubicBezTo>
                    <a:pt x="105" y="1"/>
                    <a:pt x="58" y="27"/>
                    <a:pt x="24" y="78"/>
                  </a:cubicBezTo>
                  <a:cubicBezTo>
                    <a:pt x="1" y="146"/>
                    <a:pt x="24" y="238"/>
                    <a:pt x="92" y="283"/>
                  </a:cubicBezTo>
                  <a:cubicBezTo>
                    <a:pt x="109" y="289"/>
                    <a:pt x="128" y="292"/>
                    <a:pt x="146" y="292"/>
                  </a:cubicBezTo>
                  <a:cubicBezTo>
                    <a:pt x="202" y="292"/>
                    <a:pt x="258" y="266"/>
                    <a:pt x="275" y="215"/>
                  </a:cubicBezTo>
                  <a:cubicBezTo>
                    <a:pt x="320" y="146"/>
                    <a:pt x="275" y="55"/>
                    <a:pt x="206" y="10"/>
                  </a:cubicBezTo>
                  <a:cubicBezTo>
                    <a:pt x="189" y="4"/>
                    <a:pt x="172" y="1"/>
                    <a:pt x="155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97" name="Google Shape;2752;p14"/>
            <p:cNvSpPr/>
            <p:nvPr/>
          </p:nvSpPr>
          <p:spPr>
            <a:xfrm>
              <a:off x="6499800" y="3889440"/>
              <a:ext cx="33480" cy="2952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29520"/>
                <a:gd name="textAreaBottom" fmla="*/ 30960 h 29520"/>
              </a:gdLst>
              <a:ahLst/>
              <a:cxnLst/>
              <a:rect l="textAreaLeft" t="textAreaTop" r="textAreaRight" b="textAreaBottom"/>
              <a:pathLst>
                <a:path w="389" h="344">
                  <a:moveTo>
                    <a:pt x="179" y="1"/>
                  </a:moveTo>
                  <a:cubicBezTo>
                    <a:pt x="114" y="1"/>
                    <a:pt x="54" y="31"/>
                    <a:pt x="23" y="92"/>
                  </a:cubicBezTo>
                  <a:cubicBezTo>
                    <a:pt x="0" y="183"/>
                    <a:pt x="23" y="275"/>
                    <a:pt x="114" y="320"/>
                  </a:cubicBezTo>
                  <a:cubicBezTo>
                    <a:pt x="145" y="336"/>
                    <a:pt x="175" y="343"/>
                    <a:pt x="204" y="343"/>
                  </a:cubicBezTo>
                  <a:cubicBezTo>
                    <a:pt x="262" y="343"/>
                    <a:pt x="312" y="313"/>
                    <a:pt x="343" y="252"/>
                  </a:cubicBezTo>
                  <a:cubicBezTo>
                    <a:pt x="388" y="161"/>
                    <a:pt x="343" y="46"/>
                    <a:pt x="274" y="24"/>
                  </a:cubicBezTo>
                  <a:cubicBezTo>
                    <a:pt x="244" y="8"/>
                    <a:pt x="211" y="1"/>
                    <a:pt x="179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480" rIns="90000" bIns="154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98" name="Google Shape;2753;p14"/>
            <p:cNvSpPr/>
            <p:nvPr/>
          </p:nvSpPr>
          <p:spPr>
            <a:xfrm>
              <a:off x="6929640" y="4928760"/>
              <a:ext cx="37440" cy="32760"/>
            </a:xfrm>
            <a:custGeom>
              <a:avLst/>
              <a:gdLst>
                <a:gd name="textAreaLeft" fmla="*/ 0 w 37440"/>
                <a:gd name="textAreaRight" fmla="*/ 38880 w 37440"/>
                <a:gd name="textAreaTop" fmla="*/ 0 h 32760"/>
                <a:gd name="textAreaBottom" fmla="*/ 34200 h 32760"/>
              </a:gdLst>
              <a:ahLst/>
              <a:cxnLst/>
              <a:rect l="textAreaLeft" t="textAreaTop" r="textAreaRight" b="textAreaBottom"/>
              <a:pathLst>
                <a:path w="435" h="383">
                  <a:moveTo>
                    <a:pt x="221" y="0"/>
                  </a:moveTo>
                  <a:cubicBezTo>
                    <a:pt x="150" y="0"/>
                    <a:pt x="80" y="43"/>
                    <a:pt x="46" y="109"/>
                  </a:cubicBezTo>
                  <a:cubicBezTo>
                    <a:pt x="1" y="201"/>
                    <a:pt x="23" y="315"/>
                    <a:pt x="138" y="360"/>
                  </a:cubicBezTo>
                  <a:cubicBezTo>
                    <a:pt x="166" y="375"/>
                    <a:pt x="198" y="382"/>
                    <a:pt x="228" y="382"/>
                  </a:cubicBezTo>
                  <a:cubicBezTo>
                    <a:pt x="294" y="382"/>
                    <a:pt x="357" y="347"/>
                    <a:pt x="389" y="269"/>
                  </a:cubicBezTo>
                  <a:cubicBezTo>
                    <a:pt x="434" y="178"/>
                    <a:pt x="389" y="64"/>
                    <a:pt x="297" y="18"/>
                  </a:cubicBezTo>
                  <a:cubicBezTo>
                    <a:pt x="273" y="6"/>
                    <a:pt x="247" y="0"/>
                    <a:pt x="221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6920" rIns="90000" bIns="169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99" name="Google Shape;2754;p14"/>
            <p:cNvSpPr/>
            <p:nvPr/>
          </p:nvSpPr>
          <p:spPr>
            <a:xfrm>
              <a:off x="5188680" y="4064040"/>
              <a:ext cx="25200" cy="22680"/>
            </a:xfrm>
            <a:custGeom>
              <a:avLst/>
              <a:gdLst>
                <a:gd name="textAreaLeft" fmla="*/ 0 w 25200"/>
                <a:gd name="textAreaRight" fmla="*/ 26640 w 25200"/>
                <a:gd name="textAreaTop" fmla="*/ 0 h 22680"/>
                <a:gd name="textAreaBottom" fmla="*/ 24120 h 22680"/>
              </a:gdLst>
              <a:ahLst/>
              <a:cxnLst/>
              <a:rect l="textAreaLeft" t="textAreaTop" r="textAreaRight" b="textAreaBottom"/>
              <a:pathLst>
                <a:path w="297" h="267">
                  <a:moveTo>
                    <a:pt x="146" y="1"/>
                  </a:moveTo>
                  <a:cubicBezTo>
                    <a:pt x="99" y="1"/>
                    <a:pt x="55" y="33"/>
                    <a:pt x="23" y="65"/>
                  </a:cubicBezTo>
                  <a:cubicBezTo>
                    <a:pt x="0" y="134"/>
                    <a:pt x="23" y="225"/>
                    <a:pt x="91" y="248"/>
                  </a:cubicBezTo>
                  <a:cubicBezTo>
                    <a:pt x="111" y="261"/>
                    <a:pt x="130" y="266"/>
                    <a:pt x="148" y="266"/>
                  </a:cubicBezTo>
                  <a:cubicBezTo>
                    <a:pt x="196" y="266"/>
                    <a:pt x="241" y="229"/>
                    <a:pt x="274" y="180"/>
                  </a:cubicBezTo>
                  <a:cubicBezTo>
                    <a:pt x="297" y="134"/>
                    <a:pt x="274" y="43"/>
                    <a:pt x="206" y="20"/>
                  </a:cubicBezTo>
                  <a:cubicBezTo>
                    <a:pt x="185" y="6"/>
                    <a:pt x="165" y="1"/>
                    <a:pt x="146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880" rIns="90000" bIns="118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300" name="Google Shape;2755;p14"/>
            <p:cNvSpPr/>
            <p:nvPr/>
          </p:nvSpPr>
          <p:spPr>
            <a:xfrm>
              <a:off x="6698160" y="4139280"/>
              <a:ext cx="23400" cy="21960"/>
            </a:xfrm>
            <a:custGeom>
              <a:avLst/>
              <a:gdLst>
                <a:gd name="textAreaLeft" fmla="*/ 0 w 23400"/>
                <a:gd name="textAreaRight" fmla="*/ 24840 w 23400"/>
                <a:gd name="textAreaTop" fmla="*/ 0 h 21960"/>
                <a:gd name="textAreaBottom" fmla="*/ 23400 h 21960"/>
              </a:gdLst>
              <a:ahLst/>
              <a:cxnLst/>
              <a:rect l="textAreaLeft" t="textAreaTop" r="textAreaRight" b="textAreaBottom"/>
              <a:pathLst>
                <a:path w="275" h="262">
                  <a:moveTo>
                    <a:pt x="122" y="1"/>
                  </a:moveTo>
                  <a:cubicBezTo>
                    <a:pt x="81" y="1"/>
                    <a:pt x="38" y="26"/>
                    <a:pt x="23" y="70"/>
                  </a:cubicBezTo>
                  <a:cubicBezTo>
                    <a:pt x="0" y="138"/>
                    <a:pt x="23" y="207"/>
                    <a:pt x="69" y="253"/>
                  </a:cubicBezTo>
                  <a:cubicBezTo>
                    <a:pt x="86" y="258"/>
                    <a:pt x="103" y="261"/>
                    <a:pt x="120" y="261"/>
                  </a:cubicBezTo>
                  <a:cubicBezTo>
                    <a:pt x="170" y="261"/>
                    <a:pt x="217" y="235"/>
                    <a:pt x="251" y="184"/>
                  </a:cubicBezTo>
                  <a:cubicBezTo>
                    <a:pt x="274" y="116"/>
                    <a:pt x="251" y="47"/>
                    <a:pt x="183" y="24"/>
                  </a:cubicBezTo>
                  <a:cubicBezTo>
                    <a:pt x="167" y="8"/>
                    <a:pt x="145" y="1"/>
                    <a:pt x="122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520" rIns="90000" bIns="115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301" name="Google Shape;2756;p14"/>
            <p:cNvSpPr/>
            <p:nvPr/>
          </p:nvSpPr>
          <p:spPr>
            <a:xfrm>
              <a:off x="4797360" y="4031280"/>
              <a:ext cx="35640" cy="32400"/>
            </a:xfrm>
            <a:custGeom>
              <a:avLst/>
              <a:gdLst>
                <a:gd name="textAreaLeft" fmla="*/ 0 w 35640"/>
                <a:gd name="textAreaRight" fmla="*/ 37080 w 35640"/>
                <a:gd name="textAreaTop" fmla="*/ 0 h 32400"/>
                <a:gd name="textAreaBottom" fmla="*/ 33840 h 32400"/>
              </a:gdLst>
              <a:ahLst/>
              <a:cxnLst/>
              <a:rect l="textAreaLeft" t="textAreaTop" r="textAreaRight" b="textAreaBottom"/>
              <a:pathLst>
                <a:path w="412" h="379">
                  <a:moveTo>
                    <a:pt x="221" y="1"/>
                  </a:moveTo>
                  <a:cubicBezTo>
                    <a:pt x="150" y="1"/>
                    <a:pt x="80" y="43"/>
                    <a:pt x="46" y="110"/>
                  </a:cubicBezTo>
                  <a:cubicBezTo>
                    <a:pt x="0" y="201"/>
                    <a:pt x="46" y="315"/>
                    <a:pt x="137" y="361"/>
                  </a:cubicBezTo>
                  <a:cubicBezTo>
                    <a:pt x="162" y="373"/>
                    <a:pt x="186" y="379"/>
                    <a:pt x="210" y="379"/>
                  </a:cubicBezTo>
                  <a:cubicBezTo>
                    <a:pt x="274" y="379"/>
                    <a:pt x="332" y="337"/>
                    <a:pt x="366" y="270"/>
                  </a:cubicBezTo>
                  <a:cubicBezTo>
                    <a:pt x="411" y="178"/>
                    <a:pt x="389" y="64"/>
                    <a:pt x="297" y="19"/>
                  </a:cubicBezTo>
                  <a:cubicBezTo>
                    <a:pt x="273" y="6"/>
                    <a:pt x="247" y="1"/>
                    <a:pt x="221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6920" rIns="90000" bIns="169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302" name="Google Shape;2757;p14"/>
            <p:cNvSpPr/>
            <p:nvPr/>
          </p:nvSpPr>
          <p:spPr>
            <a:xfrm>
              <a:off x="7880400" y="2752920"/>
              <a:ext cx="25200" cy="22680"/>
            </a:xfrm>
            <a:custGeom>
              <a:avLst/>
              <a:gdLst>
                <a:gd name="textAreaLeft" fmla="*/ 0 w 25200"/>
                <a:gd name="textAreaRight" fmla="*/ 26640 w 25200"/>
                <a:gd name="textAreaTop" fmla="*/ 0 h 22680"/>
                <a:gd name="textAreaBottom" fmla="*/ 24120 h 22680"/>
              </a:gdLst>
              <a:ahLst/>
              <a:cxnLst/>
              <a:rect l="textAreaLeft" t="textAreaTop" r="textAreaRight" b="textAreaBottom"/>
              <a:pathLst>
                <a:path w="298" h="267">
                  <a:moveTo>
                    <a:pt x="157" y="1"/>
                  </a:moveTo>
                  <a:cubicBezTo>
                    <a:pt x="113" y="1"/>
                    <a:pt x="62" y="33"/>
                    <a:pt x="46" y="65"/>
                  </a:cubicBezTo>
                  <a:cubicBezTo>
                    <a:pt x="1" y="134"/>
                    <a:pt x="46" y="225"/>
                    <a:pt x="92" y="248"/>
                  </a:cubicBezTo>
                  <a:cubicBezTo>
                    <a:pt x="111" y="261"/>
                    <a:pt x="132" y="266"/>
                    <a:pt x="153" y="266"/>
                  </a:cubicBezTo>
                  <a:cubicBezTo>
                    <a:pt x="206" y="266"/>
                    <a:pt x="258" y="229"/>
                    <a:pt x="274" y="179"/>
                  </a:cubicBezTo>
                  <a:cubicBezTo>
                    <a:pt x="297" y="134"/>
                    <a:pt x="274" y="42"/>
                    <a:pt x="206" y="20"/>
                  </a:cubicBezTo>
                  <a:cubicBezTo>
                    <a:pt x="193" y="6"/>
                    <a:pt x="175" y="1"/>
                    <a:pt x="157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880" rIns="90000" bIns="118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303" name="Google Shape;2758;p14"/>
            <p:cNvSpPr/>
            <p:nvPr/>
          </p:nvSpPr>
          <p:spPr>
            <a:xfrm>
              <a:off x="6995520" y="5287680"/>
              <a:ext cx="21240" cy="18720"/>
            </a:xfrm>
            <a:custGeom>
              <a:avLst/>
              <a:gdLst>
                <a:gd name="textAreaLeft" fmla="*/ 0 w 21240"/>
                <a:gd name="textAreaRight" fmla="*/ 22680 w 21240"/>
                <a:gd name="textAreaTop" fmla="*/ 0 h 18720"/>
                <a:gd name="textAreaBottom" fmla="*/ 20160 h 18720"/>
              </a:gdLst>
              <a:ahLst/>
              <a:cxnLst/>
              <a:rect l="textAreaLeft" t="textAreaTop" r="textAreaRight" b="textAreaBottom"/>
              <a:pathLst>
                <a:path w="252" h="224">
                  <a:moveTo>
                    <a:pt x="128" y="1"/>
                  </a:moveTo>
                  <a:cubicBezTo>
                    <a:pt x="81" y="1"/>
                    <a:pt x="40" y="22"/>
                    <a:pt x="23" y="55"/>
                  </a:cubicBezTo>
                  <a:cubicBezTo>
                    <a:pt x="0" y="124"/>
                    <a:pt x="23" y="169"/>
                    <a:pt x="91" y="215"/>
                  </a:cubicBezTo>
                  <a:cubicBezTo>
                    <a:pt x="103" y="221"/>
                    <a:pt x="116" y="223"/>
                    <a:pt x="129" y="223"/>
                  </a:cubicBezTo>
                  <a:cubicBezTo>
                    <a:pt x="168" y="223"/>
                    <a:pt x="211" y="198"/>
                    <a:pt x="228" y="146"/>
                  </a:cubicBezTo>
                  <a:cubicBezTo>
                    <a:pt x="251" y="101"/>
                    <a:pt x="228" y="32"/>
                    <a:pt x="183" y="9"/>
                  </a:cubicBezTo>
                  <a:cubicBezTo>
                    <a:pt x="164" y="3"/>
                    <a:pt x="146" y="1"/>
                    <a:pt x="128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080" rIns="9000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304" name="Google Shape;2759;p14"/>
            <p:cNvSpPr/>
            <p:nvPr/>
          </p:nvSpPr>
          <p:spPr>
            <a:xfrm>
              <a:off x="8607600" y="5157360"/>
              <a:ext cx="21240" cy="20160"/>
            </a:xfrm>
            <a:custGeom>
              <a:avLst/>
              <a:gdLst>
                <a:gd name="textAreaLeft" fmla="*/ 0 w 21240"/>
                <a:gd name="textAreaRight" fmla="*/ 22680 w 21240"/>
                <a:gd name="textAreaTop" fmla="*/ 0 h 20160"/>
                <a:gd name="textAreaBottom" fmla="*/ 21600 h 20160"/>
              </a:gdLst>
              <a:ahLst/>
              <a:cxnLst/>
              <a:rect l="textAreaLeft" t="textAreaTop" r="textAreaRight" b="textAreaBottom"/>
              <a:pathLst>
                <a:path w="252" h="239">
                  <a:moveTo>
                    <a:pt x="112" y="1"/>
                  </a:moveTo>
                  <a:cubicBezTo>
                    <a:pt x="72" y="1"/>
                    <a:pt x="38" y="26"/>
                    <a:pt x="23" y="70"/>
                  </a:cubicBezTo>
                  <a:cubicBezTo>
                    <a:pt x="1" y="116"/>
                    <a:pt x="23" y="184"/>
                    <a:pt x="69" y="230"/>
                  </a:cubicBezTo>
                  <a:cubicBezTo>
                    <a:pt x="86" y="236"/>
                    <a:pt x="103" y="238"/>
                    <a:pt x="120" y="238"/>
                  </a:cubicBezTo>
                  <a:cubicBezTo>
                    <a:pt x="169" y="238"/>
                    <a:pt x="212" y="213"/>
                    <a:pt x="229" y="161"/>
                  </a:cubicBezTo>
                  <a:cubicBezTo>
                    <a:pt x="252" y="116"/>
                    <a:pt x="229" y="47"/>
                    <a:pt x="183" y="25"/>
                  </a:cubicBezTo>
                  <a:cubicBezTo>
                    <a:pt x="159" y="8"/>
                    <a:pt x="135" y="1"/>
                    <a:pt x="112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0" rIns="90000" bIns="108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305" name="Google Shape;2760;p14"/>
            <p:cNvSpPr/>
            <p:nvPr/>
          </p:nvSpPr>
          <p:spPr>
            <a:xfrm>
              <a:off x="7755480" y="5838840"/>
              <a:ext cx="27360" cy="2484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24840"/>
                <a:gd name="textAreaBottom" fmla="*/ 26280 h 24840"/>
              </a:gdLst>
              <a:ahLst/>
              <a:cxnLst/>
              <a:rect l="textAreaLeft" t="textAreaTop" r="textAreaRight" b="textAreaBottom"/>
              <a:pathLst>
                <a:path w="320" h="292">
                  <a:moveTo>
                    <a:pt x="174" y="1"/>
                  </a:moveTo>
                  <a:cubicBezTo>
                    <a:pt x="117" y="1"/>
                    <a:pt x="57" y="27"/>
                    <a:pt x="23" y="78"/>
                  </a:cubicBezTo>
                  <a:cubicBezTo>
                    <a:pt x="0" y="146"/>
                    <a:pt x="23" y="238"/>
                    <a:pt x="92" y="283"/>
                  </a:cubicBezTo>
                  <a:cubicBezTo>
                    <a:pt x="109" y="289"/>
                    <a:pt x="127" y="292"/>
                    <a:pt x="146" y="292"/>
                  </a:cubicBezTo>
                  <a:cubicBezTo>
                    <a:pt x="203" y="292"/>
                    <a:pt x="263" y="266"/>
                    <a:pt x="297" y="215"/>
                  </a:cubicBezTo>
                  <a:cubicBezTo>
                    <a:pt x="320" y="146"/>
                    <a:pt x="297" y="55"/>
                    <a:pt x="228" y="9"/>
                  </a:cubicBezTo>
                  <a:cubicBezTo>
                    <a:pt x="211" y="4"/>
                    <a:pt x="193" y="1"/>
                    <a:pt x="174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306" name="Google Shape;2761;p14"/>
            <p:cNvSpPr/>
            <p:nvPr/>
          </p:nvSpPr>
          <p:spPr>
            <a:xfrm>
              <a:off x="7966440" y="5996520"/>
              <a:ext cx="23400" cy="18720"/>
            </a:xfrm>
            <a:custGeom>
              <a:avLst/>
              <a:gdLst>
                <a:gd name="textAreaLeft" fmla="*/ 0 w 23400"/>
                <a:gd name="textAreaRight" fmla="*/ 24840 w 23400"/>
                <a:gd name="textAreaTop" fmla="*/ 0 h 18720"/>
                <a:gd name="textAreaBottom" fmla="*/ 20160 h 18720"/>
              </a:gdLst>
              <a:ahLst/>
              <a:cxnLst/>
              <a:rect l="textAreaLeft" t="textAreaTop" r="textAreaRight" b="textAreaBottom"/>
              <a:pathLst>
                <a:path w="275" h="224">
                  <a:moveTo>
                    <a:pt x="142" y="0"/>
                  </a:moveTo>
                  <a:cubicBezTo>
                    <a:pt x="102" y="0"/>
                    <a:pt x="56" y="21"/>
                    <a:pt x="23" y="55"/>
                  </a:cubicBezTo>
                  <a:cubicBezTo>
                    <a:pt x="0" y="123"/>
                    <a:pt x="23" y="192"/>
                    <a:pt x="92" y="214"/>
                  </a:cubicBezTo>
                  <a:cubicBezTo>
                    <a:pt x="104" y="221"/>
                    <a:pt x="118" y="223"/>
                    <a:pt x="132" y="223"/>
                  </a:cubicBezTo>
                  <a:cubicBezTo>
                    <a:pt x="172" y="223"/>
                    <a:pt x="218" y="202"/>
                    <a:pt x="251" y="169"/>
                  </a:cubicBezTo>
                  <a:cubicBezTo>
                    <a:pt x="274" y="100"/>
                    <a:pt x="251" y="32"/>
                    <a:pt x="183" y="9"/>
                  </a:cubicBezTo>
                  <a:cubicBezTo>
                    <a:pt x="171" y="3"/>
                    <a:pt x="157" y="0"/>
                    <a:pt x="142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080" rIns="9000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307" name="Google Shape;2762;p14"/>
            <p:cNvSpPr/>
            <p:nvPr/>
          </p:nvSpPr>
          <p:spPr>
            <a:xfrm>
              <a:off x="7927560" y="5670000"/>
              <a:ext cx="33480" cy="2916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29160"/>
                <a:gd name="textAreaBottom" fmla="*/ 30600 h 29160"/>
              </a:gdLst>
              <a:ahLst/>
              <a:cxnLst/>
              <a:rect l="textAreaLeft" t="textAreaTop" r="textAreaRight" b="textAreaBottom"/>
              <a:pathLst>
                <a:path w="389" h="339">
                  <a:moveTo>
                    <a:pt x="199" y="0"/>
                  </a:moveTo>
                  <a:cubicBezTo>
                    <a:pt x="136" y="0"/>
                    <a:pt x="79" y="38"/>
                    <a:pt x="46" y="87"/>
                  </a:cubicBezTo>
                  <a:cubicBezTo>
                    <a:pt x="1" y="179"/>
                    <a:pt x="23" y="270"/>
                    <a:pt x="115" y="316"/>
                  </a:cubicBezTo>
                  <a:cubicBezTo>
                    <a:pt x="145" y="331"/>
                    <a:pt x="176" y="338"/>
                    <a:pt x="204" y="338"/>
                  </a:cubicBezTo>
                  <a:cubicBezTo>
                    <a:pt x="262" y="338"/>
                    <a:pt x="313" y="308"/>
                    <a:pt x="343" y="247"/>
                  </a:cubicBezTo>
                  <a:cubicBezTo>
                    <a:pt x="389" y="156"/>
                    <a:pt x="343" y="64"/>
                    <a:pt x="274" y="19"/>
                  </a:cubicBezTo>
                  <a:cubicBezTo>
                    <a:pt x="249" y="6"/>
                    <a:pt x="223" y="0"/>
                    <a:pt x="199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120" rIns="90000" bIns="151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308" name="Google Shape;2763;p14"/>
            <p:cNvSpPr/>
            <p:nvPr/>
          </p:nvSpPr>
          <p:spPr>
            <a:xfrm>
              <a:off x="9240480" y="5986440"/>
              <a:ext cx="23400" cy="20520"/>
            </a:xfrm>
            <a:custGeom>
              <a:avLst/>
              <a:gdLst>
                <a:gd name="textAreaLeft" fmla="*/ 0 w 23400"/>
                <a:gd name="textAreaRight" fmla="*/ 24840 w 23400"/>
                <a:gd name="textAreaTop" fmla="*/ 0 h 20520"/>
                <a:gd name="textAreaBottom" fmla="*/ 21960 h 20520"/>
              </a:gdLst>
              <a:ahLst/>
              <a:cxnLst/>
              <a:rect l="textAreaLeft" t="textAreaTop" r="textAreaRight" b="textAreaBottom"/>
              <a:pathLst>
                <a:path w="275" h="246">
                  <a:moveTo>
                    <a:pt x="142" y="0"/>
                  </a:moveTo>
                  <a:cubicBezTo>
                    <a:pt x="96" y="0"/>
                    <a:pt x="41" y="26"/>
                    <a:pt x="23" y="77"/>
                  </a:cubicBezTo>
                  <a:cubicBezTo>
                    <a:pt x="1" y="123"/>
                    <a:pt x="23" y="214"/>
                    <a:pt x="92" y="237"/>
                  </a:cubicBezTo>
                  <a:cubicBezTo>
                    <a:pt x="103" y="243"/>
                    <a:pt x="116" y="246"/>
                    <a:pt x="130" y="246"/>
                  </a:cubicBezTo>
                  <a:cubicBezTo>
                    <a:pt x="170" y="246"/>
                    <a:pt x="217" y="220"/>
                    <a:pt x="252" y="169"/>
                  </a:cubicBezTo>
                  <a:cubicBezTo>
                    <a:pt x="274" y="123"/>
                    <a:pt x="252" y="55"/>
                    <a:pt x="183" y="9"/>
                  </a:cubicBezTo>
                  <a:cubicBezTo>
                    <a:pt x="172" y="3"/>
                    <a:pt x="158" y="0"/>
                    <a:pt x="142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0" rIns="90000" bIns="108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309" name="Google Shape;2764;p14"/>
            <p:cNvSpPr/>
            <p:nvPr/>
          </p:nvSpPr>
          <p:spPr>
            <a:xfrm>
              <a:off x="8132400" y="5958720"/>
              <a:ext cx="35280" cy="30600"/>
            </a:xfrm>
            <a:custGeom>
              <a:avLst/>
              <a:gdLst>
                <a:gd name="textAreaLeft" fmla="*/ 0 w 35280"/>
                <a:gd name="textAreaRight" fmla="*/ 36720 w 35280"/>
                <a:gd name="textAreaTop" fmla="*/ 0 h 30600"/>
                <a:gd name="textAreaBottom" fmla="*/ 32040 h 30600"/>
              </a:gdLst>
              <a:ahLst/>
              <a:cxnLst/>
              <a:rect l="textAreaLeft" t="textAreaTop" r="textAreaRight" b="textAreaBottom"/>
              <a:pathLst>
                <a:path w="411" h="357">
                  <a:moveTo>
                    <a:pt x="199" y="1"/>
                  </a:moveTo>
                  <a:cubicBezTo>
                    <a:pt x="135" y="1"/>
                    <a:pt x="79" y="38"/>
                    <a:pt x="46" y="88"/>
                  </a:cubicBezTo>
                  <a:cubicBezTo>
                    <a:pt x="0" y="179"/>
                    <a:pt x="23" y="293"/>
                    <a:pt x="114" y="339"/>
                  </a:cubicBezTo>
                  <a:cubicBezTo>
                    <a:pt x="139" y="351"/>
                    <a:pt x="165" y="357"/>
                    <a:pt x="191" y="357"/>
                  </a:cubicBezTo>
                  <a:cubicBezTo>
                    <a:pt x="262" y="357"/>
                    <a:pt x="332" y="314"/>
                    <a:pt x="365" y="247"/>
                  </a:cubicBezTo>
                  <a:cubicBezTo>
                    <a:pt x="411" y="156"/>
                    <a:pt x="365" y="65"/>
                    <a:pt x="274" y="19"/>
                  </a:cubicBezTo>
                  <a:cubicBezTo>
                    <a:pt x="248" y="6"/>
                    <a:pt x="223" y="1"/>
                    <a:pt x="199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840" rIns="90000" bIns="158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310" name="Google Shape;2765;p14"/>
            <p:cNvSpPr/>
            <p:nvPr/>
          </p:nvSpPr>
          <p:spPr>
            <a:xfrm>
              <a:off x="7212600" y="5681880"/>
              <a:ext cx="27360" cy="1908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19080"/>
                <a:gd name="textAreaBottom" fmla="*/ 20520 h 19080"/>
              </a:gdLst>
              <a:ahLst/>
              <a:cxnLst/>
              <a:rect l="textAreaLeft" t="textAreaTop" r="textAreaRight" b="textAreaBottom"/>
              <a:pathLst>
                <a:path w="321" h="230">
                  <a:moveTo>
                    <a:pt x="117" y="1"/>
                  </a:moveTo>
                  <a:cubicBezTo>
                    <a:pt x="61" y="1"/>
                    <a:pt x="16" y="31"/>
                    <a:pt x="1" y="92"/>
                  </a:cubicBezTo>
                  <a:lnTo>
                    <a:pt x="274" y="229"/>
                  </a:lnTo>
                  <a:cubicBezTo>
                    <a:pt x="320" y="161"/>
                    <a:pt x="274" y="47"/>
                    <a:pt x="206" y="24"/>
                  </a:cubicBezTo>
                  <a:cubicBezTo>
                    <a:pt x="176" y="9"/>
                    <a:pt x="145" y="1"/>
                    <a:pt x="117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080" rIns="9000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311" name="Google Shape;2766;p14"/>
            <p:cNvSpPr/>
            <p:nvPr/>
          </p:nvSpPr>
          <p:spPr>
            <a:xfrm>
              <a:off x="8331120" y="5402520"/>
              <a:ext cx="23400" cy="19800"/>
            </a:xfrm>
            <a:custGeom>
              <a:avLst/>
              <a:gdLst>
                <a:gd name="textAreaLeft" fmla="*/ 0 w 23400"/>
                <a:gd name="textAreaRight" fmla="*/ 24840 w 23400"/>
                <a:gd name="textAreaTop" fmla="*/ 0 h 19800"/>
                <a:gd name="textAreaBottom" fmla="*/ 21240 h 19800"/>
              </a:gdLst>
              <a:ahLst/>
              <a:cxnLst/>
              <a:rect l="textAreaLeft" t="textAreaTop" r="textAreaRight" b="textAreaBottom"/>
              <a:pathLst>
                <a:path w="275" h="238">
                  <a:moveTo>
                    <a:pt x="145" y="0"/>
                  </a:moveTo>
                  <a:cubicBezTo>
                    <a:pt x="104" y="0"/>
                    <a:pt x="57" y="26"/>
                    <a:pt x="23" y="77"/>
                  </a:cubicBezTo>
                  <a:cubicBezTo>
                    <a:pt x="0" y="123"/>
                    <a:pt x="23" y="191"/>
                    <a:pt x="91" y="214"/>
                  </a:cubicBezTo>
                  <a:cubicBezTo>
                    <a:pt x="108" y="230"/>
                    <a:pt x="127" y="238"/>
                    <a:pt x="146" y="238"/>
                  </a:cubicBezTo>
                  <a:cubicBezTo>
                    <a:pt x="180" y="238"/>
                    <a:pt x="214" y="213"/>
                    <a:pt x="228" y="168"/>
                  </a:cubicBezTo>
                  <a:cubicBezTo>
                    <a:pt x="274" y="100"/>
                    <a:pt x="251" y="32"/>
                    <a:pt x="183" y="9"/>
                  </a:cubicBezTo>
                  <a:cubicBezTo>
                    <a:pt x="171" y="3"/>
                    <a:pt x="158" y="0"/>
                    <a:pt x="145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440" rIns="90000" bIns="10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312" name="Google Shape;2767;p14"/>
            <p:cNvSpPr/>
            <p:nvPr/>
          </p:nvSpPr>
          <p:spPr>
            <a:xfrm>
              <a:off x="9091080" y="5825880"/>
              <a:ext cx="29520" cy="25560"/>
            </a:xfrm>
            <a:custGeom>
              <a:avLst/>
              <a:gdLst>
                <a:gd name="textAreaLeft" fmla="*/ 0 w 29520"/>
                <a:gd name="textAreaRight" fmla="*/ 30960 w 29520"/>
                <a:gd name="textAreaTop" fmla="*/ 0 h 25560"/>
                <a:gd name="textAreaBottom" fmla="*/ 27000 h 25560"/>
              </a:gdLst>
              <a:ahLst/>
              <a:cxnLst/>
              <a:rect l="textAreaLeft" t="textAreaTop" r="textAreaRight" b="textAreaBottom"/>
              <a:pathLst>
                <a:path w="343" h="301">
                  <a:moveTo>
                    <a:pt x="176" y="0"/>
                  </a:moveTo>
                  <a:cubicBezTo>
                    <a:pt x="114" y="0"/>
                    <a:pt x="62" y="38"/>
                    <a:pt x="46" y="87"/>
                  </a:cubicBezTo>
                  <a:cubicBezTo>
                    <a:pt x="0" y="155"/>
                    <a:pt x="46" y="247"/>
                    <a:pt x="114" y="292"/>
                  </a:cubicBezTo>
                  <a:cubicBezTo>
                    <a:pt x="132" y="298"/>
                    <a:pt x="150" y="301"/>
                    <a:pt x="169" y="301"/>
                  </a:cubicBezTo>
                  <a:cubicBezTo>
                    <a:pt x="226" y="301"/>
                    <a:pt x="286" y="275"/>
                    <a:pt x="320" y="224"/>
                  </a:cubicBezTo>
                  <a:cubicBezTo>
                    <a:pt x="343" y="133"/>
                    <a:pt x="320" y="64"/>
                    <a:pt x="251" y="19"/>
                  </a:cubicBezTo>
                  <a:cubicBezTo>
                    <a:pt x="226" y="6"/>
                    <a:pt x="200" y="0"/>
                    <a:pt x="176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3320" rIns="90000" bIns="133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313" name="Google Shape;2768;p14"/>
            <p:cNvSpPr/>
            <p:nvPr/>
          </p:nvSpPr>
          <p:spPr>
            <a:xfrm>
              <a:off x="8687520" y="5726880"/>
              <a:ext cx="23400" cy="20160"/>
            </a:xfrm>
            <a:custGeom>
              <a:avLst/>
              <a:gdLst>
                <a:gd name="textAreaLeft" fmla="*/ 0 w 23400"/>
                <a:gd name="textAreaRight" fmla="*/ 24840 w 23400"/>
                <a:gd name="textAreaTop" fmla="*/ 0 h 20160"/>
                <a:gd name="textAreaBottom" fmla="*/ 21600 h 20160"/>
              </a:gdLst>
              <a:ahLst/>
              <a:cxnLst/>
              <a:rect l="textAreaLeft" t="textAreaTop" r="textAreaRight" b="textAreaBottom"/>
              <a:pathLst>
                <a:path w="275" h="239">
                  <a:moveTo>
                    <a:pt x="123" y="0"/>
                  </a:moveTo>
                  <a:cubicBezTo>
                    <a:pt x="82" y="0"/>
                    <a:pt x="38" y="25"/>
                    <a:pt x="24" y="70"/>
                  </a:cubicBezTo>
                  <a:cubicBezTo>
                    <a:pt x="1" y="138"/>
                    <a:pt x="24" y="207"/>
                    <a:pt x="92" y="229"/>
                  </a:cubicBezTo>
                  <a:cubicBezTo>
                    <a:pt x="104" y="235"/>
                    <a:pt x="118" y="238"/>
                    <a:pt x="133" y="238"/>
                  </a:cubicBezTo>
                  <a:cubicBezTo>
                    <a:pt x="173" y="238"/>
                    <a:pt x="218" y="217"/>
                    <a:pt x="252" y="184"/>
                  </a:cubicBezTo>
                  <a:cubicBezTo>
                    <a:pt x="275" y="115"/>
                    <a:pt x="252" y="47"/>
                    <a:pt x="183" y="24"/>
                  </a:cubicBezTo>
                  <a:cubicBezTo>
                    <a:pt x="167" y="8"/>
                    <a:pt x="145" y="0"/>
                    <a:pt x="123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0" rIns="90000" bIns="108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314" name="Google Shape;2769;p14"/>
            <p:cNvSpPr/>
            <p:nvPr/>
          </p:nvSpPr>
          <p:spPr>
            <a:xfrm>
              <a:off x="9236160" y="5931720"/>
              <a:ext cx="25200" cy="23040"/>
            </a:xfrm>
            <a:custGeom>
              <a:avLst/>
              <a:gdLst>
                <a:gd name="textAreaLeft" fmla="*/ 0 w 25200"/>
                <a:gd name="textAreaRight" fmla="*/ 26640 w 25200"/>
                <a:gd name="textAreaTop" fmla="*/ 0 h 23040"/>
                <a:gd name="textAreaBottom" fmla="*/ 24480 h 23040"/>
              </a:gdLst>
              <a:ahLst/>
              <a:cxnLst/>
              <a:rect l="textAreaLeft" t="textAreaTop" r="textAreaRight" b="textAreaBottom"/>
              <a:pathLst>
                <a:path w="298" h="272">
                  <a:moveTo>
                    <a:pt x="129" y="1"/>
                  </a:moveTo>
                  <a:cubicBezTo>
                    <a:pt x="82" y="1"/>
                    <a:pt x="38" y="26"/>
                    <a:pt x="24" y="70"/>
                  </a:cubicBezTo>
                  <a:cubicBezTo>
                    <a:pt x="1" y="139"/>
                    <a:pt x="24" y="230"/>
                    <a:pt x="92" y="253"/>
                  </a:cubicBezTo>
                  <a:cubicBezTo>
                    <a:pt x="111" y="265"/>
                    <a:pt x="130" y="271"/>
                    <a:pt x="149" y="271"/>
                  </a:cubicBezTo>
                  <a:cubicBezTo>
                    <a:pt x="197" y="271"/>
                    <a:pt x="242" y="234"/>
                    <a:pt x="275" y="184"/>
                  </a:cubicBezTo>
                  <a:cubicBezTo>
                    <a:pt x="298" y="139"/>
                    <a:pt x="275" y="47"/>
                    <a:pt x="206" y="24"/>
                  </a:cubicBezTo>
                  <a:cubicBezTo>
                    <a:pt x="182" y="8"/>
                    <a:pt x="155" y="1"/>
                    <a:pt x="129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240" rIns="90000" bIns="122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315" name="Google Shape;2770;p14"/>
            <p:cNvSpPr/>
            <p:nvPr/>
          </p:nvSpPr>
          <p:spPr>
            <a:xfrm>
              <a:off x="6110280" y="3364560"/>
              <a:ext cx="31320" cy="26640"/>
            </a:xfrm>
            <a:custGeom>
              <a:avLst/>
              <a:gdLst>
                <a:gd name="textAreaLeft" fmla="*/ 0 w 31320"/>
                <a:gd name="textAreaRight" fmla="*/ 32760 w 31320"/>
                <a:gd name="textAreaTop" fmla="*/ 0 h 26640"/>
                <a:gd name="textAreaBottom" fmla="*/ 28080 h 26640"/>
              </a:gdLst>
              <a:ahLst/>
              <a:cxnLst/>
              <a:rect l="textAreaLeft" t="textAreaTop" r="textAreaRight" b="textAreaBottom"/>
              <a:pathLst>
                <a:path w="366" h="314">
                  <a:moveTo>
                    <a:pt x="197" y="0"/>
                  </a:moveTo>
                  <a:cubicBezTo>
                    <a:pt x="134" y="0"/>
                    <a:pt x="64" y="30"/>
                    <a:pt x="46" y="100"/>
                  </a:cubicBezTo>
                  <a:cubicBezTo>
                    <a:pt x="1" y="168"/>
                    <a:pt x="23" y="260"/>
                    <a:pt x="115" y="305"/>
                  </a:cubicBezTo>
                  <a:cubicBezTo>
                    <a:pt x="132" y="311"/>
                    <a:pt x="152" y="314"/>
                    <a:pt x="172" y="314"/>
                  </a:cubicBezTo>
                  <a:cubicBezTo>
                    <a:pt x="234" y="314"/>
                    <a:pt x="303" y="288"/>
                    <a:pt x="320" y="237"/>
                  </a:cubicBezTo>
                  <a:cubicBezTo>
                    <a:pt x="366" y="146"/>
                    <a:pt x="320" y="54"/>
                    <a:pt x="252" y="9"/>
                  </a:cubicBezTo>
                  <a:cubicBezTo>
                    <a:pt x="235" y="3"/>
                    <a:pt x="217" y="0"/>
                    <a:pt x="197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4040" rIns="90000" bIns="140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316" name="Google Shape;2771;p14"/>
            <p:cNvSpPr/>
            <p:nvPr/>
          </p:nvSpPr>
          <p:spPr>
            <a:xfrm>
              <a:off x="7917120" y="2930040"/>
              <a:ext cx="23400" cy="18720"/>
            </a:xfrm>
            <a:custGeom>
              <a:avLst/>
              <a:gdLst>
                <a:gd name="textAreaLeft" fmla="*/ 0 w 23400"/>
                <a:gd name="textAreaRight" fmla="*/ 24840 w 23400"/>
                <a:gd name="textAreaTop" fmla="*/ 0 h 18720"/>
                <a:gd name="textAreaBottom" fmla="*/ 20160 h 18720"/>
              </a:gdLst>
              <a:ahLst/>
              <a:cxnLst/>
              <a:rect l="textAreaLeft" t="textAreaTop" r="textAreaRight" b="textAreaBottom"/>
              <a:pathLst>
                <a:path w="275" h="224">
                  <a:moveTo>
                    <a:pt x="129" y="1"/>
                  </a:moveTo>
                  <a:cubicBezTo>
                    <a:pt x="81" y="1"/>
                    <a:pt x="40" y="22"/>
                    <a:pt x="23" y="55"/>
                  </a:cubicBezTo>
                  <a:cubicBezTo>
                    <a:pt x="0" y="124"/>
                    <a:pt x="23" y="192"/>
                    <a:pt x="69" y="215"/>
                  </a:cubicBezTo>
                  <a:cubicBezTo>
                    <a:pt x="87" y="221"/>
                    <a:pt x="106" y="224"/>
                    <a:pt x="123" y="224"/>
                  </a:cubicBezTo>
                  <a:cubicBezTo>
                    <a:pt x="171" y="224"/>
                    <a:pt x="212" y="203"/>
                    <a:pt x="229" y="169"/>
                  </a:cubicBezTo>
                  <a:cubicBezTo>
                    <a:pt x="274" y="101"/>
                    <a:pt x="252" y="32"/>
                    <a:pt x="183" y="10"/>
                  </a:cubicBezTo>
                  <a:cubicBezTo>
                    <a:pt x="165" y="4"/>
                    <a:pt x="146" y="1"/>
                    <a:pt x="129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080" rIns="9000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317" name="Google Shape;2772;p14"/>
            <p:cNvSpPr/>
            <p:nvPr/>
          </p:nvSpPr>
          <p:spPr>
            <a:xfrm>
              <a:off x="8849160" y="6285600"/>
              <a:ext cx="25200" cy="21960"/>
            </a:xfrm>
            <a:custGeom>
              <a:avLst/>
              <a:gdLst>
                <a:gd name="textAreaLeft" fmla="*/ 0 w 25200"/>
                <a:gd name="textAreaRight" fmla="*/ 26640 w 25200"/>
                <a:gd name="textAreaTop" fmla="*/ 0 h 21960"/>
                <a:gd name="textAreaBottom" fmla="*/ 23400 h 21960"/>
              </a:gdLst>
              <a:ahLst/>
              <a:cxnLst/>
              <a:rect l="textAreaLeft" t="textAreaTop" r="textAreaRight" b="textAreaBottom"/>
              <a:pathLst>
                <a:path w="298" h="262">
                  <a:moveTo>
                    <a:pt x="156" y="1"/>
                  </a:moveTo>
                  <a:cubicBezTo>
                    <a:pt x="107" y="1"/>
                    <a:pt x="64" y="27"/>
                    <a:pt x="47" y="78"/>
                  </a:cubicBezTo>
                  <a:cubicBezTo>
                    <a:pt x="1" y="146"/>
                    <a:pt x="47" y="215"/>
                    <a:pt x="92" y="238"/>
                  </a:cubicBezTo>
                  <a:cubicBezTo>
                    <a:pt x="117" y="254"/>
                    <a:pt x="141" y="261"/>
                    <a:pt x="164" y="261"/>
                  </a:cubicBezTo>
                  <a:cubicBezTo>
                    <a:pt x="206" y="261"/>
                    <a:pt x="245" y="236"/>
                    <a:pt x="275" y="192"/>
                  </a:cubicBezTo>
                  <a:cubicBezTo>
                    <a:pt x="298" y="124"/>
                    <a:pt x="275" y="55"/>
                    <a:pt x="206" y="9"/>
                  </a:cubicBezTo>
                  <a:cubicBezTo>
                    <a:pt x="189" y="4"/>
                    <a:pt x="172" y="1"/>
                    <a:pt x="156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520" rIns="90000" bIns="115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318" name="Google Shape;2773;p14"/>
            <p:cNvSpPr/>
            <p:nvPr/>
          </p:nvSpPr>
          <p:spPr>
            <a:xfrm>
              <a:off x="7107840" y="3117600"/>
              <a:ext cx="25200" cy="23040"/>
            </a:xfrm>
            <a:custGeom>
              <a:avLst/>
              <a:gdLst>
                <a:gd name="textAreaLeft" fmla="*/ 0 w 25200"/>
                <a:gd name="textAreaRight" fmla="*/ 26640 w 25200"/>
                <a:gd name="textAreaTop" fmla="*/ 0 h 23040"/>
                <a:gd name="textAreaBottom" fmla="*/ 24480 h 23040"/>
              </a:gdLst>
              <a:ahLst/>
              <a:cxnLst/>
              <a:rect l="textAreaLeft" t="textAreaTop" r="textAreaRight" b="textAreaBottom"/>
              <a:pathLst>
                <a:path w="298" h="271">
                  <a:moveTo>
                    <a:pt x="159" y="0"/>
                  </a:moveTo>
                  <a:cubicBezTo>
                    <a:pt x="115" y="0"/>
                    <a:pt x="63" y="38"/>
                    <a:pt x="46" y="87"/>
                  </a:cubicBezTo>
                  <a:cubicBezTo>
                    <a:pt x="0" y="133"/>
                    <a:pt x="23" y="224"/>
                    <a:pt x="92" y="247"/>
                  </a:cubicBezTo>
                  <a:cubicBezTo>
                    <a:pt x="116" y="263"/>
                    <a:pt x="143" y="271"/>
                    <a:pt x="169" y="271"/>
                  </a:cubicBezTo>
                  <a:cubicBezTo>
                    <a:pt x="216" y="271"/>
                    <a:pt x="260" y="245"/>
                    <a:pt x="274" y="201"/>
                  </a:cubicBezTo>
                  <a:cubicBezTo>
                    <a:pt x="297" y="133"/>
                    <a:pt x="274" y="41"/>
                    <a:pt x="206" y="19"/>
                  </a:cubicBezTo>
                  <a:cubicBezTo>
                    <a:pt x="193" y="6"/>
                    <a:pt x="177" y="0"/>
                    <a:pt x="159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240" rIns="90000" bIns="122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319" name="Google Shape;2774;p14"/>
            <p:cNvSpPr/>
            <p:nvPr/>
          </p:nvSpPr>
          <p:spPr>
            <a:xfrm>
              <a:off x="7493040" y="3140280"/>
              <a:ext cx="39600" cy="34560"/>
            </a:xfrm>
            <a:custGeom>
              <a:avLst/>
              <a:gdLst>
                <a:gd name="textAreaLeft" fmla="*/ 0 w 39600"/>
                <a:gd name="textAreaRight" fmla="*/ 41040 w 39600"/>
                <a:gd name="textAreaTop" fmla="*/ 0 h 34560"/>
                <a:gd name="textAreaBottom" fmla="*/ 36000 h 34560"/>
              </a:gdLst>
              <a:ahLst/>
              <a:cxnLst/>
              <a:rect l="textAreaLeft" t="textAreaTop" r="textAreaRight" b="textAreaBottom"/>
              <a:pathLst>
                <a:path w="458" h="402">
                  <a:moveTo>
                    <a:pt x="230" y="1"/>
                  </a:moveTo>
                  <a:cubicBezTo>
                    <a:pt x="150" y="1"/>
                    <a:pt x="80" y="43"/>
                    <a:pt x="46" y="110"/>
                  </a:cubicBezTo>
                  <a:cubicBezTo>
                    <a:pt x="1" y="201"/>
                    <a:pt x="46" y="338"/>
                    <a:pt x="138" y="384"/>
                  </a:cubicBezTo>
                  <a:cubicBezTo>
                    <a:pt x="162" y="396"/>
                    <a:pt x="190" y="402"/>
                    <a:pt x="218" y="402"/>
                  </a:cubicBezTo>
                  <a:cubicBezTo>
                    <a:pt x="296" y="402"/>
                    <a:pt x="378" y="359"/>
                    <a:pt x="411" y="293"/>
                  </a:cubicBezTo>
                  <a:cubicBezTo>
                    <a:pt x="457" y="178"/>
                    <a:pt x="411" y="64"/>
                    <a:pt x="320" y="19"/>
                  </a:cubicBezTo>
                  <a:cubicBezTo>
                    <a:pt x="290" y="6"/>
                    <a:pt x="259" y="1"/>
                    <a:pt x="230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8000" rIns="90000" bIns="180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320" name="Google Shape;2775;p14"/>
            <p:cNvSpPr/>
            <p:nvPr/>
          </p:nvSpPr>
          <p:spPr>
            <a:xfrm>
              <a:off x="7517520" y="3046680"/>
              <a:ext cx="23400" cy="18720"/>
            </a:xfrm>
            <a:custGeom>
              <a:avLst/>
              <a:gdLst>
                <a:gd name="textAreaLeft" fmla="*/ 0 w 23400"/>
                <a:gd name="textAreaRight" fmla="*/ 24840 w 23400"/>
                <a:gd name="textAreaTop" fmla="*/ 0 h 18720"/>
                <a:gd name="textAreaBottom" fmla="*/ 20160 h 18720"/>
              </a:gdLst>
              <a:ahLst/>
              <a:cxnLst/>
              <a:rect l="textAreaLeft" t="textAreaTop" r="textAreaRight" b="textAreaBottom"/>
              <a:pathLst>
                <a:path w="275" h="225">
                  <a:moveTo>
                    <a:pt x="143" y="1"/>
                  </a:moveTo>
                  <a:cubicBezTo>
                    <a:pt x="104" y="1"/>
                    <a:pt x="63" y="22"/>
                    <a:pt x="46" y="55"/>
                  </a:cubicBezTo>
                  <a:cubicBezTo>
                    <a:pt x="0" y="124"/>
                    <a:pt x="46" y="192"/>
                    <a:pt x="92" y="215"/>
                  </a:cubicBezTo>
                  <a:cubicBezTo>
                    <a:pt x="104" y="221"/>
                    <a:pt x="118" y="224"/>
                    <a:pt x="133" y="224"/>
                  </a:cubicBezTo>
                  <a:cubicBezTo>
                    <a:pt x="173" y="224"/>
                    <a:pt x="218" y="203"/>
                    <a:pt x="252" y="169"/>
                  </a:cubicBezTo>
                  <a:cubicBezTo>
                    <a:pt x="274" y="101"/>
                    <a:pt x="252" y="32"/>
                    <a:pt x="183" y="10"/>
                  </a:cubicBezTo>
                  <a:cubicBezTo>
                    <a:pt x="171" y="4"/>
                    <a:pt x="157" y="1"/>
                    <a:pt x="143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080" rIns="9000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321" name="Google Shape;2776;p14"/>
            <p:cNvSpPr/>
            <p:nvPr/>
          </p:nvSpPr>
          <p:spPr>
            <a:xfrm>
              <a:off x="5200920" y="2863800"/>
              <a:ext cx="37440" cy="34560"/>
            </a:xfrm>
            <a:custGeom>
              <a:avLst/>
              <a:gdLst>
                <a:gd name="textAreaLeft" fmla="*/ 0 w 37440"/>
                <a:gd name="textAreaRight" fmla="*/ 38880 w 37440"/>
                <a:gd name="textAreaTop" fmla="*/ 0 h 34560"/>
                <a:gd name="textAreaBottom" fmla="*/ 36000 h 34560"/>
              </a:gdLst>
              <a:ahLst/>
              <a:cxnLst/>
              <a:rect l="textAreaLeft" t="textAreaTop" r="textAreaRight" b="textAreaBottom"/>
              <a:pathLst>
                <a:path w="434" h="402">
                  <a:moveTo>
                    <a:pt x="220" y="0"/>
                  </a:moveTo>
                  <a:cubicBezTo>
                    <a:pt x="149" y="0"/>
                    <a:pt x="79" y="43"/>
                    <a:pt x="46" y="110"/>
                  </a:cubicBezTo>
                  <a:cubicBezTo>
                    <a:pt x="0" y="224"/>
                    <a:pt x="23" y="338"/>
                    <a:pt x="137" y="383"/>
                  </a:cubicBezTo>
                  <a:cubicBezTo>
                    <a:pt x="161" y="396"/>
                    <a:pt x="188" y="401"/>
                    <a:pt x="214" y="401"/>
                  </a:cubicBezTo>
                  <a:cubicBezTo>
                    <a:pt x="285" y="401"/>
                    <a:pt x="355" y="359"/>
                    <a:pt x="388" y="292"/>
                  </a:cubicBezTo>
                  <a:cubicBezTo>
                    <a:pt x="434" y="201"/>
                    <a:pt x="411" y="64"/>
                    <a:pt x="297" y="18"/>
                  </a:cubicBezTo>
                  <a:cubicBezTo>
                    <a:pt x="272" y="6"/>
                    <a:pt x="246" y="0"/>
                    <a:pt x="220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8000" rIns="90000" bIns="180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322" name="Google Shape;2777;p14"/>
            <p:cNvSpPr/>
            <p:nvPr/>
          </p:nvSpPr>
          <p:spPr>
            <a:xfrm>
              <a:off x="6413400" y="5125320"/>
              <a:ext cx="37440" cy="32760"/>
            </a:xfrm>
            <a:custGeom>
              <a:avLst/>
              <a:gdLst>
                <a:gd name="textAreaLeft" fmla="*/ 0 w 37440"/>
                <a:gd name="textAreaRight" fmla="*/ 38880 w 37440"/>
                <a:gd name="textAreaTop" fmla="*/ 0 h 32760"/>
                <a:gd name="textAreaBottom" fmla="*/ 34200 h 32760"/>
              </a:gdLst>
              <a:ahLst/>
              <a:cxnLst/>
              <a:rect l="textAreaLeft" t="textAreaTop" r="textAreaRight" b="textAreaBottom"/>
              <a:pathLst>
                <a:path w="435" h="383">
                  <a:moveTo>
                    <a:pt x="221" y="0"/>
                  </a:moveTo>
                  <a:cubicBezTo>
                    <a:pt x="150" y="0"/>
                    <a:pt x="80" y="43"/>
                    <a:pt x="46" y="110"/>
                  </a:cubicBezTo>
                  <a:cubicBezTo>
                    <a:pt x="1" y="201"/>
                    <a:pt x="46" y="315"/>
                    <a:pt x="138" y="361"/>
                  </a:cubicBezTo>
                  <a:cubicBezTo>
                    <a:pt x="167" y="375"/>
                    <a:pt x="198" y="383"/>
                    <a:pt x="228" y="383"/>
                  </a:cubicBezTo>
                  <a:cubicBezTo>
                    <a:pt x="294" y="383"/>
                    <a:pt x="357" y="347"/>
                    <a:pt x="389" y="269"/>
                  </a:cubicBezTo>
                  <a:cubicBezTo>
                    <a:pt x="434" y="178"/>
                    <a:pt x="389" y="64"/>
                    <a:pt x="297" y="18"/>
                  </a:cubicBezTo>
                  <a:cubicBezTo>
                    <a:pt x="273" y="6"/>
                    <a:pt x="247" y="0"/>
                    <a:pt x="221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6920" rIns="90000" bIns="169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323" name="Google Shape;2778;p14"/>
            <p:cNvSpPr/>
            <p:nvPr/>
          </p:nvSpPr>
          <p:spPr>
            <a:xfrm>
              <a:off x="6968880" y="4421520"/>
              <a:ext cx="21240" cy="19440"/>
            </a:xfrm>
            <a:custGeom>
              <a:avLst/>
              <a:gdLst>
                <a:gd name="textAreaLeft" fmla="*/ 0 w 21240"/>
                <a:gd name="textAreaRight" fmla="*/ 22680 w 21240"/>
                <a:gd name="textAreaTop" fmla="*/ 0 h 19440"/>
                <a:gd name="textAreaBottom" fmla="*/ 20880 h 19440"/>
              </a:gdLst>
              <a:ahLst/>
              <a:cxnLst/>
              <a:rect l="textAreaLeft" t="textAreaTop" r="textAreaRight" b="textAreaBottom"/>
              <a:pathLst>
                <a:path w="252" h="234">
                  <a:moveTo>
                    <a:pt x="132" y="1"/>
                  </a:moveTo>
                  <a:cubicBezTo>
                    <a:pt x="83" y="1"/>
                    <a:pt x="40" y="27"/>
                    <a:pt x="23" y="78"/>
                  </a:cubicBezTo>
                  <a:cubicBezTo>
                    <a:pt x="0" y="124"/>
                    <a:pt x="23" y="192"/>
                    <a:pt x="69" y="215"/>
                  </a:cubicBezTo>
                  <a:cubicBezTo>
                    <a:pt x="89" y="228"/>
                    <a:pt x="109" y="234"/>
                    <a:pt x="128" y="234"/>
                  </a:cubicBezTo>
                  <a:cubicBezTo>
                    <a:pt x="173" y="234"/>
                    <a:pt x="212" y="201"/>
                    <a:pt x="229" y="169"/>
                  </a:cubicBezTo>
                  <a:cubicBezTo>
                    <a:pt x="251" y="101"/>
                    <a:pt x="229" y="32"/>
                    <a:pt x="183" y="9"/>
                  </a:cubicBezTo>
                  <a:cubicBezTo>
                    <a:pt x="166" y="4"/>
                    <a:pt x="149" y="1"/>
                    <a:pt x="132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440" rIns="90000" bIns="10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324" name="Google Shape;2779;p14"/>
            <p:cNvSpPr/>
            <p:nvPr/>
          </p:nvSpPr>
          <p:spPr>
            <a:xfrm>
              <a:off x="7804440" y="5455080"/>
              <a:ext cx="33480" cy="2988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29880"/>
                <a:gd name="textAreaBottom" fmla="*/ 31320 h 29880"/>
              </a:gdLst>
              <a:ahLst/>
              <a:cxnLst/>
              <a:rect l="textAreaLeft" t="textAreaTop" r="textAreaRight" b="textAreaBottom"/>
              <a:pathLst>
                <a:path w="389" h="347">
                  <a:moveTo>
                    <a:pt x="194" y="1"/>
                  </a:moveTo>
                  <a:cubicBezTo>
                    <a:pt x="124" y="1"/>
                    <a:pt x="56" y="38"/>
                    <a:pt x="23" y="88"/>
                  </a:cubicBezTo>
                  <a:cubicBezTo>
                    <a:pt x="0" y="179"/>
                    <a:pt x="23" y="293"/>
                    <a:pt x="114" y="339"/>
                  </a:cubicBezTo>
                  <a:cubicBezTo>
                    <a:pt x="136" y="344"/>
                    <a:pt x="157" y="347"/>
                    <a:pt x="178" y="347"/>
                  </a:cubicBezTo>
                  <a:cubicBezTo>
                    <a:pt x="246" y="347"/>
                    <a:pt x="308" y="317"/>
                    <a:pt x="342" y="247"/>
                  </a:cubicBezTo>
                  <a:cubicBezTo>
                    <a:pt x="388" y="156"/>
                    <a:pt x="342" y="65"/>
                    <a:pt x="274" y="19"/>
                  </a:cubicBezTo>
                  <a:cubicBezTo>
                    <a:pt x="248" y="6"/>
                    <a:pt x="221" y="1"/>
                    <a:pt x="194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480" rIns="90000" bIns="154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325" name="Google Shape;2780;p14"/>
            <p:cNvSpPr/>
            <p:nvPr/>
          </p:nvSpPr>
          <p:spPr>
            <a:xfrm>
              <a:off x="7956000" y="5365800"/>
              <a:ext cx="21240" cy="18720"/>
            </a:xfrm>
            <a:custGeom>
              <a:avLst/>
              <a:gdLst>
                <a:gd name="textAreaLeft" fmla="*/ 0 w 21240"/>
                <a:gd name="textAreaRight" fmla="*/ 22680 w 21240"/>
                <a:gd name="textAreaTop" fmla="*/ 0 h 18720"/>
                <a:gd name="textAreaBottom" fmla="*/ 20160 h 18720"/>
              </a:gdLst>
              <a:ahLst/>
              <a:cxnLst/>
              <a:rect l="textAreaLeft" t="textAreaTop" r="textAreaRight" b="textAreaBottom"/>
              <a:pathLst>
                <a:path w="252" h="224">
                  <a:moveTo>
                    <a:pt x="136" y="0"/>
                  </a:moveTo>
                  <a:cubicBezTo>
                    <a:pt x="93" y="0"/>
                    <a:pt x="63" y="26"/>
                    <a:pt x="46" y="77"/>
                  </a:cubicBezTo>
                  <a:cubicBezTo>
                    <a:pt x="0" y="123"/>
                    <a:pt x="23" y="191"/>
                    <a:pt x="91" y="214"/>
                  </a:cubicBezTo>
                  <a:cubicBezTo>
                    <a:pt x="104" y="220"/>
                    <a:pt x="118" y="223"/>
                    <a:pt x="132" y="223"/>
                  </a:cubicBezTo>
                  <a:cubicBezTo>
                    <a:pt x="170" y="223"/>
                    <a:pt x="212" y="202"/>
                    <a:pt x="228" y="169"/>
                  </a:cubicBezTo>
                  <a:cubicBezTo>
                    <a:pt x="251" y="100"/>
                    <a:pt x="228" y="55"/>
                    <a:pt x="183" y="9"/>
                  </a:cubicBezTo>
                  <a:cubicBezTo>
                    <a:pt x="166" y="3"/>
                    <a:pt x="150" y="0"/>
                    <a:pt x="136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080" rIns="9000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326" name="Google Shape;2781;p14"/>
            <p:cNvSpPr/>
            <p:nvPr/>
          </p:nvSpPr>
          <p:spPr>
            <a:xfrm>
              <a:off x="8767080" y="2491920"/>
              <a:ext cx="27360" cy="2376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23760"/>
                <a:gd name="textAreaBottom" fmla="*/ 25200 h 23760"/>
              </a:gdLst>
              <a:ahLst/>
              <a:cxnLst/>
              <a:rect l="textAreaLeft" t="textAreaTop" r="textAreaRight" b="textAreaBottom"/>
              <a:pathLst>
                <a:path w="321" h="279">
                  <a:moveTo>
                    <a:pt x="175" y="0"/>
                  </a:moveTo>
                  <a:cubicBezTo>
                    <a:pt x="119" y="0"/>
                    <a:pt x="64" y="26"/>
                    <a:pt x="47" y="77"/>
                  </a:cubicBezTo>
                  <a:cubicBezTo>
                    <a:pt x="1" y="146"/>
                    <a:pt x="47" y="237"/>
                    <a:pt x="115" y="260"/>
                  </a:cubicBezTo>
                  <a:cubicBezTo>
                    <a:pt x="134" y="273"/>
                    <a:pt x="153" y="278"/>
                    <a:pt x="172" y="278"/>
                  </a:cubicBezTo>
                  <a:cubicBezTo>
                    <a:pt x="220" y="278"/>
                    <a:pt x="265" y="241"/>
                    <a:pt x="298" y="192"/>
                  </a:cubicBezTo>
                  <a:cubicBezTo>
                    <a:pt x="320" y="123"/>
                    <a:pt x="298" y="55"/>
                    <a:pt x="229" y="9"/>
                  </a:cubicBezTo>
                  <a:cubicBezTo>
                    <a:pt x="212" y="3"/>
                    <a:pt x="194" y="0"/>
                    <a:pt x="175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600" rIns="90000" bIns="126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327" name="Google Shape;2782;p14"/>
            <p:cNvSpPr/>
            <p:nvPr/>
          </p:nvSpPr>
          <p:spPr>
            <a:xfrm>
              <a:off x="9068400" y="2230200"/>
              <a:ext cx="23400" cy="20160"/>
            </a:xfrm>
            <a:custGeom>
              <a:avLst/>
              <a:gdLst>
                <a:gd name="textAreaLeft" fmla="*/ 0 w 23400"/>
                <a:gd name="textAreaRight" fmla="*/ 24840 w 23400"/>
                <a:gd name="textAreaTop" fmla="*/ 0 h 20160"/>
                <a:gd name="textAreaBottom" fmla="*/ 21600 h 20160"/>
              </a:gdLst>
              <a:ahLst/>
              <a:cxnLst/>
              <a:rect l="textAreaLeft" t="textAreaTop" r="textAreaRight" b="textAreaBottom"/>
              <a:pathLst>
                <a:path w="275" h="239">
                  <a:moveTo>
                    <a:pt x="112" y="0"/>
                  </a:moveTo>
                  <a:cubicBezTo>
                    <a:pt x="72" y="0"/>
                    <a:pt x="38" y="26"/>
                    <a:pt x="23" y="70"/>
                  </a:cubicBezTo>
                  <a:cubicBezTo>
                    <a:pt x="0" y="138"/>
                    <a:pt x="23" y="207"/>
                    <a:pt x="92" y="230"/>
                  </a:cubicBezTo>
                  <a:cubicBezTo>
                    <a:pt x="103" y="235"/>
                    <a:pt x="116" y="238"/>
                    <a:pt x="129" y="238"/>
                  </a:cubicBezTo>
                  <a:cubicBezTo>
                    <a:pt x="169" y="238"/>
                    <a:pt x="211" y="213"/>
                    <a:pt x="229" y="161"/>
                  </a:cubicBezTo>
                  <a:cubicBezTo>
                    <a:pt x="274" y="116"/>
                    <a:pt x="251" y="47"/>
                    <a:pt x="183" y="24"/>
                  </a:cubicBezTo>
                  <a:cubicBezTo>
                    <a:pt x="159" y="8"/>
                    <a:pt x="134" y="0"/>
                    <a:pt x="112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0" rIns="90000" bIns="108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328" name="Google Shape;2783;p14"/>
            <p:cNvSpPr/>
            <p:nvPr/>
          </p:nvSpPr>
          <p:spPr>
            <a:xfrm>
              <a:off x="7384680" y="3718080"/>
              <a:ext cx="33480" cy="2988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29880"/>
                <a:gd name="textAreaBottom" fmla="*/ 31320 h 29880"/>
              </a:gdLst>
              <a:ahLst/>
              <a:cxnLst/>
              <a:rect l="textAreaLeft" t="textAreaTop" r="textAreaRight" b="textAreaBottom"/>
              <a:pathLst>
                <a:path w="389" h="347">
                  <a:moveTo>
                    <a:pt x="189" y="0"/>
                  </a:moveTo>
                  <a:cubicBezTo>
                    <a:pt x="127" y="0"/>
                    <a:pt x="57" y="43"/>
                    <a:pt x="24" y="110"/>
                  </a:cubicBezTo>
                  <a:cubicBezTo>
                    <a:pt x="1" y="178"/>
                    <a:pt x="24" y="292"/>
                    <a:pt x="115" y="338"/>
                  </a:cubicBezTo>
                  <a:cubicBezTo>
                    <a:pt x="137" y="343"/>
                    <a:pt x="158" y="346"/>
                    <a:pt x="179" y="346"/>
                  </a:cubicBezTo>
                  <a:cubicBezTo>
                    <a:pt x="247" y="346"/>
                    <a:pt x="308" y="316"/>
                    <a:pt x="343" y="247"/>
                  </a:cubicBezTo>
                  <a:cubicBezTo>
                    <a:pt x="389" y="178"/>
                    <a:pt x="343" y="64"/>
                    <a:pt x="252" y="18"/>
                  </a:cubicBezTo>
                  <a:cubicBezTo>
                    <a:pt x="234" y="6"/>
                    <a:pt x="212" y="0"/>
                    <a:pt x="189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480" rIns="90000" bIns="154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329" name="Google Shape;2784;p14"/>
            <p:cNvSpPr/>
            <p:nvPr/>
          </p:nvSpPr>
          <p:spPr>
            <a:xfrm>
              <a:off x="6882840" y="3871440"/>
              <a:ext cx="23400" cy="20880"/>
            </a:xfrm>
            <a:custGeom>
              <a:avLst/>
              <a:gdLst>
                <a:gd name="textAreaLeft" fmla="*/ 0 w 23400"/>
                <a:gd name="textAreaRight" fmla="*/ 24840 w 23400"/>
                <a:gd name="textAreaTop" fmla="*/ 0 h 20880"/>
                <a:gd name="textAreaBottom" fmla="*/ 22320 h 20880"/>
              </a:gdLst>
              <a:ahLst/>
              <a:cxnLst/>
              <a:rect l="textAreaLeft" t="textAreaTop" r="textAreaRight" b="textAreaBottom"/>
              <a:pathLst>
                <a:path w="275" h="249">
                  <a:moveTo>
                    <a:pt x="138" y="0"/>
                  </a:moveTo>
                  <a:cubicBezTo>
                    <a:pt x="99" y="0"/>
                    <a:pt x="56" y="33"/>
                    <a:pt x="23" y="65"/>
                  </a:cubicBezTo>
                  <a:cubicBezTo>
                    <a:pt x="1" y="133"/>
                    <a:pt x="23" y="202"/>
                    <a:pt x="92" y="225"/>
                  </a:cubicBezTo>
                  <a:cubicBezTo>
                    <a:pt x="108" y="241"/>
                    <a:pt x="130" y="248"/>
                    <a:pt x="153" y="248"/>
                  </a:cubicBezTo>
                  <a:cubicBezTo>
                    <a:pt x="194" y="248"/>
                    <a:pt x="237" y="223"/>
                    <a:pt x="252" y="179"/>
                  </a:cubicBezTo>
                  <a:cubicBezTo>
                    <a:pt x="275" y="111"/>
                    <a:pt x="252" y="42"/>
                    <a:pt x="183" y="19"/>
                  </a:cubicBezTo>
                  <a:cubicBezTo>
                    <a:pt x="170" y="6"/>
                    <a:pt x="155" y="0"/>
                    <a:pt x="138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160" rIns="90000" bIns="111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330" name="Google Shape;2785;p14"/>
            <p:cNvSpPr/>
            <p:nvPr/>
          </p:nvSpPr>
          <p:spPr>
            <a:xfrm>
              <a:off x="7626240" y="3655440"/>
              <a:ext cx="25200" cy="22680"/>
            </a:xfrm>
            <a:custGeom>
              <a:avLst/>
              <a:gdLst>
                <a:gd name="textAreaLeft" fmla="*/ 0 w 25200"/>
                <a:gd name="textAreaRight" fmla="*/ 26640 w 25200"/>
                <a:gd name="textAreaTop" fmla="*/ 0 h 22680"/>
                <a:gd name="textAreaBottom" fmla="*/ 24120 h 22680"/>
              </a:gdLst>
              <a:ahLst/>
              <a:cxnLst/>
              <a:rect l="textAreaLeft" t="textAreaTop" r="textAreaRight" b="textAreaBottom"/>
              <a:pathLst>
                <a:path w="297" h="269">
                  <a:moveTo>
                    <a:pt x="155" y="0"/>
                  </a:moveTo>
                  <a:cubicBezTo>
                    <a:pt x="104" y="0"/>
                    <a:pt x="57" y="26"/>
                    <a:pt x="23" y="77"/>
                  </a:cubicBezTo>
                  <a:cubicBezTo>
                    <a:pt x="0" y="146"/>
                    <a:pt x="23" y="214"/>
                    <a:pt x="92" y="260"/>
                  </a:cubicBezTo>
                  <a:cubicBezTo>
                    <a:pt x="109" y="266"/>
                    <a:pt x="126" y="268"/>
                    <a:pt x="142" y="268"/>
                  </a:cubicBezTo>
                  <a:cubicBezTo>
                    <a:pt x="191" y="268"/>
                    <a:pt x="234" y="243"/>
                    <a:pt x="251" y="191"/>
                  </a:cubicBezTo>
                  <a:cubicBezTo>
                    <a:pt x="297" y="123"/>
                    <a:pt x="274" y="54"/>
                    <a:pt x="206" y="9"/>
                  </a:cubicBezTo>
                  <a:cubicBezTo>
                    <a:pt x="189" y="3"/>
                    <a:pt x="171" y="0"/>
                    <a:pt x="155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880" rIns="90000" bIns="118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331" name="Google Shape;2786;p14"/>
            <p:cNvSpPr/>
            <p:nvPr/>
          </p:nvSpPr>
          <p:spPr>
            <a:xfrm>
              <a:off x="6925680" y="3777480"/>
              <a:ext cx="37440" cy="32400"/>
            </a:xfrm>
            <a:custGeom>
              <a:avLst/>
              <a:gdLst>
                <a:gd name="textAreaLeft" fmla="*/ 0 w 37440"/>
                <a:gd name="textAreaRight" fmla="*/ 38880 w 37440"/>
                <a:gd name="textAreaTop" fmla="*/ 0 h 32400"/>
                <a:gd name="textAreaBottom" fmla="*/ 33840 h 32400"/>
              </a:gdLst>
              <a:ahLst/>
              <a:cxnLst/>
              <a:rect l="textAreaLeft" t="textAreaTop" r="textAreaRight" b="textAreaBottom"/>
              <a:pathLst>
                <a:path w="435" h="379">
                  <a:moveTo>
                    <a:pt x="221" y="0"/>
                  </a:moveTo>
                  <a:cubicBezTo>
                    <a:pt x="150" y="0"/>
                    <a:pt x="80" y="43"/>
                    <a:pt x="47" y="110"/>
                  </a:cubicBezTo>
                  <a:cubicBezTo>
                    <a:pt x="1" y="201"/>
                    <a:pt x="47" y="315"/>
                    <a:pt x="138" y="361"/>
                  </a:cubicBezTo>
                  <a:cubicBezTo>
                    <a:pt x="162" y="373"/>
                    <a:pt x="189" y="379"/>
                    <a:pt x="214" y="379"/>
                  </a:cubicBezTo>
                  <a:cubicBezTo>
                    <a:pt x="285" y="379"/>
                    <a:pt x="356" y="336"/>
                    <a:pt x="389" y="269"/>
                  </a:cubicBezTo>
                  <a:cubicBezTo>
                    <a:pt x="435" y="178"/>
                    <a:pt x="389" y="64"/>
                    <a:pt x="298" y="18"/>
                  </a:cubicBezTo>
                  <a:cubicBezTo>
                    <a:pt x="273" y="6"/>
                    <a:pt x="247" y="0"/>
                    <a:pt x="221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6920" rIns="90000" bIns="169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332" name="Google Shape;2787;p14"/>
            <p:cNvSpPr/>
            <p:nvPr/>
          </p:nvSpPr>
          <p:spPr>
            <a:xfrm>
              <a:off x="7044480" y="3728880"/>
              <a:ext cx="27360" cy="2268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22680"/>
                <a:gd name="textAreaBottom" fmla="*/ 24120 h 22680"/>
              </a:gdLst>
              <a:ahLst/>
              <a:cxnLst/>
              <a:rect l="textAreaLeft" t="textAreaTop" r="textAreaRight" b="textAreaBottom"/>
              <a:pathLst>
                <a:path w="321" h="270">
                  <a:moveTo>
                    <a:pt x="175" y="1"/>
                  </a:moveTo>
                  <a:cubicBezTo>
                    <a:pt x="119" y="1"/>
                    <a:pt x="64" y="27"/>
                    <a:pt x="47" y="78"/>
                  </a:cubicBezTo>
                  <a:cubicBezTo>
                    <a:pt x="1" y="146"/>
                    <a:pt x="24" y="215"/>
                    <a:pt x="92" y="261"/>
                  </a:cubicBezTo>
                  <a:cubicBezTo>
                    <a:pt x="109" y="266"/>
                    <a:pt x="128" y="269"/>
                    <a:pt x="146" y="269"/>
                  </a:cubicBezTo>
                  <a:cubicBezTo>
                    <a:pt x="202" y="269"/>
                    <a:pt x="258" y="243"/>
                    <a:pt x="275" y="192"/>
                  </a:cubicBezTo>
                  <a:cubicBezTo>
                    <a:pt x="320" y="124"/>
                    <a:pt x="298" y="32"/>
                    <a:pt x="229" y="9"/>
                  </a:cubicBezTo>
                  <a:cubicBezTo>
                    <a:pt x="212" y="4"/>
                    <a:pt x="193" y="1"/>
                    <a:pt x="175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880" rIns="90000" bIns="118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333" name="Google Shape;2788;p14"/>
            <p:cNvSpPr/>
            <p:nvPr/>
          </p:nvSpPr>
          <p:spPr>
            <a:xfrm>
              <a:off x="7372080" y="3692160"/>
              <a:ext cx="31320" cy="25920"/>
            </a:xfrm>
            <a:custGeom>
              <a:avLst/>
              <a:gdLst>
                <a:gd name="textAreaLeft" fmla="*/ 0 w 31320"/>
                <a:gd name="textAreaRight" fmla="*/ 32760 w 31320"/>
                <a:gd name="textAreaTop" fmla="*/ 0 h 25920"/>
                <a:gd name="textAreaBottom" fmla="*/ 27360 h 25920"/>
              </a:gdLst>
              <a:ahLst/>
              <a:cxnLst/>
              <a:rect l="textAreaLeft" t="textAreaTop" r="textAreaRight" b="textAreaBottom"/>
              <a:pathLst>
                <a:path w="367" h="306">
                  <a:moveTo>
                    <a:pt x="197" y="0"/>
                  </a:moveTo>
                  <a:cubicBezTo>
                    <a:pt x="141" y="0"/>
                    <a:pt x="81" y="26"/>
                    <a:pt x="47" y="77"/>
                  </a:cubicBezTo>
                  <a:cubicBezTo>
                    <a:pt x="1" y="168"/>
                    <a:pt x="47" y="260"/>
                    <a:pt x="115" y="283"/>
                  </a:cubicBezTo>
                  <a:cubicBezTo>
                    <a:pt x="145" y="298"/>
                    <a:pt x="176" y="305"/>
                    <a:pt x="204" y="305"/>
                  </a:cubicBezTo>
                  <a:cubicBezTo>
                    <a:pt x="260" y="305"/>
                    <a:pt x="305" y="275"/>
                    <a:pt x="320" y="214"/>
                  </a:cubicBezTo>
                  <a:cubicBezTo>
                    <a:pt x="366" y="146"/>
                    <a:pt x="320" y="54"/>
                    <a:pt x="252" y="9"/>
                  </a:cubicBezTo>
                  <a:cubicBezTo>
                    <a:pt x="235" y="3"/>
                    <a:pt x="216" y="0"/>
                    <a:pt x="197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3680" rIns="90000" bIns="136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334" name="Google Shape;2789;p14"/>
            <p:cNvSpPr/>
            <p:nvPr/>
          </p:nvSpPr>
          <p:spPr>
            <a:xfrm>
              <a:off x="10100880" y="4060800"/>
              <a:ext cx="29520" cy="24120"/>
            </a:xfrm>
            <a:custGeom>
              <a:avLst/>
              <a:gdLst>
                <a:gd name="textAreaLeft" fmla="*/ 0 w 29520"/>
                <a:gd name="textAreaRight" fmla="*/ 30960 w 29520"/>
                <a:gd name="textAreaTop" fmla="*/ 0 h 24120"/>
                <a:gd name="textAreaBottom" fmla="*/ 25560 h 24120"/>
              </a:gdLst>
              <a:ahLst/>
              <a:cxnLst/>
              <a:rect l="textAreaLeft" t="textAreaTop" r="textAreaRight" b="textAreaBottom"/>
              <a:pathLst>
                <a:path w="343" h="284">
                  <a:moveTo>
                    <a:pt x="174" y="1"/>
                  </a:moveTo>
                  <a:cubicBezTo>
                    <a:pt x="119" y="1"/>
                    <a:pt x="63" y="26"/>
                    <a:pt x="46" y="78"/>
                  </a:cubicBezTo>
                  <a:cubicBezTo>
                    <a:pt x="0" y="146"/>
                    <a:pt x="46" y="237"/>
                    <a:pt x="114" y="260"/>
                  </a:cubicBezTo>
                  <a:cubicBezTo>
                    <a:pt x="137" y="275"/>
                    <a:pt x="163" y="283"/>
                    <a:pt x="187" y="283"/>
                  </a:cubicBezTo>
                  <a:cubicBezTo>
                    <a:pt x="236" y="283"/>
                    <a:pt x="282" y="253"/>
                    <a:pt x="297" y="192"/>
                  </a:cubicBezTo>
                  <a:cubicBezTo>
                    <a:pt x="343" y="123"/>
                    <a:pt x="297" y="55"/>
                    <a:pt x="228" y="9"/>
                  </a:cubicBezTo>
                  <a:cubicBezTo>
                    <a:pt x="211" y="3"/>
                    <a:pt x="193" y="1"/>
                    <a:pt x="174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600" rIns="90000" bIns="126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335" name="Google Shape;2790;p14"/>
            <p:cNvSpPr/>
            <p:nvPr/>
          </p:nvSpPr>
          <p:spPr>
            <a:xfrm>
              <a:off x="8654760" y="5523480"/>
              <a:ext cx="39600" cy="36000"/>
            </a:xfrm>
            <a:custGeom>
              <a:avLst/>
              <a:gdLst>
                <a:gd name="textAreaLeft" fmla="*/ 0 w 39600"/>
                <a:gd name="textAreaRight" fmla="*/ 41040 w 39600"/>
                <a:gd name="textAreaTop" fmla="*/ 0 h 36000"/>
                <a:gd name="textAreaBottom" fmla="*/ 37440 h 36000"/>
              </a:gdLst>
              <a:ahLst/>
              <a:cxnLst/>
              <a:rect l="textAreaLeft" t="textAreaTop" r="textAreaRight" b="textAreaBottom"/>
              <a:pathLst>
                <a:path w="458" h="416">
                  <a:moveTo>
                    <a:pt x="213" y="0"/>
                  </a:moveTo>
                  <a:cubicBezTo>
                    <a:pt x="140" y="0"/>
                    <a:pt x="77" y="46"/>
                    <a:pt x="46" y="124"/>
                  </a:cubicBezTo>
                  <a:cubicBezTo>
                    <a:pt x="1" y="215"/>
                    <a:pt x="23" y="352"/>
                    <a:pt x="137" y="397"/>
                  </a:cubicBezTo>
                  <a:cubicBezTo>
                    <a:pt x="162" y="410"/>
                    <a:pt x="190" y="415"/>
                    <a:pt x="218" y="415"/>
                  </a:cubicBezTo>
                  <a:cubicBezTo>
                    <a:pt x="296" y="415"/>
                    <a:pt x="378" y="373"/>
                    <a:pt x="411" y="306"/>
                  </a:cubicBezTo>
                  <a:cubicBezTo>
                    <a:pt x="457" y="192"/>
                    <a:pt x="411" y="78"/>
                    <a:pt x="320" y="32"/>
                  </a:cubicBezTo>
                  <a:cubicBezTo>
                    <a:pt x="284" y="10"/>
                    <a:pt x="247" y="0"/>
                    <a:pt x="213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8720" rIns="90000" bIns="187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336" name="Google Shape;2791;p14"/>
            <p:cNvSpPr/>
            <p:nvPr/>
          </p:nvSpPr>
          <p:spPr>
            <a:xfrm>
              <a:off x="8679240" y="5477400"/>
              <a:ext cx="33480" cy="2916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29160"/>
                <a:gd name="textAreaBottom" fmla="*/ 30600 h 29160"/>
              </a:gdLst>
              <a:ahLst/>
              <a:cxnLst/>
              <a:rect l="textAreaLeft" t="textAreaTop" r="textAreaRight" b="textAreaBottom"/>
              <a:pathLst>
                <a:path w="389" h="339">
                  <a:moveTo>
                    <a:pt x="199" y="1"/>
                  </a:moveTo>
                  <a:cubicBezTo>
                    <a:pt x="136" y="1"/>
                    <a:pt x="79" y="38"/>
                    <a:pt x="46" y="88"/>
                  </a:cubicBezTo>
                  <a:cubicBezTo>
                    <a:pt x="0" y="179"/>
                    <a:pt x="46" y="293"/>
                    <a:pt x="115" y="316"/>
                  </a:cubicBezTo>
                  <a:cubicBezTo>
                    <a:pt x="145" y="331"/>
                    <a:pt x="178" y="339"/>
                    <a:pt x="209" y="339"/>
                  </a:cubicBezTo>
                  <a:cubicBezTo>
                    <a:pt x="272" y="339"/>
                    <a:pt x="328" y="308"/>
                    <a:pt x="343" y="247"/>
                  </a:cubicBezTo>
                  <a:cubicBezTo>
                    <a:pt x="388" y="156"/>
                    <a:pt x="366" y="65"/>
                    <a:pt x="274" y="19"/>
                  </a:cubicBezTo>
                  <a:cubicBezTo>
                    <a:pt x="249" y="6"/>
                    <a:pt x="223" y="1"/>
                    <a:pt x="199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120" rIns="90000" bIns="151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337" name="Google Shape;2792;p14"/>
            <p:cNvSpPr/>
            <p:nvPr/>
          </p:nvSpPr>
          <p:spPr>
            <a:xfrm>
              <a:off x="8664840" y="5432040"/>
              <a:ext cx="29520" cy="24120"/>
            </a:xfrm>
            <a:custGeom>
              <a:avLst/>
              <a:gdLst>
                <a:gd name="textAreaLeft" fmla="*/ 0 w 29520"/>
                <a:gd name="textAreaRight" fmla="*/ 30960 w 29520"/>
                <a:gd name="textAreaTop" fmla="*/ 0 h 24120"/>
                <a:gd name="textAreaBottom" fmla="*/ 25560 h 24120"/>
              </a:gdLst>
              <a:ahLst/>
              <a:cxnLst/>
              <a:rect l="textAreaLeft" t="textAreaTop" r="textAreaRight" b="textAreaBottom"/>
              <a:pathLst>
                <a:path w="344" h="284">
                  <a:moveTo>
                    <a:pt x="152" y="0"/>
                  </a:moveTo>
                  <a:cubicBezTo>
                    <a:pt x="104" y="0"/>
                    <a:pt x="61" y="26"/>
                    <a:pt x="46" y="70"/>
                  </a:cubicBezTo>
                  <a:cubicBezTo>
                    <a:pt x="1" y="161"/>
                    <a:pt x="46" y="230"/>
                    <a:pt x="115" y="275"/>
                  </a:cubicBezTo>
                  <a:cubicBezTo>
                    <a:pt x="132" y="281"/>
                    <a:pt x="150" y="284"/>
                    <a:pt x="169" y="284"/>
                  </a:cubicBezTo>
                  <a:cubicBezTo>
                    <a:pt x="225" y="284"/>
                    <a:pt x="280" y="258"/>
                    <a:pt x="297" y="207"/>
                  </a:cubicBezTo>
                  <a:cubicBezTo>
                    <a:pt x="343" y="138"/>
                    <a:pt x="297" y="47"/>
                    <a:pt x="229" y="24"/>
                  </a:cubicBezTo>
                  <a:cubicBezTo>
                    <a:pt x="205" y="8"/>
                    <a:pt x="178" y="0"/>
                    <a:pt x="152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600" rIns="90000" bIns="126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338" name="Google Shape;2793;p14"/>
            <p:cNvSpPr/>
            <p:nvPr/>
          </p:nvSpPr>
          <p:spPr>
            <a:xfrm>
              <a:off x="8664840" y="5378040"/>
              <a:ext cx="27360" cy="2412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24120"/>
                <a:gd name="textAreaBottom" fmla="*/ 25560 h 24120"/>
              </a:gdLst>
              <a:ahLst/>
              <a:cxnLst/>
              <a:rect l="textAreaLeft" t="textAreaTop" r="textAreaRight" b="textAreaBottom"/>
              <a:pathLst>
                <a:path w="321" h="284">
                  <a:moveTo>
                    <a:pt x="175" y="0"/>
                  </a:moveTo>
                  <a:cubicBezTo>
                    <a:pt x="119" y="0"/>
                    <a:pt x="63" y="26"/>
                    <a:pt x="46" y="77"/>
                  </a:cubicBezTo>
                  <a:cubicBezTo>
                    <a:pt x="1" y="146"/>
                    <a:pt x="23" y="237"/>
                    <a:pt x="92" y="260"/>
                  </a:cubicBezTo>
                  <a:cubicBezTo>
                    <a:pt x="124" y="276"/>
                    <a:pt x="154" y="284"/>
                    <a:pt x="180" y="284"/>
                  </a:cubicBezTo>
                  <a:cubicBezTo>
                    <a:pt x="229" y="284"/>
                    <a:pt x="268" y="258"/>
                    <a:pt x="297" y="214"/>
                  </a:cubicBezTo>
                  <a:cubicBezTo>
                    <a:pt x="320" y="123"/>
                    <a:pt x="297" y="54"/>
                    <a:pt x="229" y="9"/>
                  </a:cubicBezTo>
                  <a:cubicBezTo>
                    <a:pt x="212" y="3"/>
                    <a:pt x="193" y="0"/>
                    <a:pt x="175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600" rIns="90000" bIns="126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339" name="Google Shape;2794;p14"/>
            <p:cNvSpPr/>
            <p:nvPr/>
          </p:nvSpPr>
          <p:spPr>
            <a:xfrm>
              <a:off x="7749000" y="5369760"/>
              <a:ext cx="21240" cy="16560"/>
            </a:xfrm>
            <a:custGeom>
              <a:avLst/>
              <a:gdLst>
                <a:gd name="textAreaLeft" fmla="*/ 0 w 21240"/>
                <a:gd name="textAreaRight" fmla="*/ 22680 w 21240"/>
                <a:gd name="textAreaTop" fmla="*/ 0 h 16560"/>
                <a:gd name="textAreaBottom" fmla="*/ 18000 h 16560"/>
              </a:gdLst>
              <a:ahLst/>
              <a:cxnLst/>
              <a:rect l="textAreaLeft" t="textAreaTop" r="textAreaRight" b="textAreaBottom"/>
              <a:pathLst>
                <a:path w="252" h="202">
                  <a:moveTo>
                    <a:pt x="133" y="1"/>
                  </a:moveTo>
                  <a:cubicBezTo>
                    <a:pt x="90" y="1"/>
                    <a:pt x="57" y="22"/>
                    <a:pt x="24" y="55"/>
                  </a:cubicBezTo>
                  <a:cubicBezTo>
                    <a:pt x="1" y="101"/>
                    <a:pt x="24" y="169"/>
                    <a:pt x="92" y="192"/>
                  </a:cubicBezTo>
                  <a:cubicBezTo>
                    <a:pt x="104" y="198"/>
                    <a:pt x="118" y="201"/>
                    <a:pt x="132" y="201"/>
                  </a:cubicBezTo>
                  <a:cubicBezTo>
                    <a:pt x="171" y="201"/>
                    <a:pt x="212" y="180"/>
                    <a:pt x="229" y="146"/>
                  </a:cubicBezTo>
                  <a:cubicBezTo>
                    <a:pt x="252" y="101"/>
                    <a:pt x="229" y="32"/>
                    <a:pt x="183" y="10"/>
                  </a:cubicBezTo>
                  <a:cubicBezTo>
                    <a:pt x="165" y="3"/>
                    <a:pt x="148" y="1"/>
                    <a:pt x="133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000" rIns="90000" bIns="90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340" name="Google Shape;2795;p14"/>
            <p:cNvSpPr/>
            <p:nvPr/>
          </p:nvSpPr>
          <p:spPr>
            <a:xfrm>
              <a:off x="8429400" y="3359160"/>
              <a:ext cx="31320" cy="27000"/>
            </a:xfrm>
            <a:custGeom>
              <a:avLst/>
              <a:gdLst>
                <a:gd name="textAreaLeft" fmla="*/ 0 w 31320"/>
                <a:gd name="textAreaRight" fmla="*/ 32760 w 31320"/>
                <a:gd name="textAreaTop" fmla="*/ 0 h 27000"/>
                <a:gd name="textAreaBottom" fmla="*/ 28440 h 27000"/>
              </a:gdLst>
              <a:ahLst/>
              <a:cxnLst/>
              <a:rect l="textAreaLeft" t="textAreaTop" r="textAreaRight" b="textAreaBottom"/>
              <a:pathLst>
                <a:path w="366" h="316">
                  <a:moveTo>
                    <a:pt x="163" y="0"/>
                  </a:moveTo>
                  <a:cubicBezTo>
                    <a:pt x="107" y="0"/>
                    <a:pt x="62" y="31"/>
                    <a:pt x="46" y="91"/>
                  </a:cubicBezTo>
                  <a:cubicBezTo>
                    <a:pt x="1" y="160"/>
                    <a:pt x="24" y="251"/>
                    <a:pt x="115" y="297"/>
                  </a:cubicBezTo>
                  <a:cubicBezTo>
                    <a:pt x="134" y="310"/>
                    <a:pt x="155" y="315"/>
                    <a:pt x="176" y="315"/>
                  </a:cubicBezTo>
                  <a:cubicBezTo>
                    <a:pt x="231" y="315"/>
                    <a:pt x="287" y="278"/>
                    <a:pt x="320" y="228"/>
                  </a:cubicBezTo>
                  <a:cubicBezTo>
                    <a:pt x="366" y="137"/>
                    <a:pt x="320" y="46"/>
                    <a:pt x="252" y="23"/>
                  </a:cubicBezTo>
                  <a:cubicBezTo>
                    <a:pt x="221" y="8"/>
                    <a:pt x="191" y="0"/>
                    <a:pt x="163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4040" rIns="90000" bIns="140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341" name="Google Shape;2796;p14"/>
            <p:cNvSpPr/>
            <p:nvPr/>
          </p:nvSpPr>
          <p:spPr>
            <a:xfrm>
              <a:off x="8400600" y="3386880"/>
              <a:ext cx="23400" cy="20160"/>
            </a:xfrm>
            <a:custGeom>
              <a:avLst/>
              <a:gdLst>
                <a:gd name="textAreaLeft" fmla="*/ 0 w 23400"/>
                <a:gd name="textAreaRight" fmla="*/ 24840 w 23400"/>
                <a:gd name="textAreaTop" fmla="*/ 0 h 20160"/>
                <a:gd name="textAreaBottom" fmla="*/ 21600 h 20160"/>
              </a:gdLst>
              <a:ahLst/>
              <a:cxnLst/>
              <a:rect l="textAreaLeft" t="textAreaTop" r="textAreaRight" b="textAreaBottom"/>
              <a:pathLst>
                <a:path w="275" h="239">
                  <a:moveTo>
                    <a:pt x="138" y="1"/>
                  </a:moveTo>
                  <a:cubicBezTo>
                    <a:pt x="93" y="1"/>
                    <a:pt x="40" y="22"/>
                    <a:pt x="23" y="55"/>
                  </a:cubicBezTo>
                  <a:cubicBezTo>
                    <a:pt x="0" y="124"/>
                    <a:pt x="23" y="192"/>
                    <a:pt x="92" y="215"/>
                  </a:cubicBezTo>
                  <a:cubicBezTo>
                    <a:pt x="108" y="231"/>
                    <a:pt x="127" y="239"/>
                    <a:pt x="147" y="239"/>
                  </a:cubicBezTo>
                  <a:cubicBezTo>
                    <a:pt x="183" y="239"/>
                    <a:pt x="222" y="214"/>
                    <a:pt x="251" y="169"/>
                  </a:cubicBezTo>
                  <a:cubicBezTo>
                    <a:pt x="274" y="101"/>
                    <a:pt x="251" y="32"/>
                    <a:pt x="183" y="10"/>
                  </a:cubicBezTo>
                  <a:cubicBezTo>
                    <a:pt x="171" y="4"/>
                    <a:pt x="155" y="1"/>
                    <a:pt x="138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0" rIns="90000" bIns="108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342" name="Google Shape;2797;p14"/>
            <p:cNvSpPr/>
            <p:nvPr/>
          </p:nvSpPr>
          <p:spPr>
            <a:xfrm>
              <a:off x="8480520" y="3569040"/>
              <a:ext cx="39600" cy="36000"/>
            </a:xfrm>
            <a:custGeom>
              <a:avLst/>
              <a:gdLst>
                <a:gd name="textAreaLeft" fmla="*/ 0 w 39600"/>
                <a:gd name="textAreaRight" fmla="*/ 41040 w 39600"/>
                <a:gd name="textAreaTop" fmla="*/ 0 h 36000"/>
                <a:gd name="textAreaBottom" fmla="*/ 37440 h 36000"/>
              </a:gdLst>
              <a:ahLst/>
              <a:cxnLst/>
              <a:rect l="textAreaLeft" t="textAreaTop" r="textAreaRight" b="textAreaBottom"/>
              <a:pathLst>
                <a:path w="457" h="417">
                  <a:moveTo>
                    <a:pt x="223" y="1"/>
                  </a:moveTo>
                  <a:cubicBezTo>
                    <a:pt x="150" y="1"/>
                    <a:pt x="77" y="47"/>
                    <a:pt x="46" y="124"/>
                  </a:cubicBezTo>
                  <a:cubicBezTo>
                    <a:pt x="0" y="216"/>
                    <a:pt x="46" y="352"/>
                    <a:pt x="137" y="398"/>
                  </a:cubicBezTo>
                  <a:cubicBezTo>
                    <a:pt x="168" y="410"/>
                    <a:pt x="199" y="416"/>
                    <a:pt x="228" y="416"/>
                  </a:cubicBezTo>
                  <a:cubicBezTo>
                    <a:pt x="308" y="416"/>
                    <a:pt x="378" y="374"/>
                    <a:pt x="411" y="307"/>
                  </a:cubicBezTo>
                  <a:cubicBezTo>
                    <a:pt x="457" y="193"/>
                    <a:pt x="411" y="79"/>
                    <a:pt x="320" y="33"/>
                  </a:cubicBezTo>
                  <a:cubicBezTo>
                    <a:pt x="291" y="11"/>
                    <a:pt x="257" y="1"/>
                    <a:pt x="223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8720" rIns="90000" bIns="187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343" name="Google Shape;2798;p14"/>
            <p:cNvSpPr/>
            <p:nvPr/>
          </p:nvSpPr>
          <p:spPr>
            <a:xfrm>
              <a:off x="8470080" y="3457080"/>
              <a:ext cx="21240" cy="18000"/>
            </a:xfrm>
            <a:custGeom>
              <a:avLst/>
              <a:gdLst>
                <a:gd name="textAreaLeft" fmla="*/ 0 w 21240"/>
                <a:gd name="textAreaRight" fmla="*/ 22680 w 21240"/>
                <a:gd name="textAreaTop" fmla="*/ 0 h 18000"/>
                <a:gd name="textAreaBottom" fmla="*/ 19440 h 18000"/>
              </a:gdLst>
              <a:ahLst/>
              <a:cxnLst/>
              <a:rect l="textAreaLeft" t="textAreaTop" r="textAreaRight" b="textAreaBottom"/>
              <a:pathLst>
                <a:path w="252" h="217">
                  <a:moveTo>
                    <a:pt x="106" y="1"/>
                  </a:moveTo>
                  <a:cubicBezTo>
                    <a:pt x="72" y="1"/>
                    <a:pt x="38" y="26"/>
                    <a:pt x="23" y="70"/>
                  </a:cubicBezTo>
                  <a:cubicBezTo>
                    <a:pt x="0" y="116"/>
                    <a:pt x="23" y="184"/>
                    <a:pt x="69" y="207"/>
                  </a:cubicBezTo>
                  <a:cubicBezTo>
                    <a:pt x="81" y="213"/>
                    <a:pt x="95" y="216"/>
                    <a:pt x="109" y="216"/>
                  </a:cubicBezTo>
                  <a:cubicBezTo>
                    <a:pt x="148" y="216"/>
                    <a:pt x="189" y="195"/>
                    <a:pt x="206" y="161"/>
                  </a:cubicBezTo>
                  <a:cubicBezTo>
                    <a:pt x="251" y="116"/>
                    <a:pt x="229" y="47"/>
                    <a:pt x="160" y="25"/>
                  </a:cubicBezTo>
                  <a:cubicBezTo>
                    <a:pt x="144" y="8"/>
                    <a:pt x="125" y="1"/>
                    <a:pt x="106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720" rIns="90000" bIns="97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344" name="Google Shape;2799;p14"/>
            <p:cNvSpPr/>
            <p:nvPr/>
          </p:nvSpPr>
          <p:spPr>
            <a:xfrm>
              <a:off x="6341760" y="2396160"/>
              <a:ext cx="27360" cy="2412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24120"/>
                <a:gd name="textAreaBottom" fmla="*/ 25560 h 24120"/>
              </a:gdLst>
              <a:ahLst/>
              <a:cxnLst/>
              <a:rect l="textAreaLeft" t="textAreaTop" r="textAreaRight" b="textAreaBottom"/>
              <a:pathLst>
                <a:path w="321" h="284">
                  <a:moveTo>
                    <a:pt x="152" y="0"/>
                  </a:moveTo>
                  <a:cubicBezTo>
                    <a:pt x="104" y="0"/>
                    <a:pt x="61" y="25"/>
                    <a:pt x="46" y="70"/>
                  </a:cubicBezTo>
                  <a:cubicBezTo>
                    <a:pt x="1" y="138"/>
                    <a:pt x="24" y="229"/>
                    <a:pt x="92" y="275"/>
                  </a:cubicBezTo>
                  <a:cubicBezTo>
                    <a:pt x="109" y="281"/>
                    <a:pt x="128" y="284"/>
                    <a:pt x="146" y="284"/>
                  </a:cubicBezTo>
                  <a:cubicBezTo>
                    <a:pt x="202" y="284"/>
                    <a:pt x="258" y="258"/>
                    <a:pt x="275" y="207"/>
                  </a:cubicBezTo>
                  <a:cubicBezTo>
                    <a:pt x="320" y="138"/>
                    <a:pt x="298" y="47"/>
                    <a:pt x="229" y="24"/>
                  </a:cubicBezTo>
                  <a:cubicBezTo>
                    <a:pt x="205" y="8"/>
                    <a:pt x="178" y="0"/>
                    <a:pt x="152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600" rIns="90000" bIns="126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345" name="Google Shape;2800;p14"/>
            <p:cNvSpPr/>
            <p:nvPr/>
          </p:nvSpPr>
          <p:spPr>
            <a:xfrm>
              <a:off x="6360480" y="2258280"/>
              <a:ext cx="23400" cy="20520"/>
            </a:xfrm>
            <a:custGeom>
              <a:avLst/>
              <a:gdLst>
                <a:gd name="textAreaLeft" fmla="*/ 0 w 23400"/>
                <a:gd name="textAreaRight" fmla="*/ 24840 w 23400"/>
                <a:gd name="textAreaTop" fmla="*/ 0 h 20520"/>
                <a:gd name="textAreaBottom" fmla="*/ 21960 h 20520"/>
              </a:gdLst>
              <a:ahLst/>
              <a:cxnLst/>
              <a:rect l="textAreaLeft" t="textAreaTop" r="textAreaRight" b="textAreaBottom"/>
              <a:pathLst>
                <a:path w="275" h="246">
                  <a:moveTo>
                    <a:pt x="132" y="0"/>
                  </a:moveTo>
                  <a:cubicBezTo>
                    <a:pt x="83" y="0"/>
                    <a:pt x="40" y="26"/>
                    <a:pt x="23" y="77"/>
                  </a:cubicBezTo>
                  <a:cubicBezTo>
                    <a:pt x="0" y="123"/>
                    <a:pt x="23" y="192"/>
                    <a:pt x="69" y="237"/>
                  </a:cubicBezTo>
                  <a:cubicBezTo>
                    <a:pt x="86" y="243"/>
                    <a:pt x="103" y="246"/>
                    <a:pt x="119" y="246"/>
                  </a:cubicBezTo>
                  <a:cubicBezTo>
                    <a:pt x="169" y="246"/>
                    <a:pt x="211" y="220"/>
                    <a:pt x="228" y="169"/>
                  </a:cubicBezTo>
                  <a:cubicBezTo>
                    <a:pt x="274" y="123"/>
                    <a:pt x="228" y="55"/>
                    <a:pt x="183" y="9"/>
                  </a:cubicBezTo>
                  <a:cubicBezTo>
                    <a:pt x="166" y="3"/>
                    <a:pt x="149" y="0"/>
                    <a:pt x="132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0" rIns="90000" bIns="108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grpSp>
        <p:nvGrpSpPr>
          <p:cNvPr id="1346" name="Google Shape;2801;p14"/>
          <p:cNvGrpSpPr/>
          <p:nvPr/>
        </p:nvGrpSpPr>
        <p:grpSpPr>
          <a:xfrm>
            <a:off x="7906680" y="416880"/>
            <a:ext cx="1046880" cy="243720"/>
            <a:chOff x="7906680" y="416880"/>
            <a:chExt cx="1046880" cy="243720"/>
          </a:xfrm>
        </p:grpSpPr>
        <p:sp>
          <p:nvSpPr>
            <p:cNvPr id="1347" name="Google Shape;2802;p14"/>
            <p:cNvSpPr/>
            <p:nvPr/>
          </p:nvSpPr>
          <p:spPr>
            <a:xfrm>
              <a:off x="7906680" y="416880"/>
              <a:ext cx="212400" cy="243720"/>
            </a:xfrm>
            <a:custGeom>
              <a:avLst/>
              <a:gdLst>
                <a:gd name="textAreaLeft" fmla="*/ 0 w 212400"/>
                <a:gd name="textAreaRight" fmla="*/ 213840 w 212400"/>
                <a:gd name="textAreaTop" fmla="*/ 0 h 243720"/>
                <a:gd name="textAreaBottom" fmla="*/ 245160 h 243720"/>
              </a:gdLst>
              <a:ahLst/>
              <a:cxnLst/>
              <a:rect l="textAreaLeft" t="textAreaTop" r="textAreaRight" b="textAreaBottom"/>
              <a:pathLst>
                <a:path w="2649" h="3037">
                  <a:moveTo>
                    <a:pt x="2649" y="1"/>
                  </a:moveTo>
                  <a:lnTo>
                    <a:pt x="1" y="1530"/>
                  </a:lnTo>
                  <a:lnTo>
                    <a:pt x="2649" y="3036"/>
                  </a:lnTo>
                  <a:lnTo>
                    <a:pt x="2649" y="1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52156"/>
                  </a:srgbClr>
                </a:gs>
                <a:gs pos="100000">
                  <a:srgbClr val="3EE7F0">
                    <a:alpha val="50196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348" name="Google Shape;2803;p14"/>
            <p:cNvSpPr/>
            <p:nvPr/>
          </p:nvSpPr>
          <p:spPr>
            <a:xfrm>
              <a:off x="8323200" y="416880"/>
              <a:ext cx="212400" cy="243720"/>
            </a:xfrm>
            <a:custGeom>
              <a:avLst/>
              <a:gdLst>
                <a:gd name="textAreaLeft" fmla="*/ 0 w 212400"/>
                <a:gd name="textAreaRight" fmla="*/ 213840 w 212400"/>
                <a:gd name="textAreaTop" fmla="*/ 0 h 243720"/>
                <a:gd name="textAreaBottom" fmla="*/ 245160 h 243720"/>
              </a:gdLst>
              <a:ahLst/>
              <a:cxnLst/>
              <a:rect l="textAreaLeft" t="textAreaTop" r="textAreaRight" b="textAreaBottom"/>
              <a:pathLst>
                <a:path w="2649" h="3037">
                  <a:moveTo>
                    <a:pt x="2648" y="1"/>
                  </a:moveTo>
                  <a:lnTo>
                    <a:pt x="0" y="1530"/>
                  </a:lnTo>
                  <a:lnTo>
                    <a:pt x="2648" y="3036"/>
                  </a:lnTo>
                  <a:lnTo>
                    <a:pt x="2648" y="1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52156"/>
                  </a:srgbClr>
                </a:gs>
                <a:gs pos="100000">
                  <a:srgbClr val="3EE7F0">
                    <a:alpha val="50196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349" name="Google Shape;2804;p14"/>
            <p:cNvSpPr/>
            <p:nvPr/>
          </p:nvSpPr>
          <p:spPr>
            <a:xfrm>
              <a:off x="8741160" y="416880"/>
              <a:ext cx="212400" cy="243720"/>
            </a:xfrm>
            <a:custGeom>
              <a:avLst/>
              <a:gdLst>
                <a:gd name="textAreaLeft" fmla="*/ 0 w 212400"/>
                <a:gd name="textAreaRight" fmla="*/ 213840 w 212400"/>
                <a:gd name="textAreaTop" fmla="*/ 0 h 243720"/>
                <a:gd name="textAreaBottom" fmla="*/ 245160 h 243720"/>
              </a:gdLst>
              <a:ahLst/>
              <a:cxnLst/>
              <a:rect l="textAreaLeft" t="textAreaTop" r="textAreaRight" b="textAreaBottom"/>
              <a:pathLst>
                <a:path w="2649" h="3037">
                  <a:moveTo>
                    <a:pt x="2648" y="1"/>
                  </a:moveTo>
                  <a:lnTo>
                    <a:pt x="1" y="1530"/>
                  </a:lnTo>
                  <a:lnTo>
                    <a:pt x="2648" y="3036"/>
                  </a:lnTo>
                  <a:lnTo>
                    <a:pt x="2648" y="1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52156"/>
                  </a:srgbClr>
                </a:gs>
                <a:gs pos="100000">
                  <a:srgbClr val="3EE7F0">
                    <a:alpha val="50196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grpSp>
        <p:nvGrpSpPr>
          <p:cNvPr id="1350" name="Google Shape;2805;p14"/>
          <p:cNvGrpSpPr/>
          <p:nvPr/>
        </p:nvGrpSpPr>
        <p:grpSpPr>
          <a:xfrm>
            <a:off x="-3159360" y="-1622520"/>
            <a:ext cx="5956560" cy="5504400"/>
            <a:chOff x="-3159360" y="-1622520"/>
            <a:chExt cx="5956560" cy="5504400"/>
          </a:xfrm>
        </p:grpSpPr>
        <p:sp>
          <p:nvSpPr>
            <p:cNvPr id="1351" name="Google Shape;2806;p14"/>
            <p:cNvSpPr/>
            <p:nvPr/>
          </p:nvSpPr>
          <p:spPr>
            <a:xfrm>
              <a:off x="-1493280" y="-1622520"/>
              <a:ext cx="4290480" cy="4469760"/>
            </a:xfrm>
            <a:custGeom>
              <a:avLst/>
              <a:gdLst>
                <a:gd name="textAreaLeft" fmla="*/ 0 w 4290480"/>
                <a:gd name="textAreaRight" fmla="*/ 4291920 w 4290480"/>
                <a:gd name="textAreaTop" fmla="*/ 0 h 4469760"/>
                <a:gd name="textAreaBottom" fmla="*/ 4471200 h 4469760"/>
              </a:gdLst>
              <a:ahLst/>
              <a:cxnLst/>
              <a:rect l="textAreaLeft" t="textAreaTop" r="textAreaRight" b="textAreaBottom"/>
              <a:pathLst>
                <a:path w="41566" h="43301">
                  <a:moveTo>
                    <a:pt x="1" y="41497"/>
                  </a:moveTo>
                  <a:lnTo>
                    <a:pt x="252" y="43300"/>
                  </a:lnTo>
                  <a:lnTo>
                    <a:pt x="41566" y="1804"/>
                  </a:lnTo>
                  <a:lnTo>
                    <a:pt x="41315" y="1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71372"/>
                  </a:srgbClr>
                </a:gs>
                <a:gs pos="100000">
                  <a:srgbClr val="00E0FF">
                    <a:alpha val="69019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352" name="Google Shape;2807;p14"/>
            <p:cNvSpPr/>
            <p:nvPr/>
          </p:nvSpPr>
          <p:spPr>
            <a:xfrm>
              <a:off x="-2502000" y="152280"/>
              <a:ext cx="3234600" cy="3371040"/>
            </a:xfrm>
            <a:custGeom>
              <a:avLst/>
              <a:gdLst>
                <a:gd name="textAreaLeft" fmla="*/ 0 w 3234600"/>
                <a:gd name="textAreaRight" fmla="*/ 3236040 w 3234600"/>
                <a:gd name="textAreaTop" fmla="*/ 0 h 3371040"/>
                <a:gd name="textAreaBottom" fmla="*/ 3372480 h 3371040"/>
              </a:gdLst>
              <a:ahLst/>
              <a:cxnLst/>
              <a:rect l="textAreaLeft" t="textAreaTop" r="textAreaRight" b="textAreaBottom"/>
              <a:pathLst>
                <a:path w="31340" h="32663">
                  <a:moveTo>
                    <a:pt x="31157" y="0"/>
                  </a:moveTo>
                  <a:lnTo>
                    <a:pt x="1" y="31293"/>
                  </a:lnTo>
                  <a:lnTo>
                    <a:pt x="183" y="32663"/>
                  </a:lnTo>
                  <a:lnTo>
                    <a:pt x="31340" y="1370"/>
                  </a:lnTo>
                  <a:lnTo>
                    <a:pt x="31157" y="0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71372"/>
                  </a:srgbClr>
                </a:gs>
                <a:gs pos="100000">
                  <a:srgbClr val="00E0FF">
                    <a:alpha val="69019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353" name="Google Shape;2808;p14"/>
            <p:cNvSpPr/>
            <p:nvPr/>
          </p:nvSpPr>
          <p:spPr>
            <a:xfrm>
              <a:off x="-642240" y="-828360"/>
              <a:ext cx="3234600" cy="3368880"/>
            </a:xfrm>
            <a:custGeom>
              <a:avLst/>
              <a:gdLst>
                <a:gd name="textAreaLeft" fmla="*/ 0 w 3234600"/>
                <a:gd name="textAreaRight" fmla="*/ 3236040 w 3234600"/>
                <a:gd name="textAreaTop" fmla="*/ 0 h 3368880"/>
                <a:gd name="textAreaBottom" fmla="*/ 3370320 h 3368880"/>
              </a:gdLst>
              <a:ahLst/>
              <a:cxnLst/>
              <a:rect l="textAreaLeft" t="textAreaTop" r="textAreaRight" b="textAreaBottom"/>
              <a:pathLst>
                <a:path w="31340" h="32641">
                  <a:moveTo>
                    <a:pt x="31157" y="1"/>
                  </a:moveTo>
                  <a:lnTo>
                    <a:pt x="1" y="31294"/>
                  </a:lnTo>
                  <a:lnTo>
                    <a:pt x="183" y="32641"/>
                  </a:lnTo>
                  <a:lnTo>
                    <a:pt x="31340" y="1370"/>
                  </a:lnTo>
                  <a:lnTo>
                    <a:pt x="31157" y="1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71372"/>
                  </a:srgbClr>
                </a:gs>
                <a:gs pos="100000">
                  <a:srgbClr val="00E0FF">
                    <a:alpha val="69019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354" name="Google Shape;2809;p14"/>
            <p:cNvSpPr/>
            <p:nvPr/>
          </p:nvSpPr>
          <p:spPr>
            <a:xfrm>
              <a:off x="-1582560" y="-163440"/>
              <a:ext cx="3234600" cy="3368880"/>
            </a:xfrm>
            <a:custGeom>
              <a:avLst/>
              <a:gdLst>
                <a:gd name="textAreaLeft" fmla="*/ 0 w 3234600"/>
                <a:gd name="textAreaRight" fmla="*/ 3236040 w 3234600"/>
                <a:gd name="textAreaTop" fmla="*/ 0 h 3368880"/>
                <a:gd name="textAreaBottom" fmla="*/ 3370320 h 3368880"/>
              </a:gdLst>
              <a:ahLst/>
              <a:cxnLst/>
              <a:rect l="textAreaLeft" t="textAreaTop" r="textAreaRight" b="textAreaBottom"/>
              <a:pathLst>
                <a:path w="31340" h="32641">
                  <a:moveTo>
                    <a:pt x="31157" y="0"/>
                  </a:moveTo>
                  <a:lnTo>
                    <a:pt x="0" y="31294"/>
                  </a:lnTo>
                  <a:lnTo>
                    <a:pt x="183" y="32641"/>
                  </a:lnTo>
                  <a:lnTo>
                    <a:pt x="31340" y="1347"/>
                  </a:lnTo>
                  <a:lnTo>
                    <a:pt x="31157" y="0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71372"/>
                  </a:srgbClr>
                </a:gs>
                <a:gs pos="100000">
                  <a:srgbClr val="00E0FF">
                    <a:alpha val="69019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355" name="Google Shape;2810;p14"/>
            <p:cNvSpPr/>
            <p:nvPr/>
          </p:nvSpPr>
          <p:spPr>
            <a:xfrm>
              <a:off x="-3159360" y="-585360"/>
              <a:ext cx="4287960" cy="4467240"/>
            </a:xfrm>
            <a:custGeom>
              <a:avLst/>
              <a:gdLst>
                <a:gd name="textAreaLeft" fmla="*/ 0 w 4287960"/>
                <a:gd name="textAreaRight" fmla="*/ 4289400 w 4287960"/>
                <a:gd name="textAreaTop" fmla="*/ 0 h 4467240"/>
                <a:gd name="textAreaBottom" fmla="*/ 4468680 h 4467240"/>
              </a:gdLst>
              <a:ahLst/>
              <a:cxnLst/>
              <a:rect l="textAreaLeft" t="textAreaTop" r="textAreaRight" b="textAreaBottom"/>
              <a:pathLst>
                <a:path w="41543" h="43278">
                  <a:moveTo>
                    <a:pt x="41314" y="1"/>
                  </a:moveTo>
                  <a:lnTo>
                    <a:pt x="0" y="41474"/>
                  </a:lnTo>
                  <a:lnTo>
                    <a:pt x="229" y="43277"/>
                  </a:lnTo>
                  <a:lnTo>
                    <a:pt x="41542" y="1804"/>
                  </a:lnTo>
                  <a:lnTo>
                    <a:pt x="41314" y="1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71372"/>
                  </a:srgbClr>
                </a:gs>
                <a:gs pos="100000">
                  <a:srgbClr val="00E0FF">
                    <a:alpha val="69019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356" name="Google Shape;2811;p14"/>
            <p:cNvSpPr/>
            <p:nvPr/>
          </p:nvSpPr>
          <p:spPr>
            <a:xfrm>
              <a:off x="-314640" y="-785880"/>
              <a:ext cx="2214000" cy="2376720"/>
            </a:xfrm>
            <a:custGeom>
              <a:avLst/>
              <a:gdLst>
                <a:gd name="textAreaLeft" fmla="*/ 0 w 2214000"/>
                <a:gd name="textAreaRight" fmla="*/ 2215440 w 2214000"/>
                <a:gd name="textAreaTop" fmla="*/ 0 h 2376720"/>
                <a:gd name="textAreaBottom" fmla="*/ 2378160 h 2376720"/>
              </a:gdLst>
              <a:ahLst/>
              <a:cxnLst/>
              <a:rect l="textAreaLeft" t="textAreaTop" r="textAreaRight" b="textAreaBottom"/>
              <a:pathLst>
                <a:path w="21457" h="23032">
                  <a:moveTo>
                    <a:pt x="21411" y="1"/>
                  </a:moveTo>
                  <a:lnTo>
                    <a:pt x="0" y="21434"/>
                  </a:lnTo>
                  <a:lnTo>
                    <a:pt x="23" y="23031"/>
                  </a:lnTo>
                  <a:lnTo>
                    <a:pt x="21456" y="1598"/>
                  </a:lnTo>
                  <a:lnTo>
                    <a:pt x="21411" y="1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71372"/>
                  </a:srgbClr>
                </a:gs>
                <a:gs pos="100000">
                  <a:srgbClr val="00E0FF">
                    <a:alpha val="69019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grpSp>
        <p:nvGrpSpPr>
          <p:cNvPr id="1357" name="Google Shape;2812;p14"/>
          <p:cNvGrpSpPr/>
          <p:nvPr/>
        </p:nvGrpSpPr>
        <p:grpSpPr>
          <a:xfrm>
            <a:off x="352440" y="3436200"/>
            <a:ext cx="2351160" cy="2351520"/>
            <a:chOff x="352440" y="3436200"/>
            <a:chExt cx="2351160" cy="2351520"/>
          </a:xfrm>
        </p:grpSpPr>
        <p:sp>
          <p:nvSpPr>
            <p:cNvPr id="1358" name="Google Shape;2813;p14"/>
            <p:cNvSpPr/>
            <p:nvPr/>
          </p:nvSpPr>
          <p:spPr>
            <a:xfrm>
              <a:off x="696960" y="4064760"/>
              <a:ext cx="1492200" cy="1378440"/>
            </a:xfrm>
            <a:custGeom>
              <a:avLst/>
              <a:gdLst>
                <a:gd name="textAreaLeft" fmla="*/ 0 w 1492200"/>
                <a:gd name="textAreaRight" fmla="*/ 1493640 w 1492200"/>
                <a:gd name="textAreaTop" fmla="*/ 0 h 1378440"/>
                <a:gd name="textAreaBottom" fmla="*/ 1379880 h 1378440"/>
              </a:gdLst>
              <a:ahLst/>
              <a:cxnLst/>
              <a:rect l="textAreaLeft" t="textAreaTop" r="textAreaRight" b="textAreaBottom"/>
              <a:pathLst>
                <a:path w="17416" h="16093">
                  <a:moveTo>
                    <a:pt x="0" y="6392"/>
                  </a:moveTo>
                  <a:cubicBezTo>
                    <a:pt x="0" y="4041"/>
                    <a:pt x="845" y="1758"/>
                    <a:pt x="2397" y="1"/>
                  </a:cubicBezTo>
                  <a:lnTo>
                    <a:pt x="3424" y="914"/>
                  </a:lnTo>
                  <a:cubicBezTo>
                    <a:pt x="2100" y="2420"/>
                    <a:pt x="1370" y="4360"/>
                    <a:pt x="1370" y="6392"/>
                  </a:cubicBezTo>
                  <a:cubicBezTo>
                    <a:pt x="1370" y="10980"/>
                    <a:pt x="5113" y="14723"/>
                    <a:pt x="9701" y="14723"/>
                  </a:cubicBezTo>
                  <a:cubicBezTo>
                    <a:pt x="12326" y="14723"/>
                    <a:pt x="14722" y="13513"/>
                    <a:pt x="16320" y="11436"/>
                  </a:cubicBezTo>
                  <a:lnTo>
                    <a:pt x="17416" y="12281"/>
                  </a:lnTo>
                  <a:cubicBezTo>
                    <a:pt x="15567" y="14700"/>
                    <a:pt x="12759" y="16093"/>
                    <a:pt x="9701" y="16093"/>
                  </a:cubicBezTo>
                  <a:cubicBezTo>
                    <a:pt x="4360" y="16093"/>
                    <a:pt x="0" y="11733"/>
                    <a:pt x="0" y="6392"/>
                  </a:cubicBezTo>
                </a:path>
              </a:pathLst>
            </a:custGeom>
            <a:gradFill rotWithShape="0">
              <a:gsLst>
                <a:gs pos="0">
                  <a:srgbClr val="FFFFFF">
                    <a:alpha val="50196"/>
                  </a:srgbClr>
                </a:gs>
                <a:gs pos="100000">
                  <a:srgbClr val="00031B">
                    <a:alpha val="16078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359" name="Google Shape;2814;p14"/>
            <p:cNvSpPr/>
            <p:nvPr/>
          </p:nvSpPr>
          <p:spPr>
            <a:xfrm>
              <a:off x="888840" y="3781080"/>
              <a:ext cx="1470600" cy="1366920"/>
            </a:xfrm>
            <a:custGeom>
              <a:avLst/>
              <a:gdLst>
                <a:gd name="textAreaLeft" fmla="*/ 0 w 1470600"/>
                <a:gd name="textAreaRight" fmla="*/ 1472040 w 1470600"/>
                <a:gd name="textAreaTop" fmla="*/ 0 h 1366920"/>
                <a:gd name="textAreaBottom" fmla="*/ 1368360 h 1366920"/>
              </a:gdLst>
              <a:ahLst/>
              <a:cxnLst/>
              <a:rect l="textAreaLeft" t="textAreaTop" r="textAreaRight" b="textAreaBottom"/>
              <a:pathLst>
                <a:path w="17166" h="15955">
                  <a:moveTo>
                    <a:pt x="161" y="3310"/>
                  </a:moveTo>
                  <a:cubicBezTo>
                    <a:pt x="47" y="3447"/>
                    <a:pt x="1" y="3606"/>
                    <a:pt x="1" y="3766"/>
                  </a:cubicBezTo>
                  <a:lnTo>
                    <a:pt x="1" y="3766"/>
                  </a:lnTo>
                  <a:cubicBezTo>
                    <a:pt x="1" y="3949"/>
                    <a:pt x="69" y="4131"/>
                    <a:pt x="229" y="4268"/>
                  </a:cubicBezTo>
                  <a:lnTo>
                    <a:pt x="229" y="4268"/>
                  </a:lnTo>
                  <a:cubicBezTo>
                    <a:pt x="503" y="4519"/>
                    <a:pt x="960" y="4497"/>
                    <a:pt x="1188" y="4223"/>
                  </a:cubicBezTo>
                  <a:lnTo>
                    <a:pt x="1188" y="4223"/>
                  </a:lnTo>
                  <a:cubicBezTo>
                    <a:pt x="2786" y="2397"/>
                    <a:pt x="5068" y="1370"/>
                    <a:pt x="7465" y="1370"/>
                  </a:cubicBezTo>
                  <a:lnTo>
                    <a:pt x="7465" y="1370"/>
                  </a:lnTo>
                  <a:cubicBezTo>
                    <a:pt x="12053" y="1370"/>
                    <a:pt x="15796" y="5113"/>
                    <a:pt x="15796" y="9701"/>
                  </a:cubicBezTo>
                  <a:lnTo>
                    <a:pt x="15796" y="9701"/>
                  </a:lnTo>
                  <a:cubicBezTo>
                    <a:pt x="15796" y="11550"/>
                    <a:pt x="15203" y="13284"/>
                    <a:pt x="14084" y="14745"/>
                  </a:cubicBezTo>
                  <a:lnTo>
                    <a:pt x="14084" y="14745"/>
                  </a:lnTo>
                  <a:cubicBezTo>
                    <a:pt x="13856" y="15065"/>
                    <a:pt x="13902" y="15498"/>
                    <a:pt x="14221" y="15727"/>
                  </a:cubicBezTo>
                  <a:lnTo>
                    <a:pt x="14221" y="15727"/>
                  </a:lnTo>
                  <a:cubicBezTo>
                    <a:pt x="14518" y="15955"/>
                    <a:pt x="14952" y="15886"/>
                    <a:pt x="15180" y="15590"/>
                  </a:cubicBezTo>
                  <a:lnTo>
                    <a:pt x="15180" y="15590"/>
                  </a:lnTo>
                  <a:cubicBezTo>
                    <a:pt x="16481" y="13878"/>
                    <a:pt x="17166" y="11846"/>
                    <a:pt x="17166" y="9701"/>
                  </a:cubicBezTo>
                  <a:lnTo>
                    <a:pt x="17166" y="9701"/>
                  </a:lnTo>
                  <a:cubicBezTo>
                    <a:pt x="17166" y="4337"/>
                    <a:pt x="12806" y="0"/>
                    <a:pt x="7465" y="0"/>
                  </a:cubicBezTo>
                  <a:lnTo>
                    <a:pt x="7465" y="0"/>
                  </a:lnTo>
                  <a:cubicBezTo>
                    <a:pt x="4657" y="0"/>
                    <a:pt x="2010" y="1210"/>
                    <a:pt x="161" y="3310"/>
                  </a:cubicBezTo>
                  <a:close/>
                </a:path>
              </a:pathLst>
            </a:custGeom>
            <a:gradFill rotWithShape="0">
              <a:gsLst>
                <a:gs pos="0">
                  <a:srgbClr val="002AB1"/>
                </a:gs>
                <a:gs pos="100000">
                  <a:srgbClr val="00E0FF"/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360" name="Google Shape;2815;p14"/>
            <p:cNvSpPr/>
            <p:nvPr/>
          </p:nvSpPr>
          <p:spPr>
            <a:xfrm>
              <a:off x="980640" y="4064760"/>
              <a:ext cx="1094760" cy="995040"/>
            </a:xfrm>
            <a:custGeom>
              <a:avLst/>
              <a:gdLst>
                <a:gd name="textAreaLeft" fmla="*/ 0 w 1094760"/>
                <a:gd name="textAreaRight" fmla="*/ 1096200 w 1094760"/>
                <a:gd name="textAreaTop" fmla="*/ 0 h 995040"/>
                <a:gd name="textAreaBottom" fmla="*/ 996480 h 995040"/>
              </a:gdLst>
              <a:ahLst/>
              <a:cxnLst/>
              <a:rect l="textAreaLeft" t="textAreaTop" r="textAreaRight" b="textAreaBottom"/>
              <a:pathLst>
                <a:path w="12783" h="11619">
                  <a:moveTo>
                    <a:pt x="1" y="6392"/>
                  </a:moveTo>
                  <a:cubicBezTo>
                    <a:pt x="1" y="2854"/>
                    <a:pt x="2877" y="1"/>
                    <a:pt x="6392" y="1"/>
                  </a:cubicBezTo>
                  <a:cubicBezTo>
                    <a:pt x="9907" y="1"/>
                    <a:pt x="12783" y="2854"/>
                    <a:pt x="12783" y="6392"/>
                  </a:cubicBezTo>
                  <a:cubicBezTo>
                    <a:pt x="12783" y="8378"/>
                    <a:pt x="11870" y="10226"/>
                    <a:pt x="10295" y="11459"/>
                  </a:cubicBezTo>
                  <a:lnTo>
                    <a:pt x="9450" y="10363"/>
                  </a:lnTo>
                  <a:cubicBezTo>
                    <a:pt x="10706" y="9405"/>
                    <a:pt x="11413" y="7967"/>
                    <a:pt x="11413" y="6392"/>
                  </a:cubicBezTo>
                  <a:cubicBezTo>
                    <a:pt x="11413" y="3630"/>
                    <a:pt x="9154" y="1370"/>
                    <a:pt x="6392" y="1370"/>
                  </a:cubicBezTo>
                  <a:cubicBezTo>
                    <a:pt x="3630" y="1370"/>
                    <a:pt x="1370" y="3630"/>
                    <a:pt x="1370" y="6392"/>
                  </a:cubicBezTo>
                  <a:cubicBezTo>
                    <a:pt x="1370" y="8012"/>
                    <a:pt x="2169" y="9542"/>
                    <a:pt x="3516" y="10500"/>
                  </a:cubicBezTo>
                  <a:lnTo>
                    <a:pt x="2717" y="11619"/>
                  </a:lnTo>
                  <a:cubicBezTo>
                    <a:pt x="1005" y="10432"/>
                    <a:pt x="1" y="8469"/>
                    <a:pt x="1" y="6392"/>
                  </a:cubicBezTo>
                </a:path>
              </a:pathLst>
            </a:custGeom>
            <a:gradFill rotWithShape="0">
              <a:gsLst>
                <a:gs pos="0">
                  <a:srgbClr val="FFFFFF">
                    <a:alpha val="50196"/>
                  </a:srgbClr>
                </a:gs>
                <a:gs pos="100000">
                  <a:srgbClr val="00031B">
                    <a:alpha val="16078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361" name="Google Shape;2816;p14"/>
            <p:cNvSpPr/>
            <p:nvPr/>
          </p:nvSpPr>
          <p:spPr>
            <a:xfrm>
              <a:off x="1188360" y="4941720"/>
              <a:ext cx="705240" cy="217800"/>
            </a:xfrm>
            <a:custGeom>
              <a:avLst/>
              <a:gdLst>
                <a:gd name="textAreaLeft" fmla="*/ 0 w 705240"/>
                <a:gd name="textAreaRight" fmla="*/ 706680 w 705240"/>
                <a:gd name="textAreaTop" fmla="*/ 0 h 217800"/>
                <a:gd name="textAreaBottom" fmla="*/ 219240 h 217800"/>
              </a:gdLst>
              <a:ahLst/>
              <a:cxnLst/>
              <a:rect l="textAreaLeft" t="textAreaTop" r="textAreaRight" b="textAreaBottom"/>
              <a:pathLst>
                <a:path w="8241" h="2557">
                  <a:moveTo>
                    <a:pt x="7030" y="137"/>
                  </a:moveTo>
                  <a:cubicBezTo>
                    <a:pt x="6140" y="822"/>
                    <a:pt x="5090" y="1187"/>
                    <a:pt x="3972" y="1187"/>
                  </a:cubicBezTo>
                  <a:lnTo>
                    <a:pt x="3972" y="1187"/>
                  </a:lnTo>
                  <a:cubicBezTo>
                    <a:pt x="2922" y="1187"/>
                    <a:pt x="1940" y="868"/>
                    <a:pt x="1096" y="274"/>
                  </a:cubicBezTo>
                  <a:lnTo>
                    <a:pt x="1096" y="274"/>
                  </a:lnTo>
                  <a:cubicBezTo>
                    <a:pt x="776" y="46"/>
                    <a:pt x="343" y="115"/>
                    <a:pt x="137" y="434"/>
                  </a:cubicBezTo>
                  <a:lnTo>
                    <a:pt x="137" y="434"/>
                  </a:lnTo>
                  <a:cubicBezTo>
                    <a:pt x="46" y="548"/>
                    <a:pt x="0" y="685"/>
                    <a:pt x="0" y="822"/>
                  </a:cubicBezTo>
                  <a:lnTo>
                    <a:pt x="0" y="822"/>
                  </a:lnTo>
                  <a:cubicBezTo>
                    <a:pt x="0" y="1050"/>
                    <a:pt x="92" y="1256"/>
                    <a:pt x="297" y="1393"/>
                  </a:cubicBezTo>
                  <a:lnTo>
                    <a:pt x="297" y="1393"/>
                  </a:lnTo>
                  <a:cubicBezTo>
                    <a:pt x="1370" y="2146"/>
                    <a:pt x="2648" y="2557"/>
                    <a:pt x="3972" y="2557"/>
                  </a:cubicBezTo>
                  <a:lnTo>
                    <a:pt x="3972" y="2557"/>
                  </a:lnTo>
                  <a:cubicBezTo>
                    <a:pt x="5387" y="2557"/>
                    <a:pt x="6757" y="2100"/>
                    <a:pt x="7875" y="1233"/>
                  </a:cubicBezTo>
                  <a:lnTo>
                    <a:pt x="7875" y="1233"/>
                  </a:lnTo>
                  <a:cubicBezTo>
                    <a:pt x="8172" y="1005"/>
                    <a:pt x="8240" y="571"/>
                    <a:pt x="7989" y="274"/>
                  </a:cubicBezTo>
                  <a:lnTo>
                    <a:pt x="7989" y="274"/>
                  </a:lnTo>
                  <a:cubicBezTo>
                    <a:pt x="7852" y="92"/>
                    <a:pt x="7647" y="0"/>
                    <a:pt x="7441" y="0"/>
                  </a:cubicBezTo>
                  <a:lnTo>
                    <a:pt x="7441" y="0"/>
                  </a:lnTo>
                  <a:cubicBezTo>
                    <a:pt x="7304" y="0"/>
                    <a:pt x="7167" y="46"/>
                    <a:pt x="7030" y="137"/>
                  </a:cubicBezTo>
                </a:path>
              </a:pathLst>
            </a:custGeom>
            <a:gradFill rotWithShape="0">
              <a:gsLst>
                <a:gs pos="0">
                  <a:srgbClr val="002AB1"/>
                </a:gs>
                <a:gs pos="100000">
                  <a:srgbClr val="00E0FF"/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362" name="Google Shape;2817;p14"/>
            <p:cNvSpPr/>
            <p:nvPr/>
          </p:nvSpPr>
          <p:spPr>
            <a:xfrm>
              <a:off x="352440" y="3436200"/>
              <a:ext cx="1891440" cy="2163600"/>
            </a:xfrm>
            <a:custGeom>
              <a:avLst/>
              <a:gdLst>
                <a:gd name="textAreaLeft" fmla="*/ 0 w 1891440"/>
                <a:gd name="textAreaRight" fmla="*/ 1892880 w 1891440"/>
                <a:gd name="textAreaTop" fmla="*/ 0 h 2163600"/>
                <a:gd name="textAreaBottom" fmla="*/ 2165040 h 2163600"/>
              </a:gdLst>
              <a:ahLst/>
              <a:cxnLst/>
              <a:rect l="textAreaLeft" t="textAreaTop" r="textAreaRight" b="textAreaBottom"/>
              <a:pathLst>
                <a:path w="22073" h="25246">
                  <a:moveTo>
                    <a:pt x="1" y="13719"/>
                  </a:moveTo>
                  <a:cubicBezTo>
                    <a:pt x="1" y="6141"/>
                    <a:pt x="6141" y="1"/>
                    <a:pt x="13719" y="1"/>
                  </a:cubicBezTo>
                  <a:cubicBezTo>
                    <a:pt x="16755" y="1"/>
                    <a:pt x="19653" y="959"/>
                    <a:pt x="22073" y="2808"/>
                  </a:cubicBezTo>
                  <a:lnTo>
                    <a:pt x="21228" y="3904"/>
                  </a:lnTo>
                  <a:cubicBezTo>
                    <a:pt x="19060" y="2238"/>
                    <a:pt x="16458" y="1370"/>
                    <a:pt x="13719" y="1370"/>
                  </a:cubicBezTo>
                  <a:cubicBezTo>
                    <a:pt x="6917" y="1370"/>
                    <a:pt x="1370" y="6917"/>
                    <a:pt x="1370" y="13719"/>
                  </a:cubicBezTo>
                  <a:cubicBezTo>
                    <a:pt x="1370" y="17919"/>
                    <a:pt x="3493" y="21799"/>
                    <a:pt x="7008" y="24081"/>
                  </a:cubicBezTo>
                  <a:lnTo>
                    <a:pt x="6278" y="25246"/>
                  </a:lnTo>
                  <a:cubicBezTo>
                    <a:pt x="2329" y="22712"/>
                    <a:pt x="1" y="18398"/>
                    <a:pt x="1" y="13719"/>
                  </a:cubicBezTo>
                </a:path>
              </a:pathLst>
            </a:custGeom>
            <a:gradFill rotWithShape="0">
              <a:gsLst>
                <a:gs pos="0">
                  <a:srgbClr val="FFFFFF">
                    <a:alpha val="50196"/>
                  </a:srgbClr>
                </a:gs>
                <a:gs pos="100000">
                  <a:srgbClr val="00031B">
                    <a:alpha val="16078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363" name="Google Shape;2818;p14"/>
            <p:cNvSpPr/>
            <p:nvPr/>
          </p:nvSpPr>
          <p:spPr>
            <a:xfrm>
              <a:off x="863280" y="3665520"/>
              <a:ext cx="1840320" cy="2122200"/>
            </a:xfrm>
            <a:custGeom>
              <a:avLst/>
              <a:gdLst>
                <a:gd name="textAreaLeft" fmla="*/ 0 w 1840320"/>
                <a:gd name="textAreaRight" fmla="*/ 1841760 w 1840320"/>
                <a:gd name="textAreaTop" fmla="*/ 0 h 2122200"/>
                <a:gd name="textAreaBottom" fmla="*/ 2123640 h 2122200"/>
              </a:gdLst>
              <a:ahLst/>
              <a:cxnLst/>
              <a:rect l="textAreaLeft" t="textAreaTop" r="textAreaRight" b="textAreaBottom"/>
              <a:pathLst>
                <a:path w="21479" h="24766">
                  <a:moveTo>
                    <a:pt x="15133" y="274"/>
                  </a:moveTo>
                  <a:cubicBezTo>
                    <a:pt x="14905" y="571"/>
                    <a:pt x="14974" y="1005"/>
                    <a:pt x="15270" y="1233"/>
                  </a:cubicBezTo>
                  <a:lnTo>
                    <a:pt x="15270" y="1233"/>
                  </a:lnTo>
                  <a:cubicBezTo>
                    <a:pt x="18352" y="3607"/>
                    <a:pt x="20109" y="7167"/>
                    <a:pt x="20109" y="11048"/>
                  </a:cubicBezTo>
                  <a:lnTo>
                    <a:pt x="20109" y="11048"/>
                  </a:lnTo>
                  <a:cubicBezTo>
                    <a:pt x="20109" y="17850"/>
                    <a:pt x="14563" y="23396"/>
                    <a:pt x="7761" y="23396"/>
                  </a:cubicBezTo>
                  <a:lnTo>
                    <a:pt x="7761" y="23396"/>
                  </a:lnTo>
                  <a:cubicBezTo>
                    <a:pt x="5364" y="23396"/>
                    <a:pt x="3059" y="22711"/>
                    <a:pt x="1050" y="21410"/>
                  </a:cubicBezTo>
                  <a:lnTo>
                    <a:pt x="1050" y="21410"/>
                  </a:lnTo>
                  <a:cubicBezTo>
                    <a:pt x="731" y="21205"/>
                    <a:pt x="320" y="21296"/>
                    <a:pt x="114" y="21616"/>
                  </a:cubicBezTo>
                  <a:lnTo>
                    <a:pt x="114" y="21616"/>
                  </a:lnTo>
                  <a:cubicBezTo>
                    <a:pt x="23" y="21730"/>
                    <a:pt x="0" y="21867"/>
                    <a:pt x="0" y="22004"/>
                  </a:cubicBezTo>
                  <a:lnTo>
                    <a:pt x="0" y="22004"/>
                  </a:lnTo>
                  <a:cubicBezTo>
                    <a:pt x="0" y="22232"/>
                    <a:pt x="114" y="22438"/>
                    <a:pt x="320" y="22575"/>
                  </a:cubicBezTo>
                  <a:lnTo>
                    <a:pt x="320" y="22575"/>
                  </a:lnTo>
                  <a:cubicBezTo>
                    <a:pt x="2534" y="24013"/>
                    <a:pt x="5113" y="24766"/>
                    <a:pt x="7761" y="24766"/>
                  </a:cubicBezTo>
                  <a:lnTo>
                    <a:pt x="7761" y="24766"/>
                  </a:lnTo>
                  <a:cubicBezTo>
                    <a:pt x="15339" y="24766"/>
                    <a:pt x="21479" y="18603"/>
                    <a:pt x="21479" y="11048"/>
                  </a:cubicBezTo>
                  <a:lnTo>
                    <a:pt x="21479" y="11048"/>
                  </a:lnTo>
                  <a:cubicBezTo>
                    <a:pt x="21479" y="6734"/>
                    <a:pt x="19516" y="2762"/>
                    <a:pt x="16115" y="137"/>
                  </a:cubicBezTo>
                  <a:lnTo>
                    <a:pt x="16115" y="137"/>
                  </a:lnTo>
                  <a:cubicBezTo>
                    <a:pt x="15978" y="46"/>
                    <a:pt x="15841" y="0"/>
                    <a:pt x="15681" y="0"/>
                  </a:cubicBezTo>
                  <a:lnTo>
                    <a:pt x="15681" y="0"/>
                  </a:lnTo>
                  <a:cubicBezTo>
                    <a:pt x="15476" y="0"/>
                    <a:pt x="15270" y="92"/>
                    <a:pt x="15133" y="27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2AB1"/>
                </a:gs>
                <a:gs pos="100000">
                  <a:srgbClr val="00E0FF"/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1364" name="Google Shape;2819;p14"/>
          <p:cNvSpPr/>
          <p:nvPr/>
        </p:nvSpPr>
        <p:spPr>
          <a:xfrm>
            <a:off x="-136080" y="2779560"/>
            <a:ext cx="486720" cy="878760"/>
          </a:xfrm>
          <a:custGeom>
            <a:avLst/>
            <a:gdLst>
              <a:gd name="textAreaLeft" fmla="*/ 0 w 486720"/>
              <a:gd name="textAreaRight" fmla="*/ 488160 w 486720"/>
              <a:gd name="textAreaTop" fmla="*/ 0 h 878760"/>
              <a:gd name="textAreaBottom" fmla="*/ 880200 h 878760"/>
            </a:gdLst>
            <a:ahLst/>
            <a:cxnLst/>
            <a:rect l="textAreaLeft" t="textAreaTop" r="textAreaRight" b="textAreaBottom"/>
            <a:pathLst>
              <a:path w="6848" h="12349">
                <a:moveTo>
                  <a:pt x="0" y="1"/>
                </a:moveTo>
                <a:lnTo>
                  <a:pt x="183" y="12349"/>
                </a:lnTo>
                <a:lnTo>
                  <a:pt x="6848" y="4337"/>
                </a:lnTo>
                <a:lnTo>
                  <a:pt x="0" y="1"/>
                </a:lnTo>
                <a:close/>
              </a:path>
            </a:pathLst>
          </a:custGeom>
          <a:gradFill rotWithShape="0">
            <a:gsLst>
              <a:gs pos="0">
                <a:srgbClr val="002AB1">
                  <a:alpha val="71372"/>
                </a:srgbClr>
              </a:gs>
              <a:gs pos="100000">
                <a:srgbClr val="00E0FF">
                  <a:alpha val="69019"/>
                </a:srgbClr>
              </a:gs>
            </a:gsLst>
            <a:lin ang="10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GB" sz="14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65" name="Google Shape;2820;p14"/>
          <p:cNvSpPr/>
          <p:nvPr/>
        </p:nvSpPr>
        <p:spPr>
          <a:xfrm flipH="1">
            <a:off x="3500640" y="4247280"/>
            <a:ext cx="1755360" cy="1272600"/>
          </a:xfrm>
          <a:custGeom>
            <a:avLst/>
            <a:gdLst>
              <a:gd name="textAreaLeft" fmla="*/ -720 w 1755360"/>
              <a:gd name="textAreaRight" fmla="*/ 1756080 w 1755360"/>
              <a:gd name="textAreaTop" fmla="*/ 0 h 1272600"/>
              <a:gd name="textAreaBottom" fmla="*/ 1274040 h 1272600"/>
            </a:gdLst>
            <a:ahLst/>
            <a:cxnLst/>
            <a:rect l="textAreaLeft" t="textAreaTop" r="textAreaRight" b="textAreaBottom"/>
            <a:pathLst>
              <a:path w="16686" h="12099">
                <a:moveTo>
                  <a:pt x="12988" y="1"/>
                </a:moveTo>
                <a:lnTo>
                  <a:pt x="1" y="12098"/>
                </a:lnTo>
                <a:lnTo>
                  <a:pt x="16686" y="8058"/>
                </a:lnTo>
                <a:lnTo>
                  <a:pt x="12988" y="1"/>
                </a:lnTo>
                <a:close/>
              </a:path>
            </a:pathLst>
          </a:custGeom>
          <a:gradFill rotWithShape="0">
            <a:gsLst>
              <a:gs pos="0">
                <a:srgbClr val="002AB1">
                  <a:alpha val="71372"/>
                </a:srgbClr>
              </a:gs>
              <a:gs pos="100000">
                <a:srgbClr val="00E0FF">
                  <a:alpha val="69019"/>
                </a:srgbClr>
              </a:gs>
            </a:gsLst>
            <a:lin ang="10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GB" sz="14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6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GB" sz="4400" b="0" strike="noStrike" spc="-1">
                <a:solidFill>
                  <a:srgbClr val="FFFFFF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36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3200" b="0" strike="noStrike" spc="-1">
                <a:solidFill>
                  <a:srgbClr val="FFFFFF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GB" sz="2800" b="0" strike="noStrike" spc="-1">
                <a:solidFill>
                  <a:srgbClr val="FFFFFF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2400" b="0" strike="noStrike" spc="-1">
                <a:solidFill>
                  <a:srgbClr val="FFFFFF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GB" sz="2000" b="0" strike="noStrike" spc="-1">
                <a:solidFill>
                  <a:srgbClr val="FFFFFF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solidFill>
                  <a:srgbClr val="FFFFFF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solidFill>
                  <a:srgbClr val="FFFFFF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solidFill>
                  <a:srgbClr val="FFFFFF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2AB1"/>
            </a:gs>
            <a:gs pos="100000">
              <a:srgbClr val="00031B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4" name="Google Shape;4045;p22"/>
          <p:cNvGrpSpPr/>
          <p:nvPr/>
        </p:nvGrpSpPr>
        <p:grpSpPr>
          <a:xfrm>
            <a:off x="0" y="0"/>
            <a:ext cx="9142560" cy="5142240"/>
            <a:chOff x="0" y="0"/>
            <a:chExt cx="9142560" cy="5142240"/>
          </a:xfrm>
        </p:grpSpPr>
        <p:sp>
          <p:nvSpPr>
            <p:cNvPr id="1405" name="Google Shape;4046;p22"/>
            <p:cNvSpPr/>
            <p:nvPr/>
          </p:nvSpPr>
          <p:spPr>
            <a:xfrm>
              <a:off x="9104760" y="0"/>
              <a:ext cx="3240" cy="5139720"/>
            </a:xfrm>
            <a:custGeom>
              <a:avLst/>
              <a:gdLst>
                <a:gd name="textAreaLeft" fmla="*/ 0 w 3240"/>
                <a:gd name="textAreaRight" fmla="*/ 4680 w 324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46" h="49235">
                  <a:moveTo>
                    <a:pt x="0" y="0"/>
                  </a:moveTo>
                  <a:lnTo>
                    <a:pt x="0" y="49235"/>
                  </a:lnTo>
                  <a:lnTo>
                    <a:pt x="46" y="4923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406" name="Google Shape;4047;p22"/>
            <p:cNvSpPr/>
            <p:nvPr/>
          </p:nvSpPr>
          <p:spPr>
            <a:xfrm>
              <a:off x="8775720" y="0"/>
              <a:ext cx="3240" cy="5139720"/>
            </a:xfrm>
            <a:custGeom>
              <a:avLst/>
              <a:gdLst>
                <a:gd name="textAreaLeft" fmla="*/ 0 w 3240"/>
                <a:gd name="textAreaRight" fmla="*/ 4680 w 324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46" h="49235">
                  <a:moveTo>
                    <a:pt x="0" y="0"/>
                  </a:moveTo>
                  <a:lnTo>
                    <a:pt x="0" y="49235"/>
                  </a:lnTo>
                  <a:lnTo>
                    <a:pt x="46" y="4923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407" name="Google Shape;4048;p22"/>
            <p:cNvSpPr/>
            <p:nvPr/>
          </p:nvSpPr>
          <p:spPr>
            <a:xfrm>
              <a:off x="844920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0" y="0"/>
                  </a:moveTo>
                  <a:lnTo>
                    <a:pt x="0" y="49235"/>
                  </a:lnTo>
                  <a:lnTo>
                    <a:pt x="23" y="4923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408" name="Google Shape;4049;p22"/>
            <p:cNvSpPr/>
            <p:nvPr/>
          </p:nvSpPr>
          <p:spPr>
            <a:xfrm>
              <a:off x="812052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0" y="0"/>
                  </a:moveTo>
                  <a:lnTo>
                    <a:pt x="0" y="49235"/>
                  </a:lnTo>
                  <a:lnTo>
                    <a:pt x="23" y="4923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409" name="Google Shape;4050;p22"/>
            <p:cNvSpPr/>
            <p:nvPr/>
          </p:nvSpPr>
          <p:spPr>
            <a:xfrm>
              <a:off x="779148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0" y="0"/>
                  </a:moveTo>
                  <a:lnTo>
                    <a:pt x="0" y="49235"/>
                  </a:lnTo>
                  <a:lnTo>
                    <a:pt x="23" y="4923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410" name="Google Shape;4051;p22"/>
            <p:cNvSpPr/>
            <p:nvPr/>
          </p:nvSpPr>
          <p:spPr>
            <a:xfrm>
              <a:off x="746244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1" y="0"/>
                  </a:moveTo>
                  <a:lnTo>
                    <a:pt x="1" y="49235"/>
                  </a:lnTo>
                  <a:lnTo>
                    <a:pt x="23" y="4923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411" name="Google Shape;4052;p22"/>
            <p:cNvSpPr/>
            <p:nvPr/>
          </p:nvSpPr>
          <p:spPr>
            <a:xfrm>
              <a:off x="7133760" y="0"/>
              <a:ext cx="3600" cy="5139720"/>
            </a:xfrm>
            <a:custGeom>
              <a:avLst/>
              <a:gdLst>
                <a:gd name="textAreaLeft" fmla="*/ 0 w 3600"/>
                <a:gd name="textAreaRight" fmla="*/ 5040 w 360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47" h="49235">
                  <a:moveTo>
                    <a:pt x="1" y="0"/>
                  </a:moveTo>
                  <a:lnTo>
                    <a:pt x="1" y="49235"/>
                  </a:lnTo>
                  <a:lnTo>
                    <a:pt x="46" y="4923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412" name="Google Shape;4053;p22"/>
            <p:cNvSpPr/>
            <p:nvPr/>
          </p:nvSpPr>
          <p:spPr>
            <a:xfrm>
              <a:off x="6804720" y="0"/>
              <a:ext cx="3600" cy="5139720"/>
            </a:xfrm>
            <a:custGeom>
              <a:avLst/>
              <a:gdLst>
                <a:gd name="textAreaLeft" fmla="*/ 0 w 3600"/>
                <a:gd name="textAreaRight" fmla="*/ 5040 w 360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47" h="49235">
                  <a:moveTo>
                    <a:pt x="1" y="0"/>
                  </a:moveTo>
                  <a:lnTo>
                    <a:pt x="1" y="49235"/>
                  </a:lnTo>
                  <a:lnTo>
                    <a:pt x="46" y="4923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413" name="Google Shape;4054;p22"/>
            <p:cNvSpPr/>
            <p:nvPr/>
          </p:nvSpPr>
          <p:spPr>
            <a:xfrm>
              <a:off x="647820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1" y="0"/>
                  </a:moveTo>
                  <a:lnTo>
                    <a:pt x="1" y="49235"/>
                  </a:lnTo>
                  <a:lnTo>
                    <a:pt x="24" y="49235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414" name="Google Shape;4055;p22"/>
            <p:cNvSpPr/>
            <p:nvPr/>
          </p:nvSpPr>
          <p:spPr>
            <a:xfrm>
              <a:off x="614916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1" y="0"/>
                  </a:moveTo>
                  <a:lnTo>
                    <a:pt x="1" y="49235"/>
                  </a:lnTo>
                  <a:lnTo>
                    <a:pt x="24" y="49235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415" name="Google Shape;4056;p22"/>
            <p:cNvSpPr/>
            <p:nvPr/>
          </p:nvSpPr>
          <p:spPr>
            <a:xfrm>
              <a:off x="582048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1" y="0"/>
                  </a:moveTo>
                  <a:lnTo>
                    <a:pt x="1" y="49235"/>
                  </a:lnTo>
                  <a:lnTo>
                    <a:pt x="24" y="49235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416" name="Google Shape;4057;p22"/>
            <p:cNvSpPr/>
            <p:nvPr/>
          </p:nvSpPr>
          <p:spPr>
            <a:xfrm>
              <a:off x="549144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3" h="49235">
                  <a:moveTo>
                    <a:pt x="0" y="0"/>
                  </a:moveTo>
                  <a:lnTo>
                    <a:pt x="0" y="49235"/>
                  </a:lnTo>
                  <a:lnTo>
                    <a:pt x="23" y="4923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417" name="Google Shape;4058;p22"/>
            <p:cNvSpPr/>
            <p:nvPr/>
          </p:nvSpPr>
          <p:spPr>
            <a:xfrm>
              <a:off x="516276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3" h="49235">
                  <a:moveTo>
                    <a:pt x="0" y="0"/>
                  </a:moveTo>
                  <a:lnTo>
                    <a:pt x="0" y="49235"/>
                  </a:lnTo>
                  <a:lnTo>
                    <a:pt x="23" y="4923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418" name="Google Shape;4059;p22"/>
            <p:cNvSpPr/>
            <p:nvPr/>
          </p:nvSpPr>
          <p:spPr>
            <a:xfrm>
              <a:off x="4833720" y="0"/>
              <a:ext cx="3240" cy="5139720"/>
            </a:xfrm>
            <a:custGeom>
              <a:avLst/>
              <a:gdLst>
                <a:gd name="textAreaLeft" fmla="*/ 0 w 3240"/>
                <a:gd name="textAreaRight" fmla="*/ 4680 w 324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46" h="49235">
                  <a:moveTo>
                    <a:pt x="0" y="0"/>
                  </a:moveTo>
                  <a:lnTo>
                    <a:pt x="0" y="49235"/>
                  </a:lnTo>
                  <a:lnTo>
                    <a:pt x="46" y="4923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419" name="Google Shape;4060;p22"/>
            <p:cNvSpPr/>
            <p:nvPr/>
          </p:nvSpPr>
          <p:spPr>
            <a:xfrm>
              <a:off x="4504680" y="0"/>
              <a:ext cx="3600" cy="5139720"/>
            </a:xfrm>
            <a:custGeom>
              <a:avLst/>
              <a:gdLst>
                <a:gd name="textAreaLeft" fmla="*/ 0 w 3600"/>
                <a:gd name="textAreaRight" fmla="*/ 5040 w 360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47" h="49235">
                  <a:moveTo>
                    <a:pt x="0" y="0"/>
                  </a:moveTo>
                  <a:lnTo>
                    <a:pt x="0" y="49235"/>
                  </a:lnTo>
                  <a:lnTo>
                    <a:pt x="46" y="4923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420" name="Google Shape;4061;p22"/>
            <p:cNvSpPr/>
            <p:nvPr/>
          </p:nvSpPr>
          <p:spPr>
            <a:xfrm>
              <a:off x="417816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0" y="0"/>
                  </a:moveTo>
                  <a:lnTo>
                    <a:pt x="0" y="49235"/>
                  </a:lnTo>
                  <a:lnTo>
                    <a:pt x="23" y="4923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421" name="Google Shape;4062;p22"/>
            <p:cNvSpPr/>
            <p:nvPr/>
          </p:nvSpPr>
          <p:spPr>
            <a:xfrm>
              <a:off x="319140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1" y="0"/>
                  </a:moveTo>
                  <a:lnTo>
                    <a:pt x="1" y="49235"/>
                  </a:lnTo>
                  <a:lnTo>
                    <a:pt x="23" y="4923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422" name="Google Shape;4063;p22"/>
            <p:cNvSpPr/>
            <p:nvPr/>
          </p:nvSpPr>
          <p:spPr>
            <a:xfrm>
              <a:off x="2533680" y="0"/>
              <a:ext cx="3600" cy="5139720"/>
            </a:xfrm>
            <a:custGeom>
              <a:avLst/>
              <a:gdLst>
                <a:gd name="textAreaLeft" fmla="*/ 0 w 3600"/>
                <a:gd name="textAreaRight" fmla="*/ 5040 w 360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47" h="49235">
                  <a:moveTo>
                    <a:pt x="1" y="0"/>
                  </a:moveTo>
                  <a:lnTo>
                    <a:pt x="1" y="49235"/>
                  </a:lnTo>
                  <a:lnTo>
                    <a:pt x="46" y="4923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423" name="Google Shape;4064;p22"/>
            <p:cNvSpPr/>
            <p:nvPr/>
          </p:nvSpPr>
          <p:spPr>
            <a:xfrm>
              <a:off x="187812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1" y="0"/>
                  </a:moveTo>
                  <a:lnTo>
                    <a:pt x="1" y="49235"/>
                  </a:lnTo>
                  <a:lnTo>
                    <a:pt x="24" y="49235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424" name="Google Shape;4065;p22"/>
            <p:cNvSpPr/>
            <p:nvPr/>
          </p:nvSpPr>
          <p:spPr>
            <a:xfrm>
              <a:off x="220716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1" y="0"/>
                  </a:moveTo>
                  <a:lnTo>
                    <a:pt x="1" y="49235"/>
                  </a:lnTo>
                  <a:lnTo>
                    <a:pt x="24" y="49235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425" name="Google Shape;4066;p22"/>
            <p:cNvSpPr/>
            <p:nvPr/>
          </p:nvSpPr>
          <p:spPr>
            <a:xfrm>
              <a:off x="2862360" y="0"/>
              <a:ext cx="3600" cy="5139720"/>
            </a:xfrm>
            <a:custGeom>
              <a:avLst/>
              <a:gdLst>
                <a:gd name="textAreaLeft" fmla="*/ 0 w 3600"/>
                <a:gd name="textAreaRight" fmla="*/ 5040 w 360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47" h="49235">
                  <a:moveTo>
                    <a:pt x="1" y="0"/>
                  </a:moveTo>
                  <a:lnTo>
                    <a:pt x="1" y="49235"/>
                  </a:lnTo>
                  <a:lnTo>
                    <a:pt x="46" y="4923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426" name="Google Shape;4067;p22"/>
            <p:cNvSpPr/>
            <p:nvPr/>
          </p:nvSpPr>
          <p:spPr>
            <a:xfrm>
              <a:off x="352044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1" y="0"/>
                  </a:moveTo>
                  <a:lnTo>
                    <a:pt x="1" y="49235"/>
                  </a:lnTo>
                  <a:lnTo>
                    <a:pt x="23" y="4923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427" name="Google Shape;4068;p22"/>
            <p:cNvSpPr/>
            <p:nvPr/>
          </p:nvSpPr>
          <p:spPr>
            <a:xfrm>
              <a:off x="384948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0" y="0"/>
                  </a:moveTo>
                  <a:lnTo>
                    <a:pt x="0" y="49235"/>
                  </a:lnTo>
                  <a:lnTo>
                    <a:pt x="23" y="4923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428" name="Google Shape;4069;p22"/>
            <p:cNvSpPr/>
            <p:nvPr/>
          </p:nvSpPr>
          <p:spPr>
            <a:xfrm>
              <a:off x="154908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1" y="0"/>
                  </a:moveTo>
                  <a:lnTo>
                    <a:pt x="1" y="49235"/>
                  </a:lnTo>
                  <a:lnTo>
                    <a:pt x="24" y="49235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429" name="Google Shape;4070;p22"/>
            <p:cNvSpPr/>
            <p:nvPr/>
          </p:nvSpPr>
          <p:spPr>
            <a:xfrm>
              <a:off x="122040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3" h="49235">
                  <a:moveTo>
                    <a:pt x="0" y="0"/>
                  </a:moveTo>
                  <a:lnTo>
                    <a:pt x="0" y="49235"/>
                  </a:lnTo>
                  <a:lnTo>
                    <a:pt x="23" y="4923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430" name="Google Shape;4071;p22"/>
            <p:cNvSpPr/>
            <p:nvPr/>
          </p:nvSpPr>
          <p:spPr>
            <a:xfrm>
              <a:off x="891360" y="0"/>
              <a:ext cx="3240" cy="5139720"/>
            </a:xfrm>
            <a:custGeom>
              <a:avLst/>
              <a:gdLst>
                <a:gd name="textAreaLeft" fmla="*/ 0 w 3240"/>
                <a:gd name="textAreaRight" fmla="*/ 4680 w 324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46" h="49235">
                  <a:moveTo>
                    <a:pt x="0" y="0"/>
                  </a:moveTo>
                  <a:lnTo>
                    <a:pt x="0" y="49235"/>
                  </a:lnTo>
                  <a:lnTo>
                    <a:pt x="46" y="4923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431" name="Google Shape;4072;p22"/>
            <p:cNvSpPr/>
            <p:nvPr/>
          </p:nvSpPr>
          <p:spPr>
            <a:xfrm>
              <a:off x="562680" y="0"/>
              <a:ext cx="3240" cy="5139720"/>
            </a:xfrm>
            <a:custGeom>
              <a:avLst/>
              <a:gdLst>
                <a:gd name="textAreaLeft" fmla="*/ 0 w 3240"/>
                <a:gd name="textAreaRight" fmla="*/ 4680 w 324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46" h="49235">
                  <a:moveTo>
                    <a:pt x="0" y="0"/>
                  </a:moveTo>
                  <a:lnTo>
                    <a:pt x="0" y="49235"/>
                  </a:lnTo>
                  <a:lnTo>
                    <a:pt x="46" y="4923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432" name="Google Shape;4073;p22"/>
            <p:cNvSpPr/>
            <p:nvPr/>
          </p:nvSpPr>
          <p:spPr>
            <a:xfrm>
              <a:off x="23616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0" y="0"/>
                  </a:moveTo>
                  <a:lnTo>
                    <a:pt x="0" y="49235"/>
                  </a:lnTo>
                  <a:lnTo>
                    <a:pt x="23" y="4923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433" name="Google Shape;4074;p22"/>
            <p:cNvSpPr/>
            <p:nvPr/>
          </p:nvSpPr>
          <p:spPr>
            <a:xfrm>
              <a:off x="0" y="514116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1"/>
                  </a:moveTo>
                  <a:lnTo>
                    <a:pt x="1" y="23"/>
                  </a:lnTo>
                  <a:lnTo>
                    <a:pt x="108352" y="23"/>
                  </a:lnTo>
                  <a:lnTo>
                    <a:pt x="108352" y="1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434" name="Google Shape;4075;p22"/>
            <p:cNvSpPr/>
            <p:nvPr/>
          </p:nvSpPr>
          <p:spPr>
            <a:xfrm>
              <a:off x="0" y="492660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0"/>
                  </a:moveTo>
                  <a:lnTo>
                    <a:pt x="1" y="23"/>
                  </a:lnTo>
                  <a:lnTo>
                    <a:pt x="108352" y="23"/>
                  </a:lnTo>
                  <a:lnTo>
                    <a:pt x="108352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435" name="Google Shape;4076;p22"/>
            <p:cNvSpPr/>
            <p:nvPr/>
          </p:nvSpPr>
          <p:spPr>
            <a:xfrm>
              <a:off x="0" y="471456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1"/>
                  </a:moveTo>
                  <a:lnTo>
                    <a:pt x="1" y="24"/>
                  </a:lnTo>
                  <a:lnTo>
                    <a:pt x="108352" y="24"/>
                  </a:lnTo>
                  <a:lnTo>
                    <a:pt x="108352" y="1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436" name="Google Shape;4077;p22"/>
            <p:cNvSpPr/>
            <p:nvPr/>
          </p:nvSpPr>
          <p:spPr>
            <a:xfrm>
              <a:off x="0" y="450000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1"/>
                  </a:moveTo>
                  <a:lnTo>
                    <a:pt x="1" y="23"/>
                  </a:lnTo>
                  <a:lnTo>
                    <a:pt x="108352" y="23"/>
                  </a:lnTo>
                  <a:lnTo>
                    <a:pt x="108352" y="1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437" name="Google Shape;4078;p22"/>
            <p:cNvSpPr/>
            <p:nvPr/>
          </p:nvSpPr>
          <p:spPr>
            <a:xfrm>
              <a:off x="0" y="428796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3">
                  <a:moveTo>
                    <a:pt x="1" y="0"/>
                  </a:moveTo>
                  <a:lnTo>
                    <a:pt x="1" y="23"/>
                  </a:lnTo>
                  <a:lnTo>
                    <a:pt x="108352" y="23"/>
                  </a:lnTo>
                  <a:lnTo>
                    <a:pt x="108352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438" name="Google Shape;4079;p22"/>
            <p:cNvSpPr/>
            <p:nvPr/>
          </p:nvSpPr>
          <p:spPr>
            <a:xfrm>
              <a:off x="0" y="407340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1"/>
                  </a:moveTo>
                  <a:lnTo>
                    <a:pt x="1" y="24"/>
                  </a:lnTo>
                  <a:lnTo>
                    <a:pt x="108352" y="24"/>
                  </a:lnTo>
                  <a:lnTo>
                    <a:pt x="108352" y="1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439" name="Google Shape;4080;p22"/>
            <p:cNvSpPr/>
            <p:nvPr/>
          </p:nvSpPr>
          <p:spPr>
            <a:xfrm>
              <a:off x="0" y="386136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0"/>
                  </a:moveTo>
                  <a:lnTo>
                    <a:pt x="1" y="23"/>
                  </a:lnTo>
                  <a:lnTo>
                    <a:pt x="108352" y="23"/>
                  </a:lnTo>
                  <a:lnTo>
                    <a:pt x="108352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440" name="Google Shape;4081;p22"/>
            <p:cNvSpPr/>
            <p:nvPr/>
          </p:nvSpPr>
          <p:spPr>
            <a:xfrm>
              <a:off x="0" y="364680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3">
                  <a:moveTo>
                    <a:pt x="1" y="0"/>
                  </a:moveTo>
                  <a:lnTo>
                    <a:pt x="1" y="23"/>
                  </a:lnTo>
                  <a:lnTo>
                    <a:pt x="108352" y="23"/>
                  </a:lnTo>
                  <a:lnTo>
                    <a:pt x="108352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441" name="Google Shape;4082;p22"/>
            <p:cNvSpPr/>
            <p:nvPr/>
          </p:nvSpPr>
          <p:spPr>
            <a:xfrm>
              <a:off x="0" y="343440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1"/>
                  </a:moveTo>
                  <a:lnTo>
                    <a:pt x="1" y="23"/>
                  </a:lnTo>
                  <a:lnTo>
                    <a:pt x="108352" y="23"/>
                  </a:lnTo>
                  <a:lnTo>
                    <a:pt x="108352" y="1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442" name="Google Shape;4083;p22"/>
            <p:cNvSpPr/>
            <p:nvPr/>
          </p:nvSpPr>
          <p:spPr>
            <a:xfrm>
              <a:off x="0" y="322020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0"/>
                  </a:moveTo>
                  <a:lnTo>
                    <a:pt x="1" y="23"/>
                  </a:lnTo>
                  <a:lnTo>
                    <a:pt x="108352" y="23"/>
                  </a:lnTo>
                  <a:lnTo>
                    <a:pt x="108352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443" name="Google Shape;4084;p22"/>
            <p:cNvSpPr/>
            <p:nvPr/>
          </p:nvSpPr>
          <p:spPr>
            <a:xfrm>
              <a:off x="0" y="300780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1"/>
                  </a:moveTo>
                  <a:lnTo>
                    <a:pt x="1" y="24"/>
                  </a:lnTo>
                  <a:lnTo>
                    <a:pt x="108352" y="24"/>
                  </a:lnTo>
                  <a:lnTo>
                    <a:pt x="108352" y="1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444" name="Google Shape;4085;p22"/>
            <p:cNvSpPr/>
            <p:nvPr/>
          </p:nvSpPr>
          <p:spPr>
            <a:xfrm>
              <a:off x="0" y="279324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1"/>
                  </a:moveTo>
                  <a:lnTo>
                    <a:pt x="1" y="23"/>
                  </a:lnTo>
                  <a:lnTo>
                    <a:pt x="108352" y="23"/>
                  </a:lnTo>
                  <a:lnTo>
                    <a:pt x="108352" y="1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445" name="Google Shape;4086;p22"/>
            <p:cNvSpPr/>
            <p:nvPr/>
          </p:nvSpPr>
          <p:spPr>
            <a:xfrm>
              <a:off x="0" y="258120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3">
                  <a:moveTo>
                    <a:pt x="1" y="0"/>
                  </a:moveTo>
                  <a:lnTo>
                    <a:pt x="1" y="23"/>
                  </a:lnTo>
                  <a:lnTo>
                    <a:pt x="108352" y="23"/>
                  </a:lnTo>
                  <a:lnTo>
                    <a:pt x="108352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446" name="Google Shape;4087;p22"/>
            <p:cNvSpPr/>
            <p:nvPr/>
          </p:nvSpPr>
          <p:spPr>
            <a:xfrm>
              <a:off x="0" y="236664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1"/>
                  </a:moveTo>
                  <a:lnTo>
                    <a:pt x="1" y="24"/>
                  </a:lnTo>
                  <a:lnTo>
                    <a:pt x="108352" y="24"/>
                  </a:lnTo>
                  <a:lnTo>
                    <a:pt x="108352" y="1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447" name="Google Shape;4088;p22"/>
            <p:cNvSpPr/>
            <p:nvPr/>
          </p:nvSpPr>
          <p:spPr>
            <a:xfrm>
              <a:off x="0" y="215460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0"/>
                  </a:moveTo>
                  <a:lnTo>
                    <a:pt x="1" y="23"/>
                  </a:lnTo>
                  <a:lnTo>
                    <a:pt x="108352" y="23"/>
                  </a:lnTo>
                  <a:lnTo>
                    <a:pt x="108352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448" name="Google Shape;4089;p22"/>
            <p:cNvSpPr/>
            <p:nvPr/>
          </p:nvSpPr>
          <p:spPr>
            <a:xfrm>
              <a:off x="0" y="1940040"/>
              <a:ext cx="9142560" cy="324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3240"/>
                <a:gd name="textAreaBottom" fmla="*/ 4680 h 3240"/>
              </a:gdLst>
              <a:ahLst/>
              <a:cxnLst/>
              <a:rect l="textAreaLeft" t="textAreaTop" r="textAreaRight" b="textAreaBottom"/>
              <a:pathLst>
                <a:path w="108353" h="46">
                  <a:moveTo>
                    <a:pt x="1" y="0"/>
                  </a:moveTo>
                  <a:lnTo>
                    <a:pt x="1" y="46"/>
                  </a:lnTo>
                  <a:lnTo>
                    <a:pt x="108352" y="46"/>
                  </a:lnTo>
                  <a:lnTo>
                    <a:pt x="108352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160" rIns="90000" bIns="21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449" name="Google Shape;4090;p22"/>
            <p:cNvSpPr/>
            <p:nvPr/>
          </p:nvSpPr>
          <p:spPr>
            <a:xfrm>
              <a:off x="0" y="172800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1"/>
                  </a:moveTo>
                  <a:lnTo>
                    <a:pt x="1" y="24"/>
                  </a:lnTo>
                  <a:lnTo>
                    <a:pt x="108352" y="24"/>
                  </a:lnTo>
                  <a:lnTo>
                    <a:pt x="108352" y="1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450" name="Google Shape;4091;p22"/>
            <p:cNvSpPr/>
            <p:nvPr/>
          </p:nvSpPr>
          <p:spPr>
            <a:xfrm>
              <a:off x="0" y="1513440"/>
              <a:ext cx="9142560" cy="360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3600"/>
                <a:gd name="textAreaBottom" fmla="*/ 5040 h 3600"/>
              </a:gdLst>
              <a:ahLst/>
              <a:cxnLst/>
              <a:rect l="textAreaLeft" t="textAreaTop" r="textAreaRight" b="textAreaBottom"/>
              <a:pathLst>
                <a:path w="108353" h="47">
                  <a:moveTo>
                    <a:pt x="1" y="0"/>
                  </a:moveTo>
                  <a:lnTo>
                    <a:pt x="1" y="46"/>
                  </a:lnTo>
                  <a:lnTo>
                    <a:pt x="108352" y="46"/>
                  </a:lnTo>
                  <a:lnTo>
                    <a:pt x="108352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520" rIns="90000" bIns="25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451" name="Google Shape;4092;p22"/>
            <p:cNvSpPr/>
            <p:nvPr/>
          </p:nvSpPr>
          <p:spPr>
            <a:xfrm>
              <a:off x="0" y="87480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0"/>
                  </a:moveTo>
                  <a:lnTo>
                    <a:pt x="1" y="23"/>
                  </a:lnTo>
                  <a:lnTo>
                    <a:pt x="108352" y="23"/>
                  </a:lnTo>
                  <a:lnTo>
                    <a:pt x="108352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452" name="Google Shape;4093;p22"/>
            <p:cNvSpPr/>
            <p:nvPr/>
          </p:nvSpPr>
          <p:spPr>
            <a:xfrm>
              <a:off x="0" y="233640"/>
              <a:ext cx="9142560" cy="324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3240"/>
                <a:gd name="textAreaBottom" fmla="*/ 4680 h 3240"/>
              </a:gdLst>
              <a:ahLst/>
              <a:cxnLst/>
              <a:rect l="textAreaLeft" t="textAreaTop" r="textAreaRight" b="textAreaBottom"/>
              <a:pathLst>
                <a:path w="108353" h="46">
                  <a:moveTo>
                    <a:pt x="1" y="0"/>
                  </a:moveTo>
                  <a:lnTo>
                    <a:pt x="1" y="46"/>
                  </a:lnTo>
                  <a:lnTo>
                    <a:pt x="108352" y="46"/>
                  </a:lnTo>
                  <a:lnTo>
                    <a:pt x="108352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160" rIns="90000" bIns="21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453" name="Google Shape;4094;p22"/>
            <p:cNvSpPr/>
            <p:nvPr/>
          </p:nvSpPr>
          <p:spPr>
            <a:xfrm>
              <a:off x="0" y="44820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1"/>
                  </a:moveTo>
                  <a:lnTo>
                    <a:pt x="1" y="23"/>
                  </a:lnTo>
                  <a:lnTo>
                    <a:pt x="108352" y="23"/>
                  </a:lnTo>
                  <a:lnTo>
                    <a:pt x="108352" y="1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454" name="Google Shape;4095;p22"/>
            <p:cNvSpPr/>
            <p:nvPr/>
          </p:nvSpPr>
          <p:spPr>
            <a:xfrm>
              <a:off x="0" y="660240"/>
              <a:ext cx="9142560" cy="324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3240"/>
                <a:gd name="textAreaBottom" fmla="*/ 4680 h 3240"/>
              </a:gdLst>
              <a:ahLst/>
              <a:cxnLst/>
              <a:rect l="textAreaLeft" t="textAreaTop" r="textAreaRight" b="textAreaBottom"/>
              <a:pathLst>
                <a:path w="108353" h="46">
                  <a:moveTo>
                    <a:pt x="1" y="0"/>
                  </a:moveTo>
                  <a:lnTo>
                    <a:pt x="1" y="46"/>
                  </a:lnTo>
                  <a:lnTo>
                    <a:pt x="108352" y="46"/>
                  </a:lnTo>
                  <a:lnTo>
                    <a:pt x="108352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160" rIns="90000" bIns="21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455" name="Google Shape;4096;p22"/>
            <p:cNvSpPr/>
            <p:nvPr/>
          </p:nvSpPr>
          <p:spPr>
            <a:xfrm>
              <a:off x="0" y="1086840"/>
              <a:ext cx="9142560" cy="360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3600"/>
                <a:gd name="textAreaBottom" fmla="*/ 5040 h 3600"/>
              </a:gdLst>
              <a:ahLst/>
              <a:cxnLst/>
              <a:rect l="textAreaLeft" t="textAreaTop" r="textAreaRight" b="textAreaBottom"/>
              <a:pathLst>
                <a:path w="108353" h="47">
                  <a:moveTo>
                    <a:pt x="1" y="1"/>
                  </a:moveTo>
                  <a:lnTo>
                    <a:pt x="1" y="46"/>
                  </a:lnTo>
                  <a:lnTo>
                    <a:pt x="108352" y="46"/>
                  </a:lnTo>
                  <a:lnTo>
                    <a:pt x="108352" y="1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520" rIns="90000" bIns="25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456" name="Google Shape;4097;p22"/>
            <p:cNvSpPr/>
            <p:nvPr/>
          </p:nvSpPr>
          <p:spPr>
            <a:xfrm>
              <a:off x="0" y="130140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3">
                  <a:moveTo>
                    <a:pt x="1" y="0"/>
                  </a:moveTo>
                  <a:lnTo>
                    <a:pt x="1" y="23"/>
                  </a:lnTo>
                  <a:lnTo>
                    <a:pt x="108352" y="23"/>
                  </a:lnTo>
                  <a:lnTo>
                    <a:pt x="108352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457" name="Google Shape;4098;p22"/>
            <p:cNvSpPr/>
            <p:nvPr/>
          </p:nvSpPr>
          <p:spPr>
            <a:xfrm>
              <a:off x="0" y="2160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1"/>
                  </a:moveTo>
                  <a:lnTo>
                    <a:pt x="1" y="24"/>
                  </a:lnTo>
                  <a:lnTo>
                    <a:pt x="108352" y="24"/>
                  </a:lnTo>
                  <a:lnTo>
                    <a:pt x="108352" y="1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</p:grpSp>
      <p:grpSp>
        <p:nvGrpSpPr>
          <p:cNvPr id="1458" name="Google Shape;4099;p22"/>
          <p:cNvGrpSpPr/>
          <p:nvPr/>
        </p:nvGrpSpPr>
        <p:grpSpPr>
          <a:xfrm>
            <a:off x="-588240" y="-405720"/>
            <a:ext cx="9833400" cy="6878880"/>
            <a:chOff x="-588240" y="-405720"/>
            <a:chExt cx="9833400" cy="6878880"/>
          </a:xfrm>
        </p:grpSpPr>
        <p:sp>
          <p:nvSpPr>
            <p:cNvPr id="1459" name="Google Shape;4100;p22"/>
            <p:cNvSpPr/>
            <p:nvPr/>
          </p:nvSpPr>
          <p:spPr>
            <a:xfrm rot="10800000">
              <a:off x="746280" y="-405720"/>
              <a:ext cx="8498880" cy="6878880"/>
            </a:xfrm>
            <a:custGeom>
              <a:avLst/>
              <a:gdLst>
                <a:gd name="textAreaLeft" fmla="*/ 0 w 8498880"/>
                <a:gd name="textAreaRight" fmla="*/ 8500320 w 8498880"/>
                <a:gd name="textAreaTop" fmla="*/ 0 h 6878880"/>
                <a:gd name="textAreaBottom" fmla="*/ 6880320 h 6878880"/>
              </a:gdLst>
              <a:ahLst/>
              <a:cxnLst/>
              <a:rect l="textAreaLeft" t="textAreaTop" r="textAreaRight" b="textAreaBottom"/>
              <a:pathLst>
                <a:path w="62382" h="50491">
                  <a:moveTo>
                    <a:pt x="23853" y="1"/>
                  </a:moveTo>
                  <a:lnTo>
                    <a:pt x="14471" y="16960"/>
                  </a:lnTo>
                  <a:lnTo>
                    <a:pt x="14449" y="16983"/>
                  </a:lnTo>
                  <a:lnTo>
                    <a:pt x="19516" y="30541"/>
                  </a:lnTo>
                  <a:lnTo>
                    <a:pt x="0" y="49943"/>
                  </a:lnTo>
                  <a:lnTo>
                    <a:pt x="21022" y="50490"/>
                  </a:lnTo>
                  <a:lnTo>
                    <a:pt x="32458" y="43529"/>
                  </a:lnTo>
                  <a:lnTo>
                    <a:pt x="45263" y="47318"/>
                  </a:lnTo>
                  <a:lnTo>
                    <a:pt x="45286" y="47318"/>
                  </a:lnTo>
                  <a:lnTo>
                    <a:pt x="62382" y="32573"/>
                  </a:lnTo>
                  <a:lnTo>
                    <a:pt x="62313" y="32481"/>
                  </a:lnTo>
                  <a:lnTo>
                    <a:pt x="45263" y="47204"/>
                  </a:lnTo>
                  <a:lnTo>
                    <a:pt x="32458" y="43415"/>
                  </a:lnTo>
                  <a:lnTo>
                    <a:pt x="32435" y="43392"/>
                  </a:lnTo>
                  <a:lnTo>
                    <a:pt x="21000" y="50376"/>
                  </a:lnTo>
                  <a:lnTo>
                    <a:pt x="274" y="49828"/>
                  </a:lnTo>
                  <a:lnTo>
                    <a:pt x="19630" y="30610"/>
                  </a:lnTo>
                  <a:lnTo>
                    <a:pt x="19653" y="30564"/>
                  </a:lnTo>
                  <a:lnTo>
                    <a:pt x="14586" y="16983"/>
                  </a:lnTo>
                  <a:lnTo>
                    <a:pt x="23944" y="69"/>
                  </a:lnTo>
                  <a:lnTo>
                    <a:pt x="23853" y="1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32156"/>
                  </a:srgbClr>
                </a:gs>
                <a:gs pos="100000">
                  <a:srgbClr val="3EE7F0">
                    <a:alpha val="17254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460" name="Google Shape;4101;p22"/>
            <p:cNvSpPr/>
            <p:nvPr/>
          </p:nvSpPr>
          <p:spPr>
            <a:xfrm rot="10800000">
              <a:off x="2198520" y="39240"/>
              <a:ext cx="3049920" cy="3385800"/>
            </a:xfrm>
            <a:custGeom>
              <a:avLst/>
              <a:gdLst>
                <a:gd name="textAreaLeft" fmla="*/ 0 w 3049920"/>
                <a:gd name="textAreaRight" fmla="*/ 3051360 w 3049920"/>
                <a:gd name="textAreaTop" fmla="*/ 0 h 3385800"/>
                <a:gd name="textAreaBottom" fmla="*/ 3387240 h 3385800"/>
              </a:gdLst>
              <a:ahLst/>
              <a:cxnLst/>
              <a:rect l="textAreaLeft" t="textAreaTop" r="textAreaRight" b="textAreaBottom"/>
              <a:pathLst>
                <a:path w="22393" h="24858">
                  <a:moveTo>
                    <a:pt x="14495" y="1"/>
                  </a:moveTo>
                  <a:lnTo>
                    <a:pt x="15773" y="24538"/>
                  </a:lnTo>
                  <a:lnTo>
                    <a:pt x="15773" y="24538"/>
                  </a:lnTo>
                  <a:lnTo>
                    <a:pt x="1" y="7122"/>
                  </a:lnTo>
                  <a:lnTo>
                    <a:pt x="3059" y="21114"/>
                  </a:lnTo>
                  <a:lnTo>
                    <a:pt x="3173" y="21068"/>
                  </a:lnTo>
                  <a:lnTo>
                    <a:pt x="206" y="7533"/>
                  </a:lnTo>
                  <a:lnTo>
                    <a:pt x="15796" y="24743"/>
                  </a:lnTo>
                  <a:lnTo>
                    <a:pt x="15910" y="24857"/>
                  </a:lnTo>
                  <a:lnTo>
                    <a:pt x="15910" y="24857"/>
                  </a:lnTo>
                  <a:lnTo>
                    <a:pt x="14655" y="685"/>
                  </a:lnTo>
                  <a:lnTo>
                    <a:pt x="14655" y="685"/>
                  </a:lnTo>
                  <a:lnTo>
                    <a:pt x="22301" y="19402"/>
                  </a:lnTo>
                  <a:lnTo>
                    <a:pt x="22392" y="19357"/>
                  </a:lnTo>
                  <a:lnTo>
                    <a:pt x="14495" y="1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32156"/>
                  </a:srgbClr>
                </a:gs>
                <a:gs pos="100000">
                  <a:srgbClr val="3EE7F0">
                    <a:alpha val="17254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461" name="Google Shape;4102;p22"/>
            <p:cNvSpPr/>
            <p:nvPr/>
          </p:nvSpPr>
          <p:spPr>
            <a:xfrm rot="10800000">
              <a:off x="-588240" y="266400"/>
              <a:ext cx="3049920" cy="3385800"/>
            </a:xfrm>
            <a:custGeom>
              <a:avLst/>
              <a:gdLst>
                <a:gd name="textAreaLeft" fmla="*/ 0 w 3049920"/>
                <a:gd name="textAreaRight" fmla="*/ 3051360 w 3049920"/>
                <a:gd name="textAreaTop" fmla="*/ 0 h 3385800"/>
                <a:gd name="textAreaBottom" fmla="*/ 3387240 h 3385800"/>
              </a:gdLst>
              <a:ahLst/>
              <a:cxnLst/>
              <a:rect l="textAreaLeft" t="textAreaTop" r="textAreaRight" b="textAreaBottom"/>
              <a:pathLst>
                <a:path w="22392" h="24858">
                  <a:moveTo>
                    <a:pt x="14494" y="0"/>
                  </a:moveTo>
                  <a:lnTo>
                    <a:pt x="15750" y="24538"/>
                  </a:lnTo>
                  <a:lnTo>
                    <a:pt x="137" y="7282"/>
                  </a:lnTo>
                  <a:lnTo>
                    <a:pt x="0" y="7122"/>
                  </a:lnTo>
                  <a:lnTo>
                    <a:pt x="0" y="7122"/>
                  </a:lnTo>
                  <a:lnTo>
                    <a:pt x="3036" y="21114"/>
                  </a:lnTo>
                  <a:lnTo>
                    <a:pt x="3150" y="21068"/>
                  </a:lnTo>
                  <a:lnTo>
                    <a:pt x="206" y="7533"/>
                  </a:lnTo>
                  <a:lnTo>
                    <a:pt x="15773" y="24743"/>
                  </a:lnTo>
                  <a:lnTo>
                    <a:pt x="15887" y="24857"/>
                  </a:lnTo>
                  <a:lnTo>
                    <a:pt x="14631" y="685"/>
                  </a:lnTo>
                  <a:lnTo>
                    <a:pt x="22278" y="19402"/>
                  </a:lnTo>
                  <a:lnTo>
                    <a:pt x="22392" y="19356"/>
                  </a:lnTo>
                  <a:lnTo>
                    <a:pt x="14494" y="0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32156"/>
                  </a:srgbClr>
                </a:gs>
                <a:gs pos="100000">
                  <a:srgbClr val="3EE7F0">
                    <a:alpha val="17254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462" name="Google Shape;4103;p22"/>
            <p:cNvSpPr/>
            <p:nvPr/>
          </p:nvSpPr>
          <p:spPr>
            <a:xfrm rot="10800000">
              <a:off x="4590360" y="-387000"/>
              <a:ext cx="4421520" cy="4421520"/>
            </a:xfrm>
            <a:custGeom>
              <a:avLst/>
              <a:gdLst>
                <a:gd name="textAreaLeft" fmla="*/ 0 w 4421520"/>
                <a:gd name="textAreaRight" fmla="*/ 4422960 w 4421520"/>
                <a:gd name="textAreaTop" fmla="*/ 0 h 4421520"/>
                <a:gd name="textAreaBottom" fmla="*/ 4422960 h 4421520"/>
              </a:gdLst>
              <a:ahLst/>
              <a:cxnLst/>
              <a:rect l="textAreaLeft" t="textAreaTop" r="textAreaRight" b="textAreaBottom"/>
              <a:pathLst>
                <a:path w="32458" h="32459">
                  <a:moveTo>
                    <a:pt x="32161" y="412"/>
                  </a:moveTo>
                  <a:lnTo>
                    <a:pt x="19242" y="32093"/>
                  </a:lnTo>
                  <a:lnTo>
                    <a:pt x="17941" y="12692"/>
                  </a:lnTo>
                  <a:lnTo>
                    <a:pt x="32161" y="412"/>
                  </a:lnTo>
                  <a:close/>
                  <a:moveTo>
                    <a:pt x="206" y="6301"/>
                  </a:moveTo>
                  <a:lnTo>
                    <a:pt x="17827" y="12715"/>
                  </a:lnTo>
                  <a:lnTo>
                    <a:pt x="19128" y="32230"/>
                  </a:lnTo>
                  <a:lnTo>
                    <a:pt x="6483" y="23990"/>
                  </a:lnTo>
                  <a:lnTo>
                    <a:pt x="206" y="6301"/>
                  </a:lnTo>
                  <a:close/>
                  <a:moveTo>
                    <a:pt x="32458" y="1"/>
                  </a:moveTo>
                  <a:lnTo>
                    <a:pt x="17872" y="12600"/>
                  </a:lnTo>
                  <a:lnTo>
                    <a:pt x="0" y="6095"/>
                  </a:lnTo>
                  <a:lnTo>
                    <a:pt x="6368" y="24059"/>
                  </a:lnTo>
                  <a:lnTo>
                    <a:pt x="6368" y="24082"/>
                  </a:lnTo>
                  <a:lnTo>
                    <a:pt x="19265" y="32458"/>
                  </a:lnTo>
                  <a:lnTo>
                    <a:pt x="19265" y="32367"/>
                  </a:lnTo>
                  <a:lnTo>
                    <a:pt x="32458" y="1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32156"/>
                  </a:srgbClr>
                </a:gs>
                <a:gs pos="100000">
                  <a:srgbClr val="3EE7F0">
                    <a:alpha val="17254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463" name="Google Shape;4104;p22"/>
            <p:cNvSpPr/>
            <p:nvPr/>
          </p:nvSpPr>
          <p:spPr>
            <a:xfrm rot="10800000">
              <a:off x="3231000" y="2421720"/>
              <a:ext cx="2004840" cy="347040"/>
            </a:xfrm>
            <a:custGeom>
              <a:avLst/>
              <a:gdLst>
                <a:gd name="textAreaLeft" fmla="*/ 0 w 2004840"/>
                <a:gd name="textAreaRight" fmla="*/ 2006280 w 2004840"/>
                <a:gd name="textAreaTop" fmla="*/ 0 h 347040"/>
                <a:gd name="textAreaBottom" fmla="*/ 348480 h 347040"/>
              </a:gdLst>
              <a:ahLst/>
              <a:cxnLst/>
              <a:rect l="textAreaLeft" t="textAreaTop" r="textAreaRight" b="textAreaBottom"/>
              <a:pathLst>
                <a:path w="14723" h="2558">
                  <a:moveTo>
                    <a:pt x="14722" y="1"/>
                  </a:moveTo>
                  <a:lnTo>
                    <a:pt x="0" y="2443"/>
                  </a:lnTo>
                  <a:lnTo>
                    <a:pt x="23" y="2557"/>
                  </a:lnTo>
                  <a:lnTo>
                    <a:pt x="14722" y="115"/>
                  </a:lnTo>
                  <a:lnTo>
                    <a:pt x="14722" y="1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32156"/>
                  </a:srgbClr>
                </a:gs>
                <a:gs pos="100000">
                  <a:srgbClr val="3EE7F0">
                    <a:alpha val="17254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grpSp>
        <p:nvGrpSpPr>
          <p:cNvPr id="1464" name="Google Shape;4105;p22"/>
          <p:cNvGrpSpPr/>
          <p:nvPr/>
        </p:nvGrpSpPr>
        <p:grpSpPr>
          <a:xfrm>
            <a:off x="-589680" y="-297000"/>
            <a:ext cx="1389600" cy="1389960"/>
            <a:chOff x="-589680" y="-297000"/>
            <a:chExt cx="1389600" cy="1389960"/>
          </a:xfrm>
        </p:grpSpPr>
        <p:sp>
          <p:nvSpPr>
            <p:cNvPr id="1465" name="Google Shape;4106;p22"/>
            <p:cNvSpPr/>
            <p:nvPr/>
          </p:nvSpPr>
          <p:spPr>
            <a:xfrm>
              <a:off x="-385920" y="74520"/>
              <a:ext cx="881640" cy="814320"/>
            </a:xfrm>
            <a:custGeom>
              <a:avLst/>
              <a:gdLst>
                <a:gd name="textAreaLeft" fmla="*/ 0 w 881640"/>
                <a:gd name="textAreaRight" fmla="*/ 883080 w 881640"/>
                <a:gd name="textAreaTop" fmla="*/ 0 h 814320"/>
                <a:gd name="textAreaBottom" fmla="*/ 815760 h 814320"/>
              </a:gdLst>
              <a:ahLst/>
              <a:cxnLst/>
              <a:rect l="textAreaLeft" t="textAreaTop" r="textAreaRight" b="textAreaBottom"/>
              <a:pathLst>
                <a:path w="17416" h="16093">
                  <a:moveTo>
                    <a:pt x="0" y="6392"/>
                  </a:moveTo>
                  <a:cubicBezTo>
                    <a:pt x="0" y="4041"/>
                    <a:pt x="845" y="1758"/>
                    <a:pt x="2397" y="1"/>
                  </a:cubicBezTo>
                  <a:lnTo>
                    <a:pt x="3424" y="914"/>
                  </a:lnTo>
                  <a:cubicBezTo>
                    <a:pt x="2100" y="2420"/>
                    <a:pt x="1370" y="4360"/>
                    <a:pt x="1370" y="6392"/>
                  </a:cubicBezTo>
                  <a:cubicBezTo>
                    <a:pt x="1370" y="10980"/>
                    <a:pt x="5113" y="14723"/>
                    <a:pt x="9701" y="14723"/>
                  </a:cubicBezTo>
                  <a:cubicBezTo>
                    <a:pt x="12326" y="14723"/>
                    <a:pt x="14722" y="13513"/>
                    <a:pt x="16320" y="11436"/>
                  </a:cubicBezTo>
                  <a:lnTo>
                    <a:pt x="17416" y="12281"/>
                  </a:lnTo>
                  <a:cubicBezTo>
                    <a:pt x="15567" y="14700"/>
                    <a:pt x="12759" y="16093"/>
                    <a:pt x="9701" y="16093"/>
                  </a:cubicBezTo>
                  <a:cubicBezTo>
                    <a:pt x="4360" y="16093"/>
                    <a:pt x="0" y="11733"/>
                    <a:pt x="0" y="6392"/>
                  </a:cubicBezTo>
                </a:path>
              </a:pathLst>
            </a:custGeom>
            <a:gradFill rotWithShape="0">
              <a:gsLst>
                <a:gs pos="0">
                  <a:srgbClr val="FFFFFF">
                    <a:alpha val="50196"/>
                  </a:srgbClr>
                </a:gs>
                <a:gs pos="100000">
                  <a:srgbClr val="00031B">
                    <a:alpha val="16078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466" name="Google Shape;4107;p22"/>
            <p:cNvSpPr/>
            <p:nvPr/>
          </p:nvSpPr>
          <p:spPr>
            <a:xfrm>
              <a:off x="-272520" y="-93240"/>
              <a:ext cx="868680" cy="807480"/>
            </a:xfrm>
            <a:custGeom>
              <a:avLst/>
              <a:gdLst>
                <a:gd name="textAreaLeft" fmla="*/ 0 w 868680"/>
                <a:gd name="textAreaRight" fmla="*/ 870120 w 868680"/>
                <a:gd name="textAreaTop" fmla="*/ 0 h 807480"/>
                <a:gd name="textAreaBottom" fmla="*/ 808920 h 807480"/>
              </a:gdLst>
              <a:ahLst/>
              <a:cxnLst/>
              <a:rect l="textAreaLeft" t="textAreaTop" r="textAreaRight" b="textAreaBottom"/>
              <a:pathLst>
                <a:path w="17166" h="15955">
                  <a:moveTo>
                    <a:pt x="161" y="3310"/>
                  </a:moveTo>
                  <a:cubicBezTo>
                    <a:pt x="47" y="3447"/>
                    <a:pt x="1" y="3606"/>
                    <a:pt x="1" y="3766"/>
                  </a:cubicBezTo>
                  <a:lnTo>
                    <a:pt x="1" y="3766"/>
                  </a:lnTo>
                  <a:cubicBezTo>
                    <a:pt x="1" y="3949"/>
                    <a:pt x="69" y="4131"/>
                    <a:pt x="229" y="4268"/>
                  </a:cubicBezTo>
                  <a:lnTo>
                    <a:pt x="229" y="4268"/>
                  </a:lnTo>
                  <a:cubicBezTo>
                    <a:pt x="503" y="4519"/>
                    <a:pt x="960" y="4497"/>
                    <a:pt x="1188" y="4223"/>
                  </a:cubicBezTo>
                  <a:lnTo>
                    <a:pt x="1188" y="4223"/>
                  </a:lnTo>
                  <a:cubicBezTo>
                    <a:pt x="2786" y="2397"/>
                    <a:pt x="5068" y="1370"/>
                    <a:pt x="7465" y="1370"/>
                  </a:cubicBezTo>
                  <a:lnTo>
                    <a:pt x="7465" y="1370"/>
                  </a:lnTo>
                  <a:cubicBezTo>
                    <a:pt x="12053" y="1370"/>
                    <a:pt x="15796" y="5113"/>
                    <a:pt x="15796" y="9701"/>
                  </a:cubicBezTo>
                  <a:lnTo>
                    <a:pt x="15796" y="9701"/>
                  </a:lnTo>
                  <a:cubicBezTo>
                    <a:pt x="15796" y="11550"/>
                    <a:pt x="15203" y="13284"/>
                    <a:pt x="14084" y="14745"/>
                  </a:cubicBezTo>
                  <a:lnTo>
                    <a:pt x="14084" y="14745"/>
                  </a:lnTo>
                  <a:cubicBezTo>
                    <a:pt x="13856" y="15065"/>
                    <a:pt x="13902" y="15498"/>
                    <a:pt x="14221" y="15727"/>
                  </a:cubicBezTo>
                  <a:lnTo>
                    <a:pt x="14221" y="15727"/>
                  </a:lnTo>
                  <a:cubicBezTo>
                    <a:pt x="14518" y="15955"/>
                    <a:pt x="14952" y="15886"/>
                    <a:pt x="15180" y="15590"/>
                  </a:cubicBezTo>
                  <a:lnTo>
                    <a:pt x="15180" y="15590"/>
                  </a:lnTo>
                  <a:cubicBezTo>
                    <a:pt x="16481" y="13878"/>
                    <a:pt x="17166" y="11846"/>
                    <a:pt x="17166" y="9701"/>
                  </a:cubicBezTo>
                  <a:lnTo>
                    <a:pt x="17166" y="9701"/>
                  </a:lnTo>
                  <a:cubicBezTo>
                    <a:pt x="17166" y="4337"/>
                    <a:pt x="12806" y="0"/>
                    <a:pt x="7465" y="0"/>
                  </a:cubicBezTo>
                  <a:lnTo>
                    <a:pt x="7465" y="0"/>
                  </a:lnTo>
                  <a:cubicBezTo>
                    <a:pt x="4657" y="0"/>
                    <a:pt x="2010" y="1210"/>
                    <a:pt x="161" y="3310"/>
                  </a:cubicBezTo>
                  <a:close/>
                </a:path>
              </a:pathLst>
            </a:custGeom>
            <a:gradFill rotWithShape="0">
              <a:gsLst>
                <a:gs pos="0">
                  <a:srgbClr val="002AB1"/>
                </a:gs>
                <a:gs pos="100000">
                  <a:srgbClr val="00E0FF"/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467" name="Google Shape;4108;p22"/>
            <p:cNvSpPr/>
            <p:nvPr/>
          </p:nvSpPr>
          <p:spPr>
            <a:xfrm>
              <a:off x="-218160" y="74520"/>
              <a:ext cx="646560" cy="587520"/>
            </a:xfrm>
            <a:custGeom>
              <a:avLst/>
              <a:gdLst>
                <a:gd name="textAreaLeft" fmla="*/ 0 w 646560"/>
                <a:gd name="textAreaRight" fmla="*/ 648000 w 646560"/>
                <a:gd name="textAreaTop" fmla="*/ 0 h 587520"/>
                <a:gd name="textAreaBottom" fmla="*/ 588960 h 587520"/>
              </a:gdLst>
              <a:ahLst/>
              <a:cxnLst/>
              <a:rect l="textAreaLeft" t="textAreaTop" r="textAreaRight" b="textAreaBottom"/>
              <a:pathLst>
                <a:path w="12783" h="11619">
                  <a:moveTo>
                    <a:pt x="1" y="6392"/>
                  </a:moveTo>
                  <a:cubicBezTo>
                    <a:pt x="1" y="2854"/>
                    <a:pt x="2877" y="1"/>
                    <a:pt x="6392" y="1"/>
                  </a:cubicBezTo>
                  <a:cubicBezTo>
                    <a:pt x="9907" y="1"/>
                    <a:pt x="12783" y="2854"/>
                    <a:pt x="12783" y="6392"/>
                  </a:cubicBezTo>
                  <a:cubicBezTo>
                    <a:pt x="12783" y="8378"/>
                    <a:pt x="11870" y="10226"/>
                    <a:pt x="10295" y="11459"/>
                  </a:cubicBezTo>
                  <a:lnTo>
                    <a:pt x="9450" y="10363"/>
                  </a:lnTo>
                  <a:cubicBezTo>
                    <a:pt x="10706" y="9405"/>
                    <a:pt x="11413" y="7967"/>
                    <a:pt x="11413" y="6392"/>
                  </a:cubicBezTo>
                  <a:cubicBezTo>
                    <a:pt x="11413" y="3630"/>
                    <a:pt x="9154" y="1370"/>
                    <a:pt x="6392" y="1370"/>
                  </a:cubicBezTo>
                  <a:cubicBezTo>
                    <a:pt x="3630" y="1370"/>
                    <a:pt x="1370" y="3630"/>
                    <a:pt x="1370" y="6392"/>
                  </a:cubicBezTo>
                  <a:cubicBezTo>
                    <a:pt x="1370" y="8012"/>
                    <a:pt x="2169" y="9542"/>
                    <a:pt x="3516" y="10500"/>
                  </a:cubicBezTo>
                  <a:lnTo>
                    <a:pt x="2717" y="11619"/>
                  </a:lnTo>
                  <a:cubicBezTo>
                    <a:pt x="1005" y="10432"/>
                    <a:pt x="1" y="8469"/>
                    <a:pt x="1" y="6392"/>
                  </a:cubicBezTo>
                </a:path>
              </a:pathLst>
            </a:custGeom>
            <a:gradFill rotWithShape="0">
              <a:gsLst>
                <a:gs pos="0">
                  <a:srgbClr val="FFFFFF">
                    <a:alpha val="50196"/>
                  </a:srgbClr>
                </a:gs>
                <a:gs pos="100000">
                  <a:srgbClr val="00031B">
                    <a:alpha val="16078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468" name="Google Shape;4109;p22"/>
            <p:cNvSpPr/>
            <p:nvPr/>
          </p:nvSpPr>
          <p:spPr>
            <a:xfrm>
              <a:off x="-95760" y="592920"/>
              <a:ext cx="416520" cy="128160"/>
            </a:xfrm>
            <a:custGeom>
              <a:avLst/>
              <a:gdLst>
                <a:gd name="textAreaLeft" fmla="*/ 0 w 416520"/>
                <a:gd name="textAreaRight" fmla="*/ 417960 w 416520"/>
                <a:gd name="textAreaTop" fmla="*/ 0 h 128160"/>
                <a:gd name="textAreaBottom" fmla="*/ 129600 h 128160"/>
              </a:gdLst>
              <a:ahLst/>
              <a:cxnLst/>
              <a:rect l="textAreaLeft" t="textAreaTop" r="textAreaRight" b="textAreaBottom"/>
              <a:pathLst>
                <a:path w="8241" h="2557">
                  <a:moveTo>
                    <a:pt x="7030" y="137"/>
                  </a:moveTo>
                  <a:cubicBezTo>
                    <a:pt x="6140" y="822"/>
                    <a:pt x="5090" y="1187"/>
                    <a:pt x="3972" y="1187"/>
                  </a:cubicBezTo>
                  <a:lnTo>
                    <a:pt x="3972" y="1187"/>
                  </a:lnTo>
                  <a:cubicBezTo>
                    <a:pt x="2922" y="1187"/>
                    <a:pt x="1940" y="868"/>
                    <a:pt x="1096" y="274"/>
                  </a:cubicBezTo>
                  <a:lnTo>
                    <a:pt x="1096" y="274"/>
                  </a:lnTo>
                  <a:cubicBezTo>
                    <a:pt x="776" y="46"/>
                    <a:pt x="343" y="115"/>
                    <a:pt x="137" y="434"/>
                  </a:cubicBezTo>
                  <a:lnTo>
                    <a:pt x="137" y="434"/>
                  </a:lnTo>
                  <a:cubicBezTo>
                    <a:pt x="46" y="548"/>
                    <a:pt x="0" y="685"/>
                    <a:pt x="0" y="822"/>
                  </a:cubicBezTo>
                  <a:lnTo>
                    <a:pt x="0" y="822"/>
                  </a:lnTo>
                  <a:cubicBezTo>
                    <a:pt x="0" y="1050"/>
                    <a:pt x="92" y="1256"/>
                    <a:pt x="297" y="1393"/>
                  </a:cubicBezTo>
                  <a:lnTo>
                    <a:pt x="297" y="1393"/>
                  </a:lnTo>
                  <a:cubicBezTo>
                    <a:pt x="1370" y="2146"/>
                    <a:pt x="2648" y="2557"/>
                    <a:pt x="3972" y="2557"/>
                  </a:cubicBezTo>
                  <a:lnTo>
                    <a:pt x="3972" y="2557"/>
                  </a:lnTo>
                  <a:cubicBezTo>
                    <a:pt x="5387" y="2557"/>
                    <a:pt x="6757" y="2100"/>
                    <a:pt x="7875" y="1233"/>
                  </a:cubicBezTo>
                  <a:lnTo>
                    <a:pt x="7875" y="1233"/>
                  </a:lnTo>
                  <a:cubicBezTo>
                    <a:pt x="8172" y="1005"/>
                    <a:pt x="8240" y="571"/>
                    <a:pt x="7989" y="274"/>
                  </a:cubicBezTo>
                  <a:lnTo>
                    <a:pt x="7989" y="274"/>
                  </a:lnTo>
                  <a:cubicBezTo>
                    <a:pt x="7852" y="92"/>
                    <a:pt x="7647" y="0"/>
                    <a:pt x="7441" y="0"/>
                  </a:cubicBezTo>
                  <a:lnTo>
                    <a:pt x="7441" y="0"/>
                  </a:lnTo>
                  <a:cubicBezTo>
                    <a:pt x="7304" y="0"/>
                    <a:pt x="7167" y="46"/>
                    <a:pt x="7030" y="137"/>
                  </a:cubicBezTo>
                </a:path>
              </a:pathLst>
            </a:custGeom>
            <a:gradFill rotWithShape="0">
              <a:gsLst>
                <a:gs pos="0">
                  <a:srgbClr val="002AB1"/>
                </a:gs>
                <a:gs pos="100000">
                  <a:srgbClr val="00E0FF"/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64800" rIns="90000" bIns="648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469" name="Google Shape;4110;p22"/>
            <p:cNvSpPr/>
            <p:nvPr/>
          </p:nvSpPr>
          <p:spPr>
            <a:xfrm>
              <a:off x="-589680" y="-297000"/>
              <a:ext cx="1117440" cy="1278360"/>
            </a:xfrm>
            <a:custGeom>
              <a:avLst/>
              <a:gdLst>
                <a:gd name="textAreaLeft" fmla="*/ 0 w 1117440"/>
                <a:gd name="textAreaRight" fmla="*/ 1118880 w 1117440"/>
                <a:gd name="textAreaTop" fmla="*/ 0 h 1278360"/>
                <a:gd name="textAreaBottom" fmla="*/ 1279800 h 1278360"/>
              </a:gdLst>
              <a:ahLst/>
              <a:cxnLst/>
              <a:rect l="textAreaLeft" t="textAreaTop" r="textAreaRight" b="textAreaBottom"/>
              <a:pathLst>
                <a:path w="22073" h="25246">
                  <a:moveTo>
                    <a:pt x="1" y="13719"/>
                  </a:moveTo>
                  <a:cubicBezTo>
                    <a:pt x="1" y="6141"/>
                    <a:pt x="6141" y="1"/>
                    <a:pt x="13719" y="1"/>
                  </a:cubicBezTo>
                  <a:cubicBezTo>
                    <a:pt x="16755" y="1"/>
                    <a:pt x="19653" y="959"/>
                    <a:pt x="22073" y="2808"/>
                  </a:cubicBezTo>
                  <a:lnTo>
                    <a:pt x="21228" y="3904"/>
                  </a:lnTo>
                  <a:cubicBezTo>
                    <a:pt x="19060" y="2238"/>
                    <a:pt x="16458" y="1370"/>
                    <a:pt x="13719" y="1370"/>
                  </a:cubicBezTo>
                  <a:cubicBezTo>
                    <a:pt x="6917" y="1370"/>
                    <a:pt x="1370" y="6917"/>
                    <a:pt x="1370" y="13719"/>
                  </a:cubicBezTo>
                  <a:cubicBezTo>
                    <a:pt x="1370" y="17919"/>
                    <a:pt x="3493" y="21799"/>
                    <a:pt x="7008" y="24081"/>
                  </a:cubicBezTo>
                  <a:lnTo>
                    <a:pt x="6278" y="25246"/>
                  </a:lnTo>
                  <a:cubicBezTo>
                    <a:pt x="2329" y="22712"/>
                    <a:pt x="1" y="18398"/>
                    <a:pt x="1" y="13719"/>
                  </a:cubicBezTo>
                </a:path>
              </a:pathLst>
            </a:custGeom>
            <a:gradFill rotWithShape="0">
              <a:gsLst>
                <a:gs pos="0">
                  <a:srgbClr val="FFFFFF">
                    <a:alpha val="50196"/>
                  </a:srgbClr>
                </a:gs>
                <a:gs pos="100000">
                  <a:srgbClr val="00031B">
                    <a:alpha val="16078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470" name="Google Shape;4111;p22"/>
            <p:cNvSpPr/>
            <p:nvPr/>
          </p:nvSpPr>
          <p:spPr>
            <a:xfrm>
              <a:off x="-287640" y="-161280"/>
              <a:ext cx="1087560" cy="1254240"/>
            </a:xfrm>
            <a:custGeom>
              <a:avLst/>
              <a:gdLst>
                <a:gd name="textAreaLeft" fmla="*/ 0 w 1087560"/>
                <a:gd name="textAreaRight" fmla="*/ 1089000 w 1087560"/>
                <a:gd name="textAreaTop" fmla="*/ 0 h 1254240"/>
                <a:gd name="textAreaBottom" fmla="*/ 1255680 h 1254240"/>
              </a:gdLst>
              <a:ahLst/>
              <a:cxnLst/>
              <a:rect l="textAreaLeft" t="textAreaTop" r="textAreaRight" b="textAreaBottom"/>
              <a:pathLst>
                <a:path w="21479" h="24766">
                  <a:moveTo>
                    <a:pt x="15133" y="274"/>
                  </a:moveTo>
                  <a:cubicBezTo>
                    <a:pt x="14905" y="571"/>
                    <a:pt x="14974" y="1005"/>
                    <a:pt x="15270" y="1233"/>
                  </a:cubicBezTo>
                  <a:lnTo>
                    <a:pt x="15270" y="1233"/>
                  </a:lnTo>
                  <a:cubicBezTo>
                    <a:pt x="18352" y="3607"/>
                    <a:pt x="20109" y="7167"/>
                    <a:pt x="20109" y="11048"/>
                  </a:cubicBezTo>
                  <a:lnTo>
                    <a:pt x="20109" y="11048"/>
                  </a:lnTo>
                  <a:cubicBezTo>
                    <a:pt x="20109" y="17850"/>
                    <a:pt x="14563" y="23396"/>
                    <a:pt x="7761" y="23396"/>
                  </a:cubicBezTo>
                  <a:lnTo>
                    <a:pt x="7761" y="23396"/>
                  </a:lnTo>
                  <a:cubicBezTo>
                    <a:pt x="5364" y="23396"/>
                    <a:pt x="3059" y="22711"/>
                    <a:pt x="1050" y="21410"/>
                  </a:cubicBezTo>
                  <a:lnTo>
                    <a:pt x="1050" y="21410"/>
                  </a:lnTo>
                  <a:cubicBezTo>
                    <a:pt x="731" y="21205"/>
                    <a:pt x="320" y="21296"/>
                    <a:pt x="114" y="21616"/>
                  </a:cubicBezTo>
                  <a:lnTo>
                    <a:pt x="114" y="21616"/>
                  </a:lnTo>
                  <a:cubicBezTo>
                    <a:pt x="23" y="21730"/>
                    <a:pt x="0" y="21867"/>
                    <a:pt x="0" y="22004"/>
                  </a:cubicBezTo>
                  <a:lnTo>
                    <a:pt x="0" y="22004"/>
                  </a:lnTo>
                  <a:cubicBezTo>
                    <a:pt x="0" y="22232"/>
                    <a:pt x="114" y="22438"/>
                    <a:pt x="320" y="22575"/>
                  </a:cubicBezTo>
                  <a:lnTo>
                    <a:pt x="320" y="22575"/>
                  </a:lnTo>
                  <a:cubicBezTo>
                    <a:pt x="2534" y="24013"/>
                    <a:pt x="5113" y="24766"/>
                    <a:pt x="7761" y="24766"/>
                  </a:cubicBezTo>
                  <a:lnTo>
                    <a:pt x="7761" y="24766"/>
                  </a:lnTo>
                  <a:cubicBezTo>
                    <a:pt x="15339" y="24766"/>
                    <a:pt x="21479" y="18603"/>
                    <a:pt x="21479" y="11048"/>
                  </a:cubicBezTo>
                  <a:lnTo>
                    <a:pt x="21479" y="11048"/>
                  </a:lnTo>
                  <a:cubicBezTo>
                    <a:pt x="21479" y="6734"/>
                    <a:pt x="19516" y="2762"/>
                    <a:pt x="16115" y="137"/>
                  </a:cubicBezTo>
                  <a:lnTo>
                    <a:pt x="16115" y="137"/>
                  </a:lnTo>
                  <a:cubicBezTo>
                    <a:pt x="15978" y="46"/>
                    <a:pt x="15841" y="0"/>
                    <a:pt x="15681" y="0"/>
                  </a:cubicBezTo>
                  <a:lnTo>
                    <a:pt x="15681" y="0"/>
                  </a:lnTo>
                  <a:cubicBezTo>
                    <a:pt x="15476" y="0"/>
                    <a:pt x="15270" y="92"/>
                    <a:pt x="15133" y="27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2AB1"/>
                </a:gs>
                <a:gs pos="100000">
                  <a:srgbClr val="00E0FF"/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grpSp>
        <p:nvGrpSpPr>
          <p:cNvPr id="1471" name="Google Shape;4112;p22"/>
          <p:cNvGrpSpPr/>
          <p:nvPr/>
        </p:nvGrpSpPr>
        <p:grpSpPr>
          <a:xfrm>
            <a:off x="7168320" y="3005640"/>
            <a:ext cx="3458160" cy="3195360"/>
            <a:chOff x="7168320" y="3005640"/>
            <a:chExt cx="3458160" cy="3195360"/>
          </a:xfrm>
        </p:grpSpPr>
        <p:sp>
          <p:nvSpPr>
            <p:cNvPr id="1472" name="Google Shape;4113;p22"/>
            <p:cNvSpPr/>
            <p:nvPr/>
          </p:nvSpPr>
          <p:spPr>
            <a:xfrm>
              <a:off x="8136000" y="3005640"/>
              <a:ext cx="2490480" cy="2594520"/>
            </a:xfrm>
            <a:custGeom>
              <a:avLst/>
              <a:gdLst>
                <a:gd name="textAreaLeft" fmla="*/ 0 w 2490480"/>
                <a:gd name="textAreaRight" fmla="*/ 2491920 w 2490480"/>
                <a:gd name="textAreaTop" fmla="*/ 0 h 2594520"/>
                <a:gd name="textAreaBottom" fmla="*/ 2595960 h 2594520"/>
              </a:gdLst>
              <a:ahLst/>
              <a:cxnLst/>
              <a:rect l="textAreaLeft" t="textAreaTop" r="textAreaRight" b="textAreaBottom"/>
              <a:pathLst>
                <a:path w="41566" h="43301">
                  <a:moveTo>
                    <a:pt x="1" y="41497"/>
                  </a:moveTo>
                  <a:lnTo>
                    <a:pt x="252" y="43300"/>
                  </a:lnTo>
                  <a:lnTo>
                    <a:pt x="41566" y="1804"/>
                  </a:lnTo>
                  <a:lnTo>
                    <a:pt x="41315" y="1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71372"/>
                  </a:srgbClr>
                </a:gs>
                <a:gs pos="100000">
                  <a:srgbClr val="00E0FF">
                    <a:alpha val="69019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473" name="Google Shape;4114;p22"/>
            <p:cNvSpPr/>
            <p:nvPr/>
          </p:nvSpPr>
          <p:spPr>
            <a:xfrm>
              <a:off x="7550280" y="4036320"/>
              <a:ext cx="1877400" cy="1956600"/>
            </a:xfrm>
            <a:custGeom>
              <a:avLst/>
              <a:gdLst>
                <a:gd name="textAreaLeft" fmla="*/ 0 w 1877400"/>
                <a:gd name="textAreaRight" fmla="*/ 1878840 w 1877400"/>
                <a:gd name="textAreaTop" fmla="*/ 0 h 1956600"/>
                <a:gd name="textAreaBottom" fmla="*/ 1958040 h 1956600"/>
              </a:gdLst>
              <a:ahLst/>
              <a:cxnLst/>
              <a:rect l="textAreaLeft" t="textAreaTop" r="textAreaRight" b="textAreaBottom"/>
              <a:pathLst>
                <a:path w="31340" h="32663">
                  <a:moveTo>
                    <a:pt x="31157" y="0"/>
                  </a:moveTo>
                  <a:lnTo>
                    <a:pt x="1" y="31293"/>
                  </a:lnTo>
                  <a:lnTo>
                    <a:pt x="183" y="32663"/>
                  </a:lnTo>
                  <a:lnTo>
                    <a:pt x="31340" y="1370"/>
                  </a:lnTo>
                  <a:lnTo>
                    <a:pt x="31157" y="0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71372"/>
                  </a:srgbClr>
                </a:gs>
                <a:gs pos="100000">
                  <a:srgbClr val="00E0FF">
                    <a:alpha val="69019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474" name="Google Shape;4115;p22"/>
            <p:cNvSpPr/>
            <p:nvPr/>
          </p:nvSpPr>
          <p:spPr>
            <a:xfrm>
              <a:off x="8629920" y="3466800"/>
              <a:ext cx="1877400" cy="1955520"/>
            </a:xfrm>
            <a:custGeom>
              <a:avLst/>
              <a:gdLst>
                <a:gd name="textAreaLeft" fmla="*/ 0 w 1877400"/>
                <a:gd name="textAreaRight" fmla="*/ 1878840 w 1877400"/>
                <a:gd name="textAreaTop" fmla="*/ 0 h 1955520"/>
                <a:gd name="textAreaBottom" fmla="*/ 1956960 h 1955520"/>
              </a:gdLst>
              <a:ahLst/>
              <a:cxnLst/>
              <a:rect l="textAreaLeft" t="textAreaTop" r="textAreaRight" b="textAreaBottom"/>
              <a:pathLst>
                <a:path w="31340" h="32641">
                  <a:moveTo>
                    <a:pt x="31157" y="1"/>
                  </a:moveTo>
                  <a:lnTo>
                    <a:pt x="1" y="31294"/>
                  </a:lnTo>
                  <a:lnTo>
                    <a:pt x="183" y="32641"/>
                  </a:lnTo>
                  <a:lnTo>
                    <a:pt x="31340" y="1370"/>
                  </a:lnTo>
                  <a:lnTo>
                    <a:pt x="31157" y="1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71372"/>
                  </a:srgbClr>
                </a:gs>
                <a:gs pos="100000">
                  <a:srgbClr val="00E0FF">
                    <a:alpha val="69019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475" name="Google Shape;4116;p22"/>
            <p:cNvSpPr/>
            <p:nvPr/>
          </p:nvSpPr>
          <p:spPr>
            <a:xfrm>
              <a:off x="8083800" y="3852720"/>
              <a:ext cx="1877400" cy="1955520"/>
            </a:xfrm>
            <a:custGeom>
              <a:avLst/>
              <a:gdLst>
                <a:gd name="textAreaLeft" fmla="*/ 0 w 1877400"/>
                <a:gd name="textAreaRight" fmla="*/ 1878840 w 1877400"/>
                <a:gd name="textAreaTop" fmla="*/ 0 h 1955520"/>
                <a:gd name="textAreaBottom" fmla="*/ 1956960 h 1955520"/>
              </a:gdLst>
              <a:ahLst/>
              <a:cxnLst/>
              <a:rect l="textAreaLeft" t="textAreaTop" r="textAreaRight" b="textAreaBottom"/>
              <a:pathLst>
                <a:path w="31340" h="32641">
                  <a:moveTo>
                    <a:pt x="31157" y="0"/>
                  </a:moveTo>
                  <a:lnTo>
                    <a:pt x="0" y="31294"/>
                  </a:lnTo>
                  <a:lnTo>
                    <a:pt x="183" y="32641"/>
                  </a:lnTo>
                  <a:lnTo>
                    <a:pt x="31340" y="1347"/>
                  </a:lnTo>
                  <a:lnTo>
                    <a:pt x="31157" y="0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71372"/>
                  </a:srgbClr>
                </a:gs>
                <a:gs pos="100000">
                  <a:srgbClr val="00E0FF">
                    <a:alpha val="69019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476" name="Google Shape;4117;p22"/>
            <p:cNvSpPr/>
            <p:nvPr/>
          </p:nvSpPr>
          <p:spPr>
            <a:xfrm>
              <a:off x="7168320" y="3607920"/>
              <a:ext cx="2489040" cy="2593080"/>
            </a:xfrm>
            <a:custGeom>
              <a:avLst/>
              <a:gdLst>
                <a:gd name="textAreaLeft" fmla="*/ 0 w 2489040"/>
                <a:gd name="textAreaRight" fmla="*/ 2490480 w 2489040"/>
                <a:gd name="textAreaTop" fmla="*/ 0 h 2593080"/>
                <a:gd name="textAreaBottom" fmla="*/ 2594520 h 2593080"/>
              </a:gdLst>
              <a:ahLst/>
              <a:cxnLst/>
              <a:rect l="textAreaLeft" t="textAreaTop" r="textAreaRight" b="textAreaBottom"/>
              <a:pathLst>
                <a:path w="41543" h="43278">
                  <a:moveTo>
                    <a:pt x="41314" y="1"/>
                  </a:moveTo>
                  <a:lnTo>
                    <a:pt x="0" y="41474"/>
                  </a:lnTo>
                  <a:lnTo>
                    <a:pt x="229" y="43277"/>
                  </a:lnTo>
                  <a:lnTo>
                    <a:pt x="41542" y="1804"/>
                  </a:lnTo>
                  <a:lnTo>
                    <a:pt x="41314" y="1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71372"/>
                  </a:srgbClr>
                </a:gs>
                <a:gs pos="100000">
                  <a:srgbClr val="00E0FF">
                    <a:alpha val="69019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477" name="Google Shape;4118;p22"/>
            <p:cNvSpPr/>
            <p:nvPr/>
          </p:nvSpPr>
          <p:spPr>
            <a:xfrm>
              <a:off x="8820000" y="3491640"/>
              <a:ext cx="1284840" cy="1379160"/>
            </a:xfrm>
            <a:custGeom>
              <a:avLst/>
              <a:gdLst>
                <a:gd name="textAreaLeft" fmla="*/ 0 w 1284840"/>
                <a:gd name="textAreaRight" fmla="*/ 1286280 w 1284840"/>
                <a:gd name="textAreaTop" fmla="*/ 0 h 1379160"/>
                <a:gd name="textAreaBottom" fmla="*/ 1380600 h 1379160"/>
              </a:gdLst>
              <a:ahLst/>
              <a:cxnLst/>
              <a:rect l="textAreaLeft" t="textAreaTop" r="textAreaRight" b="textAreaBottom"/>
              <a:pathLst>
                <a:path w="21457" h="23032">
                  <a:moveTo>
                    <a:pt x="21411" y="1"/>
                  </a:moveTo>
                  <a:lnTo>
                    <a:pt x="0" y="21434"/>
                  </a:lnTo>
                  <a:lnTo>
                    <a:pt x="23" y="23031"/>
                  </a:lnTo>
                  <a:lnTo>
                    <a:pt x="21456" y="1598"/>
                  </a:lnTo>
                  <a:lnTo>
                    <a:pt x="21411" y="1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71372"/>
                  </a:srgbClr>
                </a:gs>
                <a:gs pos="100000">
                  <a:srgbClr val="00E0FF">
                    <a:alpha val="69019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grpSp>
        <p:nvGrpSpPr>
          <p:cNvPr id="1478" name="Google Shape;4119;p22"/>
          <p:cNvGrpSpPr/>
          <p:nvPr/>
        </p:nvGrpSpPr>
        <p:grpSpPr>
          <a:xfrm>
            <a:off x="189000" y="4741920"/>
            <a:ext cx="1046880" cy="243720"/>
            <a:chOff x="189000" y="4741920"/>
            <a:chExt cx="1046880" cy="243720"/>
          </a:xfrm>
        </p:grpSpPr>
        <p:sp>
          <p:nvSpPr>
            <p:cNvPr id="1479" name="Google Shape;4120;p22"/>
            <p:cNvSpPr/>
            <p:nvPr/>
          </p:nvSpPr>
          <p:spPr>
            <a:xfrm>
              <a:off x="189000" y="4741920"/>
              <a:ext cx="212400" cy="243720"/>
            </a:xfrm>
            <a:custGeom>
              <a:avLst/>
              <a:gdLst>
                <a:gd name="textAreaLeft" fmla="*/ 0 w 212400"/>
                <a:gd name="textAreaRight" fmla="*/ 213840 w 212400"/>
                <a:gd name="textAreaTop" fmla="*/ 0 h 243720"/>
                <a:gd name="textAreaBottom" fmla="*/ 245160 h 243720"/>
              </a:gdLst>
              <a:ahLst/>
              <a:cxnLst/>
              <a:rect l="textAreaLeft" t="textAreaTop" r="textAreaRight" b="textAreaBottom"/>
              <a:pathLst>
                <a:path w="2649" h="3037">
                  <a:moveTo>
                    <a:pt x="2649" y="1"/>
                  </a:moveTo>
                  <a:lnTo>
                    <a:pt x="1" y="1530"/>
                  </a:lnTo>
                  <a:lnTo>
                    <a:pt x="2649" y="3036"/>
                  </a:lnTo>
                  <a:lnTo>
                    <a:pt x="2649" y="1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52156"/>
                  </a:srgbClr>
                </a:gs>
                <a:gs pos="100000">
                  <a:srgbClr val="3EE7F0">
                    <a:alpha val="50196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480" name="Google Shape;4121;p22"/>
            <p:cNvSpPr/>
            <p:nvPr/>
          </p:nvSpPr>
          <p:spPr>
            <a:xfrm>
              <a:off x="605160" y="4741920"/>
              <a:ext cx="212400" cy="243720"/>
            </a:xfrm>
            <a:custGeom>
              <a:avLst/>
              <a:gdLst>
                <a:gd name="textAreaLeft" fmla="*/ 0 w 212400"/>
                <a:gd name="textAreaRight" fmla="*/ 213840 w 212400"/>
                <a:gd name="textAreaTop" fmla="*/ 0 h 243720"/>
                <a:gd name="textAreaBottom" fmla="*/ 245160 h 243720"/>
              </a:gdLst>
              <a:ahLst/>
              <a:cxnLst/>
              <a:rect l="textAreaLeft" t="textAreaTop" r="textAreaRight" b="textAreaBottom"/>
              <a:pathLst>
                <a:path w="2649" h="3037">
                  <a:moveTo>
                    <a:pt x="2648" y="1"/>
                  </a:moveTo>
                  <a:lnTo>
                    <a:pt x="0" y="1530"/>
                  </a:lnTo>
                  <a:lnTo>
                    <a:pt x="2648" y="3036"/>
                  </a:lnTo>
                  <a:lnTo>
                    <a:pt x="2648" y="1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52156"/>
                  </a:srgbClr>
                </a:gs>
                <a:gs pos="100000">
                  <a:srgbClr val="3EE7F0">
                    <a:alpha val="50196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481" name="Google Shape;4122;p22"/>
            <p:cNvSpPr/>
            <p:nvPr/>
          </p:nvSpPr>
          <p:spPr>
            <a:xfrm>
              <a:off x="1023480" y="4741920"/>
              <a:ext cx="212400" cy="243720"/>
            </a:xfrm>
            <a:custGeom>
              <a:avLst/>
              <a:gdLst>
                <a:gd name="textAreaLeft" fmla="*/ 0 w 212400"/>
                <a:gd name="textAreaRight" fmla="*/ 213840 w 212400"/>
                <a:gd name="textAreaTop" fmla="*/ 0 h 243720"/>
                <a:gd name="textAreaBottom" fmla="*/ 245160 h 243720"/>
              </a:gdLst>
              <a:ahLst/>
              <a:cxnLst/>
              <a:rect l="textAreaLeft" t="textAreaTop" r="textAreaRight" b="textAreaBottom"/>
              <a:pathLst>
                <a:path w="2649" h="3037">
                  <a:moveTo>
                    <a:pt x="2648" y="1"/>
                  </a:moveTo>
                  <a:lnTo>
                    <a:pt x="1" y="1530"/>
                  </a:lnTo>
                  <a:lnTo>
                    <a:pt x="2648" y="3036"/>
                  </a:lnTo>
                  <a:lnTo>
                    <a:pt x="2648" y="1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52156"/>
                  </a:srgbClr>
                </a:gs>
                <a:gs pos="100000">
                  <a:srgbClr val="3EE7F0">
                    <a:alpha val="50196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1482" name="Google Shape;4123;p22"/>
          <p:cNvSpPr/>
          <p:nvPr/>
        </p:nvSpPr>
        <p:spPr>
          <a:xfrm rot="6594600">
            <a:off x="8535960" y="-272880"/>
            <a:ext cx="1755360" cy="1452240"/>
          </a:xfrm>
          <a:custGeom>
            <a:avLst/>
            <a:gdLst>
              <a:gd name="textAreaLeft" fmla="*/ 0 w 1755360"/>
              <a:gd name="textAreaRight" fmla="*/ 1756800 w 1755360"/>
              <a:gd name="textAreaTop" fmla="*/ 0 h 1452240"/>
              <a:gd name="textAreaBottom" fmla="*/ 1453680 h 1452240"/>
            </a:gdLst>
            <a:ahLst/>
            <a:cxnLst/>
            <a:rect l="textAreaLeft" t="textAreaTop" r="textAreaRight" b="textAreaBottom"/>
            <a:pathLst>
              <a:path w="18376" h="15203">
                <a:moveTo>
                  <a:pt x="18375" y="0"/>
                </a:moveTo>
                <a:lnTo>
                  <a:pt x="1" y="11596"/>
                </a:lnTo>
                <a:lnTo>
                  <a:pt x="15910" y="15202"/>
                </a:lnTo>
                <a:lnTo>
                  <a:pt x="18375" y="0"/>
                </a:lnTo>
                <a:close/>
              </a:path>
            </a:pathLst>
          </a:custGeom>
          <a:gradFill rotWithShape="0">
            <a:gsLst>
              <a:gs pos="0">
                <a:srgbClr val="002AB1">
                  <a:alpha val="71372"/>
                </a:srgbClr>
              </a:gs>
              <a:gs pos="100000">
                <a:srgbClr val="00E0FF">
                  <a:alpha val="69019"/>
                </a:srgbClr>
              </a:gs>
            </a:gsLst>
            <a:lin ang="17394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GB" sz="14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83" name="Google Shape;4124;p22"/>
          <p:cNvSpPr/>
          <p:nvPr/>
        </p:nvSpPr>
        <p:spPr>
          <a:xfrm rot="669000">
            <a:off x="-838800" y="2162520"/>
            <a:ext cx="1227600" cy="1015200"/>
          </a:xfrm>
          <a:custGeom>
            <a:avLst/>
            <a:gdLst>
              <a:gd name="textAreaLeft" fmla="*/ 0 w 1227600"/>
              <a:gd name="textAreaRight" fmla="*/ 1229040 w 1227600"/>
              <a:gd name="textAreaTop" fmla="*/ 0 h 1015200"/>
              <a:gd name="textAreaBottom" fmla="*/ 1016640 h 1015200"/>
            </a:gdLst>
            <a:ahLst/>
            <a:cxnLst/>
            <a:rect l="textAreaLeft" t="textAreaTop" r="textAreaRight" b="textAreaBottom"/>
            <a:pathLst>
              <a:path w="18376" h="15203">
                <a:moveTo>
                  <a:pt x="18375" y="0"/>
                </a:moveTo>
                <a:lnTo>
                  <a:pt x="1" y="11596"/>
                </a:lnTo>
                <a:lnTo>
                  <a:pt x="15910" y="15202"/>
                </a:lnTo>
                <a:lnTo>
                  <a:pt x="18375" y="0"/>
                </a:lnTo>
                <a:close/>
              </a:path>
            </a:pathLst>
          </a:custGeom>
          <a:gradFill rotWithShape="0">
            <a:gsLst>
              <a:gs pos="0">
                <a:srgbClr val="002AB1">
                  <a:alpha val="71372"/>
                </a:srgbClr>
              </a:gs>
              <a:gs pos="100000">
                <a:srgbClr val="00E0FF">
                  <a:alpha val="69019"/>
                </a:srgbClr>
              </a:gs>
            </a:gsLst>
            <a:lin ang="11466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GB" sz="14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8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GB" sz="4400" b="0" strike="noStrike" spc="-1">
                <a:solidFill>
                  <a:srgbClr val="FFFFFF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48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3200" b="0" strike="noStrike" spc="-1">
                <a:solidFill>
                  <a:srgbClr val="FFFFFF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GB" sz="2800" b="0" strike="noStrike" spc="-1">
                <a:solidFill>
                  <a:srgbClr val="FFFFFF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2400" b="0" strike="noStrike" spc="-1">
                <a:solidFill>
                  <a:srgbClr val="FFFFFF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GB" sz="2000" b="0" strike="noStrike" spc="-1">
                <a:solidFill>
                  <a:srgbClr val="FFFFFF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solidFill>
                  <a:srgbClr val="FFFFFF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solidFill>
                  <a:srgbClr val="FFFFFF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solidFill>
                  <a:srgbClr val="FFFFFF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2AB1"/>
            </a:gs>
            <a:gs pos="100000">
              <a:srgbClr val="00031B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8" name="Google Shape;973;p6"/>
          <p:cNvGrpSpPr/>
          <p:nvPr/>
        </p:nvGrpSpPr>
        <p:grpSpPr>
          <a:xfrm>
            <a:off x="0" y="0"/>
            <a:ext cx="9142560" cy="5142240"/>
            <a:chOff x="0" y="0"/>
            <a:chExt cx="9142560" cy="5142240"/>
          </a:xfrm>
        </p:grpSpPr>
        <p:sp>
          <p:nvSpPr>
            <p:cNvPr id="1639" name="Google Shape;974;p6"/>
            <p:cNvSpPr/>
            <p:nvPr/>
          </p:nvSpPr>
          <p:spPr>
            <a:xfrm>
              <a:off x="9104760" y="0"/>
              <a:ext cx="3240" cy="5139720"/>
            </a:xfrm>
            <a:custGeom>
              <a:avLst/>
              <a:gdLst>
                <a:gd name="textAreaLeft" fmla="*/ 0 w 3240"/>
                <a:gd name="textAreaRight" fmla="*/ 4680 w 324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46" h="49235">
                  <a:moveTo>
                    <a:pt x="0" y="0"/>
                  </a:moveTo>
                  <a:lnTo>
                    <a:pt x="0" y="49235"/>
                  </a:lnTo>
                  <a:lnTo>
                    <a:pt x="46" y="4923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640" name="Google Shape;975;p6"/>
            <p:cNvSpPr/>
            <p:nvPr/>
          </p:nvSpPr>
          <p:spPr>
            <a:xfrm>
              <a:off x="8775720" y="0"/>
              <a:ext cx="3240" cy="5139720"/>
            </a:xfrm>
            <a:custGeom>
              <a:avLst/>
              <a:gdLst>
                <a:gd name="textAreaLeft" fmla="*/ 0 w 3240"/>
                <a:gd name="textAreaRight" fmla="*/ 4680 w 324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46" h="49235">
                  <a:moveTo>
                    <a:pt x="0" y="0"/>
                  </a:moveTo>
                  <a:lnTo>
                    <a:pt x="0" y="49235"/>
                  </a:lnTo>
                  <a:lnTo>
                    <a:pt x="46" y="4923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641" name="Google Shape;976;p6"/>
            <p:cNvSpPr/>
            <p:nvPr/>
          </p:nvSpPr>
          <p:spPr>
            <a:xfrm>
              <a:off x="844920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0" y="0"/>
                  </a:moveTo>
                  <a:lnTo>
                    <a:pt x="0" y="49235"/>
                  </a:lnTo>
                  <a:lnTo>
                    <a:pt x="23" y="4923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642" name="Google Shape;977;p6"/>
            <p:cNvSpPr/>
            <p:nvPr/>
          </p:nvSpPr>
          <p:spPr>
            <a:xfrm>
              <a:off x="812052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0" y="0"/>
                  </a:moveTo>
                  <a:lnTo>
                    <a:pt x="0" y="49235"/>
                  </a:lnTo>
                  <a:lnTo>
                    <a:pt x="23" y="4923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643" name="Google Shape;978;p6"/>
            <p:cNvSpPr/>
            <p:nvPr/>
          </p:nvSpPr>
          <p:spPr>
            <a:xfrm>
              <a:off x="779148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0" y="0"/>
                  </a:moveTo>
                  <a:lnTo>
                    <a:pt x="0" y="49235"/>
                  </a:lnTo>
                  <a:lnTo>
                    <a:pt x="23" y="4923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644" name="Google Shape;979;p6"/>
            <p:cNvSpPr/>
            <p:nvPr/>
          </p:nvSpPr>
          <p:spPr>
            <a:xfrm>
              <a:off x="746244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1" y="0"/>
                  </a:moveTo>
                  <a:lnTo>
                    <a:pt x="1" y="49235"/>
                  </a:lnTo>
                  <a:lnTo>
                    <a:pt x="23" y="4923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645" name="Google Shape;980;p6"/>
            <p:cNvSpPr/>
            <p:nvPr/>
          </p:nvSpPr>
          <p:spPr>
            <a:xfrm>
              <a:off x="7133760" y="0"/>
              <a:ext cx="3600" cy="5139720"/>
            </a:xfrm>
            <a:custGeom>
              <a:avLst/>
              <a:gdLst>
                <a:gd name="textAreaLeft" fmla="*/ 0 w 3600"/>
                <a:gd name="textAreaRight" fmla="*/ 5040 w 360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47" h="49235">
                  <a:moveTo>
                    <a:pt x="1" y="0"/>
                  </a:moveTo>
                  <a:lnTo>
                    <a:pt x="1" y="49235"/>
                  </a:lnTo>
                  <a:lnTo>
                    <a:pt x="46" y="4923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646" name="Google Shape;981;p6"/>
            <p:cNvSpPr/>
            <p:nvPr/>
          </p:nvSpPr>
          <p:spPr>
            <a:xfrm>
              <a:off x="6804720" y="0"/>
              <a:ext cx="3600" cy="5139720"/>
            </a:xfrm>
            <a:custGeom>
              <a:avLst/>
              <a:gdLst>
                <a:gd name="textAreaLeft" fmla="*/ 0 w 3600"/>
                <a:gd name="textAreaRight" fmla="*/ 5040 w 360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47" h="49235">
                  <a:moveTo>
                    <a:pt x="1" y="0"/>
                  </a:moveTo>
                  <a:lnTo>
                    <a:pt x="1" y="49235"/>
                  </a:lnTo>
                  <a:lnTo>
                    <a:pt x="46" y="4923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647" name="Google Shape;982;p6"/>
            <p:cNvSpPr/>
            <p:nvPr/>
          </p:nvSpPr>
          <p:spPr>
            <a:xfrm>
              <a:off x="647820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1" y="0"/>
                  </a:moveTo>
                  <a:lnTo>
                    <a:pt x="1" y="49235"/>
                  </a:lnTo>
                  <a:lnTo>
                    <a:pt x="24" y="49235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648" name="Google Shape;983;p6"/>
            <p:cNvSpPr/>
            <p:nvPr/>
          </p:nvSpPr>
          <p:spPr>
            <a:xfrm>
              <a:off x="614916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1" y="0"/>
                  </a:moveTo>
                  <a:lnTo>
                    <a:pt x="1" y="49235"/>
                  </a:lnTo>
                  <a:lnTo>
                    <a:pt x="24" y="49235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649" name="Google Shape;984;p6"/>
            <p:cNvSpPr/>
            <p:nvPr/>
          </p:nvSpPr>
          <p:spPr>
            <a:xfrm>
              <a:off x="582048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1" y="0"/>
                  </a:moveTo>
                  <a:lnTo>
                    <a:pt x="1" y="49235"/>
                  </a:lnTo>
                  <a:lnTo>
                    <a:pt x="24" y="49235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650" name="Google Shape;985;p6"/>
            <p:cNvSpPr/>
            <p:nvPr/>
          </p:nvSpPr>
          <p:spPr>
            <a:xfrm>
              <a:off x="549144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3" h="49235">
                  <a:moveTo>
                    <a:pt x="0" y="0"/>
                  </a:moveTo>
                  <a:lnTo>
                    <a:pt x="0" y="49235"/>
                  </a:lnTo>
                  <a:lnTo>
                    <a:pt x="23" y="4923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651" name="Google Shape;986;p6"/>
            <p:cNvSpPr/>
            <p:nvPr/>
          </p:nvSpPr>
          <p:spPr>
            <a:xfrm>
              <a:off x="516276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3" h="49235">
                  <a:moveTo>
                    <a:pt x="0" y="0"/>
                  </a:moveTo>
                  <a:lnTo>
                    <a:pt x="0" y="49235"/>
                  </a:lnTo>
                  <a:lnTo>
                    <a:pt x="23" y="4923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652" name="Google Shape;987;p6"/>
            <p:cNvSpPr/>
            <p:nvPr/>
          </p:nvSpPr>
          <p:spPr>
            <a:xfrm>
              <a:off x="4833720" y="0"/>
              <a:ext cx="3240" cy="5139720"/>
            </a:xfrm>
            <a:custGeom>
              <a:avLst/>
              <a:gdLst>
                <a:gd name="textAreaLeft" fmla="*/ 0 w 3240"/>
                <a:gd name="textAreaRight" fmla="*/ 4680 w 324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46" h="49235">
                  <a:moveTo>
                    <a:pt x="0" y="0"/>
                  </a:moveTo>
                  <a:lnTo>
                    <a:pt x="0" y="49235"/>
                  </a:lnTo>
                  <a:lnTo>
                    <a:pt x="46" y="4923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653" name="Google Shape;988;p6"/>
            <p:cNvSpPr/>
            <p:nvPr/>
          </p:nvSpPr>
          <p:spPr>
            <a:xfrm>
              <a:off x="4504680" y="0"/>
              <a:ext cx="3600" cy="5139720"/>
            </a:xfrm>
            <a:custGeom>
              <a:avLst/>
              <a:gdLst>
                <a:gd name="textAreaLeft" fmla="*/ 0 w 3600"/>
                <a:gd name="textAreaRight" fmla="*/ 5040 w 360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47" h="49235">
                  <a:moveTo>
                    <a:pt x="0" y="0"/>
                  </a:moveTo>
                  <a:lnTo>
                    <a:pt x="0" y="49235"/>
                  </a:lnTo>
                  <a:lnTo>
                    <a:pt x="46" y="4923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654" name="Google Shape;989;p6"/>
            <p:cNvSpPr/>
            <p:nvPr/>
          </p:nvSpPr>
          <p:spPr>
            <a:xfrm>
              <a:off x="417816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0" y="0"/>
                  </a:moveTo>
                  <a:lnTo>
                    <a:pt x="0" y="49235"/>
                  </a:lnTo>
                  <a:lnTo>
                    <a:pt x="23" y="4923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655" name="Google Shape;990;p6"/>
            <p:cNvSpPr/>
            <p:nvPr/>
          </p:nvSpPr>
          <p:spPr>
            <a:xfrm>
              <a:off x="319140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1" y="0"/>
                  </a:moveTo>
                  <a:lnTo>
                    <a:pt x="1" y="49235"/>
                  </a:lnTo>
                  <a:lnTo>
                    <a:pt x="23" y="4923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656" name="Google Shape;991;p6"/>
            <p:cNvSpPr/>
            <p:nvPr/>
          </p:nvSpPr>
          <p:spPr>
            <a:xfrm>
              <a:off x="2533680" y="0"/>
              <a:ext cx="3600" cy="5139720"/>
            </a:xfrm>
            <a:custGeom>
              <a:avLst/>
              <a:gdLst>
                <a:gd name="textAreaLeft" fmla="*/ 0 w 3600"/>
                <a:gd name="textAreaRight" fmla="*/ 5040 w 360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47" h="49235">
                  <a:moveTo>
                    <a:pt x="1" y="0"/>
                  </a:moveTo>
                  <a:lnTo>
                    <a:pt x="1" y="49235"/>
                  </a:lnTo>
                  <a:lnTo>
                    <a:pt x="46" y="4923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657" name="Google Shape;992;p6"/>
            <p:cNvSpPr/>
            <p:nvPr/>
          </p:nvSpPr>
          <p:spPr>
            <a:xfrm>
              <a:off x="187812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1" y="0"/>
                  </a:moveTo>
                  <a:lnTo>
                    <a:pt x="1" y="49235"/>
                  </a:lnTo>
                  <a:lnTo>
                    <a:pt x="24" y="49235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658" name="Google Shape;993;p6"/>
            <p:cNvSpPr/>
            <p:nvPr/>
          </p:nvSpPr>
          <p:spPr>
            <a:xfrm>
              <a:off x="220716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1" y="0"/>
                  </a:moveTo>
                  <a:lnTo>
                    <a:pt x="1" y="49235"/>
                  </a:lnTo>
                  <a:lnTo>
                    <a:pt x="24" y="49235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659" name="Google Shape;994;p6"/>
            <p:cNvSpPr/>
            <p:nvPr/>
          </p:nvSpPr>
          <p:spPr>
            <a:xfrm>
              <a:off x="2862360" y="0"/>
              <a:ext cx="3600" cy="5139720"/>
            </a:xfrm>
            <a:custGeom>
              <a:avLst/>
              <a:gdLst>
                <a:gd name="textAreaLeft" fmla="*/ 0 w 3600"/>
                <a:gd name="textAreaRight" fmla="*/ 5040 w 360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47" h="49235">
                  <a:moveTo>
                    <a:pt x="1" y="0"/>
                  </a:moveTo>
                  <a:lnTo>
                    <a:pt x="1" y="49235"/>
                  </a:lnTo>
                  <a:lnTo>
                    <a:pt x="46" y="4923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660" name="Google Shape;995;p6"/>
            <p:cNvSpPr/>
            <p:nvPr/>
          </p:nvSpPr>
          <p:spPr>
            <a:xfrm>
              <a:off x="352044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1" y="0"/>
                  </a:moveTo>
                  <a:lnTo>
                    <a:pt x="1" y="49235"/>
                  </a:lnTo>
                  <a:lnTo>
                    <a:pt x="23" y="4923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661" name="Google Shape;996;p6"/>
            <p:cNvSpPr/>
            <p:nvPr/>
          </p:nvSpPr>
          <p:spPr>
            <a:xfrm>
              <a:off x="384948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0" y="0"/>
                  </a:moveTo>
                  <a:lnTo>
                    <a:pt x="0" y="49235"/>
                  </a:lnTo>
                  <a:lnTo>
                    <a:pt x="23" y="4923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662" name="Google Shape;997;p6"/>
            <p:cNvSpPr/>
            <p:nvPr/>
          </p:nvSpPr>
          <p:spPr>
            <a:xfrm>
              <a:off x="154908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1" y="0"/>
                  </a:moveTo>
                  <a:lnTo>
                    <a:pt x="1" y="49235"/>
                  </a:lnTo>
                  <a:lnTo>
                    <a:pt x="24" y="49235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663" name="Google Shape;998;p6"/>
            <p:cNvSpPr/>
            <p:nvPr/>
          </p:nvSpPr>
          <p:spPr>
            <a:xfrm>
              <a:off x="122040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3" h="49235">
                  <a:moveTo>
                    <a:pt x="0" y="0"/>
                  </a:moveTo>
                  <a:lnTo>
                    <a:pt x="0" y="49235"/>
                  </a:lnTo>
                  <a:lnTo>
                    <a:pt x="23" y="4923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664" name="Google Shape;999;p6"/>
            <p:cNvSpPr/>
            <p:nvPr/>
          </p:nvSpPr>
          <p:spPr>
            <a:xfrm>
              <a:off x="891360" y="0"/>
              <a:ext cx="3240" cy="5139720"/>
            </a:xfrm>
            <a:custGeom>
              <a:avLst/>
              <a:gdLst>
                <a:gd name="textAreaLeft" fmla="*/ 0 w 3240"/>
                <a:gd name="textAreaRight" fmla="*/ 4680 w 324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46" h="49235">
                  <a:moveTo>
                    <a:pt x="0" y="0"/>
                  </a:moveTo>
                  <a:lnTo>
                    <a:pt x="0" y="49235"/>
                  </a:lnTo>
                  <a:lnTo>
                    <a:pt x="46" y="4923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665" name="Google Shape;1000;p6"/>
            <p:cNvSpPr/>
            <p:nvPr/>
          </p:nvSpPr>
          <p:spPr>
            <a:xfrm>
              <a:off x="562680" y="0"/>
              <a:ext cx="3240" cy="5139720"/>
            </a:xfrm>
            <a:custGeom>
              <a:avLst/>
              <a:gdLst>
                <a:gd name="textAreaLeft" fmla="*/ 0 w 3240"/>
                <a:gd name="textAreaRight" fmla="*/ 4680 w 324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46" h="49235">
                  <a:moveTo>
                    <a:pt x="0" y="0"/>
                  </a:moveTo>
                  <a:lnTo>
                    <a:pt x="0" y="49235"/>
                  </a:lnTo>
                  <a:lnTo>
                    <a:pt x="46" y="4923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666" name="Google Shape;1001;p6"/>
            <p:cNvSpPr/>
            <p:nvPr/>
          </p:nvSpPr>
          <p:spPr>
            <a:xfrm>
              <a:off x="23616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0" y="0"/>
                  </a:moveTo>
                  <a:lnTo>
                    <a:pt x="0" y="49235"/>
                  </a:lnTo>
                  <a:lnTo>
                    <a:pt x="23" y="4923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667" name="Google Shape;1002;p6"/>
            <p:cNvSpPr/>
            <p:nvPr/>
          </p:nvSpPr>
          <p:spPr>
            <a:xfrm>
              <a:off x="0" y="514116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1"/>
                  </a:moveTo>
                  <a:lnTo>
                    <a:pt x="1" y="23"/>
                  </a:lnTo>
                  <a:lnTo>
                    <a:pt x="108352" y="23"/>
                  </a:lnTo>
                  <a:lnTo>
                    <a:pt x="108352" y="1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668" name="Google Shape;1003;p6"/>
            <p:cNvSpPr/>
            <p:nvPr/>
          </p:nvSpPr>
          <p:spPr>
            <a:xfrm>
              <a:off x="0" y="492660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0"/>
                  </a:moveTo>
                  <a:lnTo>
                    <a:pt x="1" y="23"/>
                  </a:lnTo>
                  <a:lnTo>
                    <a:pt x="108352" y="23"/>
                  </a:lnTo>
                  <a:lnTo>
                    <a:pt x="108352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669" name="Google Shape;1004;p6"/>
            <p:cNvSpPr/>
            <p:nvPr/>
          </p:nvSpPr>
          <p:spPr>
            <a:xfrm>
              <a:off x="0" y="471456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1"/>
                  </a:moveTo>
                  <a:lnTo>
                    <a:pt x="1" y="24"/>
                  </a:lnTo>
                  <a:lnTo>
                    <a:pt x="108352" y="24"/>
                  </a:lnTo>
                  <a:lnTo>
                    <a:pt x="108352" y="1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670" name="Google Shape;1005;p6"/>
            <p:cNvSpPr/>
            <p:nvPr/>
          </p:nvSpPr>
          <p:spPr>
            <a:xfrm>
              <a:off x="0" y="450000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1"/>
                  </a:moveTo>
                  <a:lnTo>
                    <a:pt x="1" y="23"/>
                  </a:lnTo>
                  <a:lnTo>
                    <a:pt x="108352" y="23"/>
                  </a:lnTo>
                  <a:lnTo>
                    <a:pt x="108352" y="1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671" name="Google Shape;1006;p6"/>
            <p:cNvSpPr/>
            <p:nvPr/>
          </p:nvSpPr>
          <p:spPr>
            <a:xfrm>
              <a:off x="0" y="428796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3">
                  <a:moveTo>
                    <a:pt x="1" y="0"/>
                  </a:moveTo>
                  <a:lnTo>
                    <a:pt x="1" y="23"/>
                  </a:lnTo>
                  <a:lnTo>
                    <a:pt x="108352" y="23"/>
                  </a:lnTo>
                  <a:lnTo>
                    <a:pt x="108352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672" name="Google Shape;1007;p6"/>
            <p:cNvSpPr/>
            <p:nvPr/>
          </p:nvSpPr>
          <p:spPr>
            <a:xfrm>
              <a:off x="0" y="407340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1"/>
                  </a:moveTo>
                  <a:lnTo>
                    <a:pt x="1" y="24"/>
                  </a:lnTo>
                  <a:lnTo>
                    <a:pt x="108352" y="24"/>
                  </a:lnTo>
                  <a:lnTo>
                    <a:pt x="108352" y="1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673" name="Google Shape;1008;p6"/>
            <p:cNvSpPr/>
            <p:nvPr/>
          </p:nvSpPr>
          <p:spPr>
            <a:xfrm>
              <a:off x="0" y="386136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0"/>
                  </a:moveTo>
                  <a:lnTo>
                    <a:pt x="1" y="23"/>
                  </a:lnTo>
                  <a:lnTo>
                    <a:pt x="108352" y="23"/>
                  </a:lnTo>
                  <a:lnTo>
                    <a:pt x="108352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674" name="Google Shape;1009;p6"/>
            <p:cNvSpPr/>
            <p:nvPr/>
          </p:nvSpPr>
          <p:spPr>
            <a:xfrm>
              <a:off x="0" y="364680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3">
                  <a:moveTo>
                    <a:pt x="1" y="0"/>
                  </a:moveTo>
                  <a:lnTo>
                    <a:pt x="1" y="23"/>
                  </a:lnTo>
                  <a:lnTo>
                    <a:pt x="108352" y="23"/>
                  </a:lnTo>
                  <a:lnTo>
                    <a:pt x="108352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675" name="Google Shape;1010;p6"/>
            <p:cNvSpPr/>
            <p:nvPr/>
          </p:nvSpPr>
          <p:spPr>
            <a:xfrm>
              <a:off x="0" y="343440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1"/>
                  </a:moveTo>
                  <a:lnTo>
                    <a:pt x="1" y="23"/>
                  </a:lnTo>
                  <a:lnTo>
                    <a:pt x="108352" y="23"/>
                  </a:lnTo>
                  <a:lnTo>
                    <a:pt x="108352" y="1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676" name="Google Shape;1011;p6"/>
            <p:cNvSpPr/>
            <p:nvPr/>
          </p:nvSpPr>
          <p:spPr>
            <a:xfrm>
              <a:off x="0" y="322020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0"/>
                  </a:moveTo>
                  <a:lnTo>
                    <a:pt x="1" y="23"/>
                  </a:lnTo>
                  <a:lnTo>
                    <a:pt x="108352" y="23"/>
                  </a:lnTo>
                  <a:lnTo>
                    <a:pt x="108352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677" name="Google Shape;1012;p6"/>
            <p:cNvSpPr/>
            <p:nvPr/>
          </p:nvSpPr>
          <p:spPr>
            <a:xfrm>
              <a:off x="0" y="300780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1"/>
                  </a:moveTo>
                  <a:lnTo>
                    <a:pt x="1" y="24"/>
                  </a:lnTo>
                  <a:lnTo>
                    <a:pt x="108352" y="24"/>
                  </a:lnTo>
                  <a:lnTo>
                    <a:pt x="108352" y="1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678" name="Google Shape;1013;p6"/>
            <p:cNvSpPr/>
            <p:nvPr/>
          </p:nvSpPr>
          <p:spPr>
            <a:xfrm>
              <a:off x="0" y="279324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1"/>
                  </a:moveTo>
                  <a:lnTo>
                    <a:pt x="1" y="23"/>
                  </a:lnTo>
                  <a:lnTo>
                    <a:pt x="108352" y="23"/>
                  </a:lnTo>
                  <a:lnTo>
                    <a:pt x="108352" y="1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679" name="Google Shape;1014;p6"/>
            <p:cNvSpPr/>
            <p:nvPr/>
          </p:nvSpPr>
          <p:spPr>
            <a:xfrm>
              <a:off x="0" y="258120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3">
                  <a:moveTo>
                    <a:pt x="1" y="0"/>
                  </a:moveTo>
                  <a:lnTo>
                    <a:pt x="1" y="23"/>
                  </a:lnTo>
                  <a:lnTo>
                    <a:pt x="108352" y="23"/>
                  </a:lnTo>
                  <a:lnTo>
                    <a:pt x="108352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680" name="Google Shape;1015;p6"/>
            <p:cNvSpPr/>
            <p:nvPr/>
          </p:nvSpPr>
          <p:spPr>
            <a:xfrm>
              <a:off x="0" y="236664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1"/>
                  </a:moveTo>
                  <a:lnTo>
                    <a:pt x="1" y="24"/>
                  </a:lnTo>
                  <a:lnTo>
                    <a:pt x="108352" y="24"/>
                  </a:lnTo>
                  <a:lnTo>
                    <a:pt x="108352" y="1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681" name="Google Shape;1016;p6"/>
            <p:cNvSpPr/>
            <p:nvPr/>
          </p:nvSpPr>
          <p:spPr>
            <a:xfrm>
              <a:off x="0" y="215460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0"/>
                  </a:moveTo>
                  <a:lnTo>
                    <a:pt x="1" y="23"/>
                  </a:lnTo>
                  <a:lnTo>
                    <a:pt x="108352" y="23"/>
                  </a:lnTo>
                  <a:lnTo>
                    <a:pt x="108352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682" name="Google Shape;1017;p6"/>
            <p:cNvSpPr/>
            <p:nvPr/>
          </p:nvSpPr>
          <p:spPr>
            <a:xfrm>
              <a:off x="0" y="1940040"/>
              <a:ext cx="9142560" cy="324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3240"/>
                <a:gd name="textAreaBottom" fmla="*/ 4680 h 3240"/>
              </a:gdLst>
              <a:ahLst/>
              <a:cxnLst/>
              <a:rect l="textAreaLeft" t="textAreaTop" r="textAreaRight" b="textAreaBottom"/>
              <a:pathLst>
                <a:path w="108353" h="46">
                  <a:moveTo>
                    <a:pt x="1" y="0"/>
                  </a:moveTo>
                  <a:lnTo>
                    <a:pt x="1" y="46"/>
                  </a:lnTo>
                  <a:lnTo>
                    <a:pt x="108352" y="46"/>
                  </a:lnTo>
                  <a:lnTo>
                    <a:pt x="108352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160" rIns="90000" bIns="21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683" name="Google Shape;1018;p6"/>
            <p:cNvSpPr/>
            <p:nvPr/>
          </p:nvSpPr>
          <p:spPr>
            <a:xfrm>
              <a:off x="0" y="172800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1"/>
                  </a:moveTo>
                  <a:lnTo>
                    <a:pt x="1" y="24"/>
                  </a:lnTo>
                  <a:lnTo>
                    <a:pt x="108352" y="24"/>
                  </a:lnTo>
                  <a:lnTo>
                    <a:pt x="108352" y="1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684" name="Google Shape;1019;p6"/>
            <p:cNvSpPr/>
            <p:nvPr/>
          </p:nvSpPr>
          <p:spPr>
            <a:xfrm>
              <a:off x="0" y="1513440"/>
              <a:ext cx="9142560" cy="360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3600"/>
                <a:gd name="textAreaBottom" fmla="*/ 5040 h 3600"/>
              </a:gdLst>
              <a:ahLst/>
              <a:cxnLst/>
              <a:rect l="textAreaLeft" t="textAreaTop" r="textAreaRight" b="textAreaBottom"/>
              <a:pathLst>
                <a:path w="108353" h="47">
                  <a:moveTo>
                    <a:pt x="1" y="0"/>
                  </a:moveTo>
                  <a:lnTo>
                    <a:pt x="1" y="46"/>
                  </a:lnTo>
                  <a:lnTo>
                    <a:pt x="108352" y="46"/>
                  </a:lnTo>
                  <a:lnTo>
                    <a:pt x="108352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520" rIns="90000" bIns="25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685" name="Google Shape;1020;p6"/>
            <p:cNvSpPr/>
            <p:nvPr/>
          </p:nvSpPr>
          <p:spPr>
            <a:xfrm>
              <a:off x="0" y="87480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0"/>
                  </a:moveTo>
                  <a:lnTo>
                    <a:pt x="1" y="23"/>
                  </a:lnTo>
                  <a:lnTo>
                    <a:pt x="108352" y="23"/>
                  </a:lnTo>
                  <a:lnTo>
                    <a:pt x="108352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686" name="Google Shape;1021;p6"/>
            <p:cNvSpPr/>
            <p:nvPr/>
          </p:nvSpPr>
          <p:spPr>
            <a:xfrm>
              <a:off x="0" y="233640"/>
              <a:ext cx="9142560" cy="324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3240"/>
                <a:gd name="textAreaBottom" fmla="*/ 4680 h 3240"/>
              </a:gdLst>
              <a:ahLst/>
              <a:cxnLst/>
              <a:rect l="textAreaLeft" t="textAreaTop" r="textAreaRight" b="textAreaBottom"/>
              <a:pathLst>
                <a:path w="108353" h="46">
                  <a:moveTo>
                    <a:pt x="1" y="0"/>
                  </a:moveTo>
                  <a:lnTo>
                    <a:pt x="1" y="46"/>
                  </a:lnTo>
                  <a:lnTo>
                    <a:pt x="108352" y="46"/>
                  </a:lnTo>
                  <a:lnTo>
                    <a:pt x="108352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160" rIns="90000" bIns="21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687" name="Google Shape;1022;p6"/>
            <p:cNvSpPr/>
            <p:nvPr/>
          </p:nvSpPr>
          <p:spPr>
            <a:xfrm>
              <a:off x="0" y="44820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1"/>
                  </a:moveTo>
                  <a:lnTo>
                    <a:pt x="1" y="23"/>
                  </a:lnTo>
                  <a:lnTo>
                    <a:pt x="108352" y="23"/>
                  </a:lnTo>
                  <a:lnTo>
                    <a:pt x="108352" y="1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688" name="Google Shape;1023;p6"/>
            <p:cNvSpPr/>
            <p:nvPr/>
          </p:nvSpPr>
          <p:spPr>
            <a:xfrm>
              <a:off x="0" y="660240"/>
              <a:ext cx="9142560" cy="324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3240"/>
                <a:gd name="textAreaBottom" fmla="*/ 4680 h 3240"/>
              </a:gdLst>
              <a:ahLst/>
              <a:cxnLst/>
              <a:rect l="textAreaLeft" t="textAreaTop" r="textAreaRight" b="textAreaBottom"/>
              <a:pathLst>
                <a:path w="108353" h="46">
                  <a:moveTo>
                    <a:pt x="1" y="0"/>
                  </a:moveTo>
                  <a:lnTo>
                    <a:pt x="1" y="46"/>
                  </a:lnTo>
                  <a:lnTo>
                    <a:pt x="108352" y="46"/>
                  </a:lnTo>
                  <a:lnTo>
                    <a:pt x="108352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160" rIns="90000" bIns="21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689" name="Google Shape;1024;p6"/>
            <p:cNvSpPr/>
            <p:nvPr/>
          </p:nvSpPr>
          <p:spPr>
            <a:xfrm>
              <a:off x="0" y="1086840"/>
              <a:ext cx="9142560" cy="360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3600"/>
                <a:gd name="textAreaBottom" fmla="*/ 5040 h 3600"/>
              </a:gdLst>
              <a:ahLst/>
              <a:cxnLst/>
              <a:rect l="textAreaLeft" t="textAreaTop" r="textAreaRight" b="textAreaBottom"/>
              <a:pathLst>
                <a:path w="108353" h="47">
                  <a:moveTo>
                    <a:pt x="1" y="1"/>
                  </a:moveTo>
                  <a:lnTo>
                    <a:pt x="1" y="46"/>
                  </a:lnTo>
                  <a:lnTo>
                    <a:pt x="108352" y="46"/>
                  </a:lnTo>
                  <a:lnTo>
                    <a:pt x="108352" y="1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520" rIns="90000" bIns="25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690" name="Google Shape;1025;p6"/>
            <p:cNvSpPr/>
            <p:nvPr/>
          </p:nvSpPr>
          <p:spPr>
            <a:xfrm>
              <a:off x="0" y="130140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3">
                  <a:moveTo>
                    <a:pt x="1" y="0"/>
                  </a:moveTo>
                  <a:lnTo>
                    <a:pt x="1" y="23"/>
                  </a:lnTo>
                  <a:lnTo>
                    <a:pt x="108352" y="23"/>
                  </a:lnTo>
                  <a:lnTo>
                    <a:pt x="108352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691" name="Google Shape;1026;p6"/>
            <p:cNvSpPr/>
            <p:nvPr/>
          </p:nvSpPr>
          <p:spPr>
            <a:xfrm>
              <a:off x="0" y="2160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1"/>
                  </a:moveTo>
                  <a:lnTo>
                    <a:pt x="1" y="24"/>
                  </a:lnTo>
                  <a:lnTo>
                    <a:pt x="108352" y="24"/>
                  </a:lnTo>
                  <a:lnTo>
                    <a:pt x="108352" y="1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</p:grpSp>
      <p:grpSp>
        <p:nvGrpSpPr>
          <p:cNvPr id="1692" name="Google Shape;1027;p6"/>
          <p:cNvGrpSpPr/>
          <p:nvPr/>
        </p:nvGrpSpPr>
        <p:grpSpPr>
          <a:xfrm>
            <a:off x="-706680" y="181440"/>
            <a:ext cx="11565360" cy="7970760"/>
            <a:chOff x="-706680" y="181440"/>
            <a:chExt cx="11565360" cy="7970760"/>
          </a:xfrm>
        </p:grpSpPr>
        <p:sp>
          <p:nvSpPr>
            <p:cNvPr id="1693" name="Google Shape;1028;p6"/>
            <p:cNvSpPr/>
            <p:nvPr/>
          </p:nvSpPr>
          <p:spPr>
            <a:xfrm flipV="1">
              <a:off x="-706320" y="180720"/>
              <a:ext cx="10103760" cy="7970760"/>
            </a:xfrm>
            <a:custGeom>
              <a:avLst/>
              <a:gdLst>
                <a:gd name="textAreaLeft" fmla="*/ 0 w 10103760"/>
                <a:gd name="textAreaRight" fmla="*/ 10105200 w 10103760"/>
                <a:gd name="textAreaTop" fmla="*/ 720 h 7970760"/>
                <a:gd name="textAreaBottom" fmla="*/ 7972920 h 7970760"/>
              </a:gdLst>
              <a:ahLst/>
              <a:cxnLst/>
              <a:rect l="textAreaLeft" t="textAreaTop" r="textAreaRight" b="textAreaBottom"/>
              <a:pathLst>
                <a:path w="57087" h="45035">
                  <a:moveTo>
                    <a:pt x="24811" y="0"/>
                  </a:moveTo>
                  <a:lnTo>
                    <a:pt x="15247" y="14540"/>
                  </a:lnTo>
                  <a:lnTo>
                    <a:pt x="15225" y="14563"/>
                  </a:lnTo>
                  <a:lnTo>
                    <a:pt x="18831" y="27048"/>
                  </a:lnTo>
                  <a:lnTo>
                    <a:pt x="91" y="43003"/>
                  </a:lnTo>
                  <a:lnTo>
                    <a:pt x="0" y="43095"/>
                  </a:lnTo>
                  <a:lnTo>
                    <a:pt x="18785" y="45035"/>
                  </a:lnTo>
                  <a:lnTo>
                    <a:pt x="18808" y="45035"/>
                  </a:lnTo>
                  <a:lnTo>
                    <a:pt x="29513" y="39579"/>
                  </a:lnTo>
                  <a:lnTo>
                    <a:pt x="40743" y="43848"/>
                  </a:lnTo>
                  <a:lnTo>
                    <a:pt x="40766" y="43871"/>
                  </a:lnTo>
                  <a:lnTo>
                    <a:pt x="57086" y="31819"/>
                  </a:lnTo>
                  <a:lnTo>
                    <a:pt x="57041" y="31750"/>
                  </a:lnTo>
                  <a:lnTo>
                    <a:pt x="40743" y="43734"/>
                  </a:lnTo>
                  <a:lnTo>
                    <a:pt x="29536" y="39465"/>
                  </a:lnTo>
                  <a:lnTo>
                    <a:pt x="29513" y="39465"/>
                  </a:lnTo>
                  <a:lnTo>
                    <a:pt x="18785" y="44921"/>
                  </a:lnTo>
                  <a:lnTo>
                    <a:pt x="251" y="43003"/>
                  </a:lnTo>
                  <a:lnTo>
                    <a:pt x="18922" y="27117"/>
                  </a:lnTo>
                  <a:lnTo>
                    <a:pt x="18945" y="27094"/>
                  </a:lnTo>
                  <a:lnTo>
                    <a:pt x="15339" y="14586"/>
                  </a:lnTo>
                  <a:lnTo>
                    <a:pt x="24902" y="46"/>
                  </a:lnTo>
                  <a:lnTo>
                    <a:pt x="24811" y="0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32156"/>
                  </a:srgbClr>
                </a:gs>
                <a:gs pos="100000">
                  <a:srgbClr val="3EE7F0">
                    <a:alpha val="17254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694" name="Google Shape;1029;p6"/>
            <p:cNvSpPr/>
            <p:nvPr/>
          </p:nvSpPr>
          <p:spPr>
            <a:xfrm flipV="1">
              <a:off x="4193280" y="407160"/>
              <a:ext cx="3400920" cy="3954600"/>
            </a:xfrm>
            <a:custGeom>
              <a:avLst/>
              <a:gdLst>
                <a:gd name="textAreaLeft" fmla="*/ 0 w 3400920"/>
                <a:gd name="textAreaRight" fmla="*/ 3402360 w 3400920"/>
                <a:gd name="textAreaTop" fmla="*/ 720 h 3954600"/>
                <a:gd name="textAreaBottom" fmla="*/ 3956760 h 3954600"/>
              </a:gdLst>
              <a:ahLst/>
              <a:cxnLst/>
              <a:rect l="textAreaLeft" t="textAreaTop" r="textAreaRight" b="textAreaBottom"/>
              <a:pathLst>
                <a:path w="19220" h="22347">
                  <a:moveTo>
                    <a:pt x="13490" y="1"/>
                  </a:moveTo>
                  <a:lnTo>
                    <a:pt x="12942" y="22073"/>
                  </a:lnTo>
                  <a:lnTo>
                    <a:pt x="137" y="5547"/>
                  </a:lnTo>
                  <a:lnTo>
                    <a:pt x="0" y="5387"/>
                  </a:lnTo>
                  <a:lnTo>
                    <a:pt x="1781" y="18124"/>
                  </a:lnTo>
                  <a:lnTo>
                    <a:pt x="1895" y="18101"/>
                  </a:lnTo>
                  <a:lnTo>
                    <a:pt x="160" y="5752"/>
                  </a:lnTo>
                  <a:lnTo>
                    <a:pt x="13033" y="22346"/>
                  </a:lnTo>
                  <a:lnTo>
                    <a:pt x="13581" y="617"/>
                  </a:lnTo>
                  <a:lnTo>
                    <a:pt x="19128" y="17896"/>
                  </a:lnTo>
                  <a:lnTo>
                    <a:pt x="19219" y="17873"/>
                  </a:lnTo>
                  <a:lnTo>
                    <a:pt x="13490" y="1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32156"/>
                  </a:srgbClr>
                </a:gs>
                <a:gs pos="100000">
                  <a:srgbClr val="3EE7F0">
                    <a:alpha val="17254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695" name="Google Shape;1030;p6"/>
            <p:cNvSpPr/>
            <p:nvPr/>
          </p:nvSpPr>
          <p:spPr>
            <a:xfrm flipV="1">
              <a:off x="7458120" y="419040"/>
              <a:ext cx="3400560" cy="3958200"/>
            </a:xfrm>
            <a:custGeom>
              <a:avLst/>
              <a:gdLst>
                <a:gd name="textAreaLeft" fmla="*/ 0 w 3400560"/>
                <a:gd name="textAreaRight" fmla="*/ 3402000 w 3400560"/>
                <a:gd name="textAreaTop" fmla="*/ 720 h 3958200"/>
                <a:gd name="textAreaBottom" fmla="*/ 3960360 h 3958200"/>
              </a:gdLst>
              <a:ahLst/>
              <a:cxnLst/>
              <a:rect l="textAreaLeft" t="textAreaTop" r="textAreaRight" b="textAreaBottom"/>
              <a:pathLst>
                <a:path w="19219" h="22369">
                  <a:moveTo>
                    <a:pt x="13467" y="0"/>
                  </a:moveTo>
                  <a:lnTo>
                    <a:pt x="12919" y="22072"/>
                  </a:lnTo>
                  <a:lnTo>
                    <a:pt x="114" y="5547"/>
                  </a:lnTo>
                  <a:lnTo>
                    <a:pt x="0" y="5387"/>
                  </a:lnTo>
                  <a:lnTo>
                    <a:pt x="1758" y="18123"/>
                  </a:lnTo>
                  <a:lnTo>
                    <a:pt x="1872" y="18101"/>
                  </a:lnTo>
                  <a:lnTo>
                    <a:pt x="160" y="5752"/>
                  </a:lnTo>
                  <a:lnTo>
                    <a:pt x="13010" y="22369"/>
                  </a:lnTo>
                  <a:lnTo>
                    <a:pt x="13558" y="616"/>
                  </a:lnTo>
                  <a:lnTo>
                    <a:pt x="19105" y="17895"/>
                  </a:lnTo>
                  <a:lnTo>
                    <a:pt x="19219" y="17872"/>
                  </a:lnTo>
                  <a:lnTo>
                    <a:pt x="13467" y="0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32156"/>
                  </a:srgbClr>
                </a:gs>
                <a:gs pos="100000">
                  <a:srgbClr val="3EE7F0">
                    <a:alpha val="17254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696" name="Google Shape;1031;p6"/>
            <p:cNvSpPr/>
            <p:nvPr/>
          </p:nvSpPr>
          <p:spPr>
            <a:xfrm flipV="1">
              <a:off x="-116280" y="204840"/>
              <a:ext cx="5218920" cy="4984560"/>
            </a:xfrm>
            <a:custGeom>
              <a:avLst/>
              <a:gdLst>
                <a:gd name="textAreaLeft" fmla="*/ 0 w 5218920"/>
                <a:gd name="textAreaRight" fmla="*/ 5220360 w 5218920"/>
                <a:gd name="textAreaTop" fmla="*/ -720 h 4984560"/>
                <a:gd name="textAreaBottom" fmla="*/ 4985280 h 4984560"/>
              </a:gdLst>
              <a:ahLst/>
              <a:cxnLst/>
              <a:rect l="textAreaLeft" t="textAreaTop" r="textAreaRight" b="textAreaBottom"/>
              <a:pathLst>
                <a:path w="29491" h="28167">
                  <a:moveTo>
                    <a:pt x="29194" y="343"/>
                  </a:moveTo>
                  <a:lnTo>
                    <a:pt x="15430" y="27847"/>
                  </a:lnTo>
                  <a:lnTo>
                    <a:pt x="15430" y="27847"/>
                  </a:lnTo>
                  <a:lnTo>
                    <a:pt x="15613" y="10363"/>
                  </a:lnTo>
                  <a:lnTo>
                    <a:pt x="29194" y="343"/>
                  </a:lnTo>
                  <a:close/>
                  <a:moveTo>
                    <a:pt x="160" y="3424"/>
                  </a:moveTo>
                  <a:lnTo>
                    <a:pt x="15499" y="10386"/>
                  </a:lnTo>
                  <a:lnTo>
                    <a:pt x="15339" y="27961"/>
                  </a:lnTo>
                  <a:lnTo>
                    <a:pt x="4566" y="19721"/>
                  </a:lnTo>
                  <a:lnTo>
                    <a:pt x="160" y="3424"/>
                  </a:lnTo>
                  <a:close/>
                  <a:moveTo>
                    <a:pt x="29491" y="0"/>
                  </a:moveTo>
                  <a:lnTo>
                    <a:pt x="15545" y="10272"/>
                  </a:lnTo>
                  <a:lnTo>
                    <a:pt x="92" y="3287"/>
                  </a:lnTo>
                  <a:lnTo>
                    <a:pt x="1" y="3242"/>
                  </a:lnTo>
                  <a:lnTo>
                    <a:pt x="4474" y="19767"/>
                  </a:lnTo>
                  <a:lnTo>
                    <a:pt x="15362" y="28121"/>
                  </a:lnTo>
                  <a:lnTo>
                    <a:pt x="15430" y="28167"/>
                  </a:lnTo>
                  <a:lnTo>
                    <a:pt x="15430" y="28075"/>
                  </a:lnTo>
                  <a:lnTo>
                    <a:pt x="29491" y="0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32156"/>
                  </a:srgbClr>
                </a:gs>
                <a:gs pos="100000">
                  <a:srgbClr val="3EE7F0">
                    <a:alpha val="17254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697" name="Google Shape;1032;p6"/>
            <p:cNvSpPr/>
            <p:nvPr/>
          </p:nvSpPr>
          <p:spPr>
            <a:xfrm flipV="1">
              <a:off x="4209480" y="3370320"/>
              <a:ext cx="2358360" cy="228960"/>
            </a:xfrm>
            <a:custGeom>
              <a:avLst/>
              <a:gdLst>
                <a:gd name="textAreaLeft" fmla="*/ 0 w 2358360"/>
                <a:gd name="textAreaRight" fmla="*/ 2359800 w 2358360"/>
                <a:gd name="textAreaTop" fmla="*/ -720 h 228960"/>
                <a:gd name="textAreaBottom" fmla="*/ 229680 h 228960"/>
              </a:gdLst>
              <a:ahLst/>
              <a:cxnLst/>
              <a:rect l="textAreaLeft" t="textAreaTop" r="textAreaRight" b="textAreaBottom"/>
              <a:pathLst>
                <a:path w="13331" h="1302">
                  <a:moveTo>
                    <a:pt x="13330" y="0"/>
                  </a:moveTo>
                  <a:lnTo>
                    <a:pt x="0" y="1210"/>
                  </a:lnTo>
                  <a:lnTo>
                    <a:pt x="0" y="1302"/>
                  </a:lnTo>
                  <a:lnTo>
                    <a:pt x="13330" y="115"/>
                  </a:lnTo>
                  <a:lnTo>
                    <a:pt x="1333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32156"/>
                  </a:srgbClr>
                </a:gs>
                <a:gs pos="100000">
                  <a:srgbClr val="3EE7F0">
                    <a:alpha val="17254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grpSp>
        <p:nvGrpSpPr>
          <p:cNvPr id="1698" name="Google Shape;1033;p6"/>
          <p:cNvGrpSpPr/>
          <p:nvPr/>
        </p:nvGrpSpPr>
        <p:grpSpPr>
          <a:xfrm>
            <a:off x="8424000" y="-288000"/>
            <a:ext cx="1389600" cy="1389960"/>
            <a:chOff x="8424000" y="-288000"/>
            <a:chExt cx="1389600" cy="1389960"/>
          </a:xfrm>
        </p:grpSpPr>
        <p:sp>
          <p:nvSpPr>
            <p:cNvPr id="1699" name="Google Shape;1034;p6"/>
            <p:cNvSpPr/>
            <p:nvPr/>
          </p:nvSpPr>
          <p:spPr>
            <a:xfrm>
              <a:off x="8627760" y="83520"/>
              <a:ext cx="881640" cy="814320"/>
            </a:xfrm>
            <a:custGeom>
              <a:avLst/>
              <a:gdLst>
                <a:gd name="textAreaLeft" fmla="*/ 0 w 881640"/>
                <a:gd name="textAreaRight" fmla="*/ 883080 w 881640"/>
                <a:gd name="textAreaTop" fmla="*/ 0 h 814320"/>
                <a:gd name="textAreaBottom" fmla="*/ 815760 h 814320"/>
              </a:gdLst>
              <a:ahLst/>
              <a:cxnLst/>
              <a:rect l="textAreaLeft" t="textAreaTop" r="textAreaRight" b="textAreaBottom"/>
              <a:pathLst>
                <a:path w="17416" h="16093">
                  <a:moveTo>
                    <a:pt x="0" y="6392"/>
                  </a:moveTo>
                  <a:cubicBezTo>
                    <a:pt x="0" y="4041"/>
                    <a:pt x="845" y="1758"/>
                    <a:pt x="2397" y="1"/>
                  </a:cubicBezTo>
                  <a:lnTo>
                    <a:pt x="3424" y="914"/>
                  </a:lnTo>
                  <a:cubicBezTo>
                    <a:pt x="2100" y="2420"/>
                    <a:pt x="1370" y="4360"/>
                    <a:pt x="1370" y="6392"/>
                  </a:cubicBezTo>
                  <a:cubicBezTo>
                    <a:pt x="1370" y="10980"/>
                    <a:pt x="5113" y="14723"/>
                    <a:pt x="9701" y="14723"/>
                  </a:cubicBezTo>
                  <a:cubicBezTo>
                    <a:pt x="12326" y="14723"/>
                    <a:pt x="14722" y="13513"/>
                    <a:pt x="16320" y="11436"/>
                  </a:cubicBezTo>
                  <a:lnTo>
                    <a:pt x="17416" y="12281"/>
                  </a:lnTo>
                  <a:cubicBezTo>
                    <a:pt x="15567" y="14700"/>
                    <a:pt x="12759" y="16093"/>
                    <a:pt x="9701" y="16093"/>
                  </a:cubicBezTo>
                  <a:cubicBezTo>
                    <a:pt x="4360" y="16093"/>
                    <a:pt x="0" y="11733"/>
                    <a:pt x="0" y="6392"/>
                  </a:cubicBezTo>
                </a:path>
              </a:pathLst>
            </a:custGeom>
            <a:gradFill rotWithShape="0">
              <a:gsLst>
                <a:gs pos="0">
                  <a:srgbClr val="FFFFFF">
                    <a:alpha val="50196"/>
                  </a:srgbClr>
                </a:gs>
                <a:gs pos="100000">
                  <a:srgbClr val="00031B">
                    <a:alpha val="16078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700" name="Google Shape;1035;p6"/>
            <p:cNvSpPr/>
            <p:nvPr/>
          </p:nvSpPr>
          <p:spPr>
            <a:xfrm>
              <a:off x="8741160" y="-84240"/>
              <a:ext cx="868680" cy="807480"/>
            </a:xfrm>
            <a:custGeom>
              <a:avLst/>
              <a:gdLst>
                <a:gd name="textAreaLeft" fmla="*/ 0 w 868680"/>
                <a:gd name="textAreaRight" fmla="*/ 870120 w 868680"/>
                <a:gd name="textAreaTop" fmla="*/ 0 h 807480"/>
                <a:gd name="textAreaBottom" fmla="*/ 808920 h 807480"/>
              </a:gdLst>
              <a:ahLst/>
              <a:cxnLst/>
              <a:rect l="textAreaLeft" t="textAreaTop" r="textAreaRight" b="textAreaBottom"/>
              <a:pathLst>
                <a:path w="17166" h="15955">
                  <a:moveTo>
                    <a:pt x="161" y="3310"/>
                  </a:moveTo>
                  <a:cubicBezTo>
                    <a:pt x="47" y="3447"/>
                    <a:pt x="1" y="3606"/>
                    <a:pt x="1" y="3766"/>
                  </a:cubicBezTo>
                  <a:lnTo>
                    <a:pt x="1" y="3766"/>
                  </a:lnTo>
                  <a:cubicBezTo>
                    <a:pt x="1" y="3949"/>
                    <a:pt x="69" y="4131"/>
                    <a:pt x="229" y="4268"/>
                  </a:cubicBezTo>
                  <a:lnTo>
                    <a:pt x="229" y="4268"/>
                  </a:lnTo>
                  <a:cubicBezTo>
                    <a:pt x="503" y="4519"/>
                    <a:pt x="960" y="4497"/>
                    <a:pt x="1188" y="4223"/>
                  </a:cubicBezTo>
                  <a:lnTo>
                    <a:pt x="1188" y="4223"/>
                  </a:lnTo>
                  <a:cubicBezTo>
                    <a:pt x="2786" y="2397"/>
                    <a:pt x="5068" y="1370"/>
                    <a:pt x="7465" y="1370"/>
                  </a:cubicBezTo>
                  <a:lnTo>
                    <a:pt x="7465" y="1370"/>
                  </a:lnTo>
                  <a:cubicBezTo>
                    <a:pt x="12053" y="1370"/>
                    <a:pt x="15796" y="5113"/>
                    <a:pt x="15796" y="9701"/>
                  </a:cubicBezTo>
                  <a:lnTo>
                    <a:pt x="15796" y="9701"/>
                  </a:lnTo>
                  <a:cubicBezTo>
                    <a:pt x="15796" y="11550"/>
                    <a:pt x="15203" y="13284"/>
                    <a:pt x="14084" y="14745"/>
                  </a:cubicBezTo>
                  <a:lnTo>
                    <a:pt x="14084" y="14745"/>
                  </a:lnTo>
                  <a:cubicBezTo>
                    <a:pt x="13856" y="15065"/>
                    <a:pt x="13902" y="15498"/>
                    <a:pt x="14221" y="15727"/>
                  </a:cubicBezTo>
                  <a:lnTo>
                    <a:pt x="14221" y="15727"/>
                  </a:lnTo>
                  <a:cubicBezTo>
                    <a:pt x="14518" y="15955"/>
                    <a:pt x="14952" y="15886"/>
                    <a:pt x="15180" y="15590"/>
                  </a:cubicBezTo>
                  <a:lnTo>
                    <a:pt x="15180" y="15590"/>
                  </a:lnTo>
                  <a:cubicBezTo>
                    <a:pt x="16481" y="13878"/>
                    <a:pt x="17166" y="11846"/>
                    <a:pt x="17166" y="9701"/>
                  </a:cubicBezTo>
                  <a:lnTo>
                    <a:pt x="17166" y="9701"/>
                  </a:lnTo>
                  <a:cubicBezTo>
                    <a:pt x="17166" y="4337"/>
                    <a:pt x="12806" y="0"/>
                    <a:pt x="7465" y="0"/>
                  </a:cubicBezTo>
                  <a:lnTo>
                    <a:pt x="7465" y="0"/>
                  </a:lnTo>
                  <a:cubicBezTo>
                    <a:pt x="4657" y="0"/>
                    <a:pt x="2010" y="1210"/>
                    <a:pt x="161" y="3310"/>
                  </a:cubicBezTo>
                  <a:close/>
                </a:path>
              </a:pathLst>
            </a:custGeom>
            <a:gradFill rotWithShape="0">
              <a:gsLst>
                <a:gs pos="0">
                  <a:srgbClr val="002AB1"/>
                </a:gs>
                <a:gs pos="100000">
                  <a:srgbClr val="00E0FF"/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701" name="Google Shape;1036;p6"/>
            <p:cNvSpPr/>
            <p:nvPr/>
          </p:nvSpPr>
          <p:spPr>
            <a:xfrm>
              <a:off x="8795520" y="83520"/>
              <a:ext cx="646560" cy="587520"/>
            </a:xfrm>
            <a:custGeom>
              <a:avLst/>
              <a:gdLst>
                <a:gd name="textAreaLeft" fmla="*/ 0 w 646560"/>
                <a:gd name="textAreaRight" fmla="*/ 648000 w 646560"/>
                <a:gd name="textAreaTop" fmla="*/ 0 h 587520"/>
                <a:gd name="textAreaBottom" fmla="*/ 588960 h 587520"/>
              </a:gdLst>
              <a:ahLst/>
              <a:cxnLst/>
              <a:rect l="textAreaLeft" t="textAreaTop" r="textAreaRight" b="textAreaBottom"/>
              <a:pathLst>
                <a:path w="12783" h="11619">
                  <a:moveTo>
                    <a:pt x="1" y="6392"/>
                  </a:moveTo>
                  <a:cubicBezTo>
                    <a:pt x="1" y="2854"/>
                    <a:pt x="2877" y="1"/>
                    <a:pt x="6392" y="1"/>
                  </a:cubicBezTo>
                  <a:cubicBezTo>
                    <a:pt x="9907" y="1"/>
                    <a:pt x="12783" y="2854"/>
                    <a:pt x="12783" y="6392"/>
                  </a:cubicBezTo>
                  <a:cubicBezTo>
                    <a:pt x="12783" y="8378"/>
                    <a:pt x="11870" y="10226"/>
                    <a:pt x="10295" y="11459"/>
                  </a:cubicBezTo>
                  <a:lnTo>
                    <a:pt x="9450" y="10363"/>
                  </a:lnTo>
                  <a:cubicBezTo>
                    <a:pt x="10706" y="9405"/>
                    <a:pt x="11413" y="7967"/>
                    <a:pt x="11413" y="6392"/>
                  </a:cubicBezTo>
                  <a:cubicBezTo>
                    <a:pt x="11413" y="3630"/>
                    <a:pt x="9154" y="1370"/>
                    <a:pt x="6392" y="1370"/>
                  </a:cubicBezTo>
                  <a:cubicBezTo>
                    <a:pt x="3630" y="1370"/>
                    <a:pt x="1370" y="3630"/>
                    <a:pt x="1370" y="6392"/>
                  </a:cubicBezTo>
                  <a:cubicBezTo>
                    <a:pt x="1370" y="8012"/>
                    <a:pt x="2169" y="9542"/>
                    <a:pt x="3516" y="10500"/>
                  </a:cubicBezTo>
                  <a:lnTo>
                    <a:pt x="2717" y="11619"/>
                  </a:lnTo>
                  <a:cubicBezTo>
                    <a:pt x="1005" y="10432"/>
                    <a:pt x="1" y="8469"/>
                    <a:pt x="1" y="6392"/>
                  </a:cubicBezTo>
                </a:path>
              </a:pathLst>
            </a:custGeom>
            <a:gradFill rotWithShape="0">
              <a:gsLst>
                <a:gs pos="0">
                  <a:srgbClr val="FFFFFF">
                    <a:alpha val="50196"/>
                  </a:srgbClr>
                </a:gs>
                <a:gs pos="100000">
                  <a:srgbClr val="00031B">
                    <a:alpha val="16078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702" name="Google Shape;1037;p6"/>
            <p:cNvSpPr/>
            <p:nvPr/>
          </p:nvSpPr>
          <p:spPr>
            <a:xfrm>
              <a:off x="8918280" y="601920"/>
              <a:ext cx="416520" cy="128160"/>
            </a:xfrm>
            <a:custGeom>
              <a:avLst/>
              <a:gdLst>
                <a:gd name="textAreaLeft" fmla="*/ 0 w 416520"/>
                <a:gd name="textAreaRight" fmla="*/ 417960 w 416520"/>
                <a:gd name="textAreaTop" fmla="*/ 0 h 128160"/>
                <a:gd name="textAreaBottom" fmla="*/ 129600 h 128160"/>
              </a:gdLst>
              <a:ahLst/>
              <a:cxnLst/>
              <a:rect l="textAreaLeft" t="textAreaTop" r="textAreaRight" b="textAreaBottom"/>
              <a:pathLst>
                <a:path w="8241" h="2557">
                  <a:moveTo>
                    <a:pt x="7030" y="137"/>
                  </a:moveTo>
                  <a:cubicBezTo>
                    <a:pt x="6140" y="822"/>
                    <a:pt x="5090" y="1187"/>
                    <a:pt x="3972" y="1187"/>
                  </a:cubicBezTo>
                  <a:lnTo>
                    <a:pt x="3972" y="1187"/>
                  </a:lnTo>
                  <a:cubicBezTo>
                    <a:pt x="2922" y="1187"/>
                    <a:pt x="1940" y="868"/>
                    <a:pt x="1096" y="274"/>
                  </a:cubicBezTo>
                  <a:lnTo>
                    <a:pt x="1096" y="274"/>
                  </a:lnTo>
                  <a:cubicBezTo>
                    <a:pt x="776" y="46"/>
                    <a:pt x="343" y="115"/>
                    <a:pt x="137" y="434"/>
                  </a:cubicBezTo>
                  <a:lnTo>
                    <a:pt x="137" y="434"/>
                  </a:lnTo>
                  <a:cubicBezTo>
                    <a:pt x="46" y="548"/>
                    <a:pt x="0" y="685"/>
                    <a:pt x="0" y="822"/>
                  </a:cubicBezTo>
                  <a:lnTo>
                    <a:pt x="0" y="822"/>
                  </a:lnTo>
                  <a:cubicBezTo>
                    <a:pt x="0" y="1050"/>
                    <a:pt x="92" y="1256"/>
                    <a:pt x="297" y="1393"/>
                  </a:cubicBezTo>
                  <a:lnTo>
                    <a:pt x="297" y="1393"/>
                  </a:lnTo>
                  <a:cubicBezTo>
                    <a:pt x="1370" y="2146"/>
                    <a:pt x="2648" y="2557"/>
                    <a:pt x="3972" y="2557"/>
                  </a:cubicBezTo>
                  <a:lnTo>
                    <a:pt x="3972" y="2557"/>
                  </a:lnTo>
                  <a:cubicBezTo>
                    <a:pt x="5387" y="2557"/>
                    <a:pt x="6757" y="2100"/>
                    <a:pt x="7875" y="1233"/>
                  </a:cubicBezTo>
                  <a:lnTo>
                    <a:pt x="7875" y="1233"/>
                  </a:lnTo>
                  <a:cubicBezTo>
                    <a:pt x="8172" y="1005"/>
                    <a:pt x="8240" y="571"/>
                    <a:pt x="7989" y="274"/>
                  </a:cubicBezTo>
                  <a:lnTo>
                    <a:pt x="7989" y="274"/>
                  </a:lnTo>
                  <a:cubicBezTo>
                    <a:pt x="7852" y="92"/>
                    <a:pt x="7647" y="0"/>
                    <a:pt x="7441" y="0"/>
                  </a:cubicBezTo>
                  <a:lnTo>
                    <a:pt x="7441" y="0"/>
                  </a:lnTo>
                  <a:cubicBezTo>
                    <a:pt x="7304" y="0"/>
                    <a:pt x="7167" y="46"/>
                    <a:pt x="7030" y="137"/>
                  </a:cubicBezTo>
                </a:path>
              </a:pathLst>
            </a:custGeom>
            <a:gradFill rotWithShape="0">
              <a:gsLst>
                <a:gs pos="0">
                  <a:srgbClr val="002AB1"/>
                </a:gs>
                <a:gs pos="100000">
                  <a:srgbClr val="00E0FF"/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64800" rIns="90000" bIns="648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703" name="Google Shape;1038;p6"/>
            <p:cNvSpPr/>
            <p:nvPr/>
          </p:nvSpPr>
          <p:spPr>
            <a:xfrm>
              <a:off x="8424000" y="-288000"/>
              <a:ext cx="1117440" cy="1278360"/>
            </a:xfrm>
            <a:custGeom>
              <a:avLst/>
              <a:gdLst>
                <a:gd name="textAreaLeft" fmla="*/ 0 w 1117440"/>
                <a:gd name="textAreaRight" fmla="*/ 1118880 w 1117440"/>
                <a:gd name="textAreaTop" fmla="*/ 0 h 1278360"/>
                <a:gd name="textAreaBottom" fmla="*/ 1279800 h 1278360"/>
              </a:gdLst>
              <a:ahLst/>
              <a:cxnLst/>
              <a:rect l="textAreaLeft" t="textAreaTop" r="textAreaRight" b="textAreaBottom"/>
              <a:pathLst>
                <a:path w="22073" h="25246">
                  <a:moveTo>
                    <a:pt x="1" y="13719"/>
                  </a:moveTo>
                  <a:cubicBezTo>
                    <a:pt x="1" y="6141"/>
                    <a:pt x="6141" y="1"/>
                    <a:pt x="13719" y="1"/>
                  </a:cubicBezTo>
                  <a:cubicBezTo>
                    <a:pt x="16755" y="1"/>
                    <a:pt x="19653" y="959"/>
                    <a:pt x="22073" y="2808"/>
                  </a:cubicBezTo>
                  <a:lnTo>
                    <a:pt x="21228" y="3904"/>
                  </a:lnTo>
                  <a:cubicBezTo>
                    <a:pt x="19060" y="2238"/>
                    <a:pt x="16458" y="1370"/>
                    <a:pt x="13719" y="1370"/>
                  </a:cubicBezTo>
                  <a:cubicBezTo>
                    <a:pt x="6917" y="1370"/>
                    <a:pt x="1370" y="6917"/>
                    <a:pt x="1370" y="13719"/>
                  </a:cubicBezTo>
                  <a:cubicBezTo>
                    <a:pt x="1370" y="17919"/>
                    <a:pt x="3493" y="21799"/>
                    <a:pt x="7008" y="24081"/>
                  </a:cubicBezTo>
                  <a:lnTo>
                    <a:pt x="6278" y="25246"/>
                  </a:lnTo>
                  <a:cubicBezTo>
                    <a:pt x="2329" y="22712"/>
                    <a:pt x="1" y="18398"/>
                    <a:pt x="1" y="13719"/>
                  </a:cubicBezTo>
                </a:path>
              </a:pathLst>
            </a:custGeom>
            <a:gradFill rotWithShape="0">
              <a:gsLst>
                <a:gs pos="0">
                  <a:srgbClr val="FFFFFF">
                    <a:alpha val="50196"/>
                  </a:srgbClr>
                </a:gs>
                <a:gs pos="100000">
                  <a:srgbClr val="00031B">
                    <a:alpha val="16078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704" name="Google Shape;1039;p6"/>
            <p:cNvSpPr/>
            <p:nvPr/>
          </p:nvSpPr>
          <p:spPr>
            <a:xfrm>
              <a:off x="8726040" y="-152280"/>
              <a:ext cx="1087560" cy="1254240"/>
            </a:xfrm>
            <a:custGeom>
              <a:avLst/>
              <a:gdLst>
                <a:gd name="textAreaLeft" fmla="*/ 0 w 1087560"/>
                <a:gd name="textAreaRight" fmla="*/ 1089000 w 1087560"/>
                <a:gd name="textAreaTop" fmla="*/ 0 h 1254240"/>
                <a:gd name="textAreaBottom" fmla="*/ 1255680 h 1254240"/>
              </a:gdLst>
              <a:ahLst/>
              <a:cxnLst/>
              <a:rect l="textAreaLeft" t="textAreaTop" r="textAreaRight" b="textAreaBottom"/>
              <a:pathLst>
                <a:path w="21479" h="24766">
                  <a:moveTo>
                    <a:pt x="15133" y="274"/>
                  </a:moveTo>
                  <a:cubicBezTo>
                    <a:pt x="14905" y="571"/>
                    <a:pt x="14974" y="1005"/>
                    <a:pt x="15270" y="1233"/>
                  </a:cubicBezTo>
                  <a:lnTo>
                    <a:pt x="15270" y="1233"/>
                  </a:lnTo>
                  <a:cubicBezTo>
                    <a:pt x="18352" y="3607"/>
                    <a:pt x="20109" y="7167"/>
                    <a:pt x="20109" y="11048"/>
                  </a:cubicBezTo>
                  <a:lnTo>
                    <a:pt x="20109" y="11048"/>
                  </a:lnTo>
                  <a:cubicBezTo>
                    <a:pt x="20109" y="17850"/>
                    <a:pt x="14563" y="23396"/>
                    <a:pt x="7761" y="23396"/>
                  </a:cubicBezTo>
                  <a:lnTo>
                    <a:pt x="7761" y="23396"/>
                  </a:lnTo>
                  <a:cubicBezTo>
                    <a:pt x="5364" y="23396"/>
                    <a:pt x="3059" y="22711"/>
                    <a:pt x="1050" y="21410"/>
                  </a:cubicBezTo>
                  <a:lnTo>
                    <a:pt x="1050" y="21410"/>
                  </a:lnTo>
                  <a:cubicBezTo>
                    <a:pt x="731" y="21205"/>
                    <a:pt x="320" y="21296"/>
                    <a:pt x="114" y="21616"/>
                  </a:cubicBezTo>
                  <a:lnTo>
                    <a:pt x="114" y="21616"/>
                  </a:lnTo>
                  <a:cubicBezTo>
                    <a:pt x="23" y="21730"/>
                    <a:pt x="0" y="21867"/>
                    <a:pt x="0" y="22004"/>
                  </a:cubicBezTo>
                  <a:lnTo>
                    <a:pt x="0" y="22004"/>
                  </a:lnTo>
                  <a:cubicBezTo>
                    <a:pt x="0" y="22232"/>
                    <a:pt x="114" y="22438"/>
                    <a:pt x="320" y="22575"/>
                  </a:cubicBezTo>
                  <a:lnTo>
                    <a:pt x="320" y="22575"/>
                  </a:lnTo>
                  <a:cubicBezTo>
                    <a:pt x="2534" y="24013"/>
                    <a:pt x="5113" y="24766"/>
                    <a:pt x="7761" y="24766"/>
                  </a:cubicBezTo>
                  <a:lnTo>
                    <a:pt x="7761" y="24766"/>
                  </a:lnTo>
                  <a:cubicBezTo>
                    <a:pt x="15339" y="24766"/>
                    <a:pt x="21479" y="18603"/>
                    <a:pt x="21479" y="11048"/>
                  </a:cubicBezTo>
                  <a:lnTo>
                    <a:pt x="21479" y="11048"/>
                  </a:lnTo>
                  <a:cubicBezTo>
                    <a:pt x="21479" y="6734"/>
                    <a:pt x="19516" y="2762"/>
                    <a:pt x="16115" y="137"/>
                  </a:cubicBezTo>
                  <a:lnTo>
                    <a:pt x="16115" y="137"/>
                  </a:lnTo>
                  <a:cubicBezTo>
                    <a:pt x="15978" y="46"/>
                    <a:pt x="15841" y="0"/>
                    <a:pt x="15681" y="0"/>
                  </a:cubicBezTo>
                  <a:lnTo>
                    <a:pt x="15681" y="0"/>
                  </a:lnTo>
                  <a:cubicBezTo>
                    <a:pt x="15476" y="0"/>
                    <a:pt x="15270" y="92"/>
                    <a:pt x="15133" y="27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2AB1"/>
                </a:gs>
                <a:gs pos="100000">
                  <a:srgbClr val="00E0FF"/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grpSp>
        <p:nvGrpSpPr>
          <p:cNvPr id="1705" name="Google Shape;1040;p6"/>
          <p:cNvGrpSpPr/>
          <p:nvPr/>
        </p:nvGrpSpPr>
        <p:grpSpPr>
          <a:xfrm>
            <a:off x="-1349280" y="3005640"/>
            <a:ext cx="3457800" cy="3195360"/>
            <a:chOff x="-1349280" y="3005640"/>
            <a:chExt cx="3457800" cy="3195360"/>
          </a:xfrm>
        </p:grpSpPr>
        <p:sp>
          <p:nvSpPr>
            <p:cNvPr id="1706" name="Google Shape;1041;p6"/>
            <p:cNvSpPr/>
            <p:nvPr/>
          </p:nvSpPr>
          <p:spPr>
            <a:xfrm flipH="1">
              <a:off x="-1349280" y="3005640"/>
              <a:ext cx="2490480" cy="2594520"/>
            </a:xfrm>
            <a:custGeom>
              <a:avLst/>
              <a:gdLst>
                <a:gd name="textAreaLeft" fmla="*/ 720 w 2490480"/>
                <a:gd name="textAreaRight" fmla="*/ 2492640 w 2490480"/>
                <a:gd name="textAreaTop" fmla="*/ 0 h 2594520"/>
                <a:gd name="textAreaBottom" fmla="*/ 2595960 h 2594520"/>
              </a:gdLst>
              <a:ahLst/>
              <a:cxnLst/>
              <a:rect l="textAreaLeft" t="textAreaTop" r="textAreaRight" b="textAreaBottom"/>
              <a:pathLst>
                <a:path w="41566" h="43301">
                  <a:moveTo>
                    <a:pt x="1" y="41497"/>
                  </a:moveTo>
                  <a:lnTo>
                    <a:pt x="252" y="43300"/>
                  </a:lnTo>
                  <a:lnTo>
                    <a:pt x="41566" y="1804"/>
                  </a:lnTo>
                  <a:lnTo>
                    <a:pt x="41315" y="1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71372"/>
                  </a:srgbClr>
                </a:gs>
                <a:gs pos="100000">
                  <a:srgbClr val="00E0FF">
                    <a:alpha val="69019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707" name="Google Shape;1042;p6"/>
            <p:cNvSpPr/>
            <p:nvPr/>
          </p:nvSpPr>
          <p:spPr>
            <a:xfrm flipH="1">
              <a:off x="-150840" y="4036320"/>
              <a:ext cx="1877400" cy="1956600"/>
            </a:xfrm>
            <a:custGeom>
              <a:avLst/>
              <a:gdLst>
                <a:gd name="textAreaLeft" fmla="*/ 720 w 1877400"/>
                <a:gd name="textAreaRight" fmla="*/ 1879560 w 1877400"/>
                <a:gd name="textAreaTop" fmla="*/ 0 h 1956600"/>
                <a:gd name="textAreaBottom" fmla="*/ 1958040 h 1956600"/>
              </a:gdLst>
              <a:ahLst/>
              <a:cxnLst/>
              <a:rect l="textAreaLeft" t="textAreaTop" r="textAreaRight" b="textAreaBottom"/>
              <a:pathLst>
                <a:path w="31340" h="32663">
                  <a:moveTo>
                    <a:pt x="31157" y="0"/>
                  </a:moveTo>
                  <a:lnTo>
                    <a:pt x="1" y="31293"/>
                  </a:lnTo>
                  <a:lnTo>
                    <a:pt x="183" y="32663"/>
                  </a:lnTo>
                  <a:lnTo>
                    <a:pt x="31340" y="1370"/>
                  </a:lnTo>
                  <a:lnTo>
                    <a:pt x="31157" y="0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71372"/>
                  </a:srgbClr>
                </a:gs>
                <a:gs pos="100000">
                  <a:srgbClr val="00E0FF">
                    <a:alpha val="69019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708" name="Google Shape;1043;p6"/>
            <p:cNvSpPr/>
            <p:nvPr/>
          </p:nvSpPr>
          <p:spPr>
            <a:xfrm flipH="1">
              <a:off x="-1230480" y="3466800"/>
              <a:ext cx="1877400" cy="1955520"/>
            </a:xfrm>
            <a:custGeom>
              <a:avLst/>
              <a:gdLst>
                <a:gd name="textAreaLeft" fmla="*/ -720 w 1877400"/>
                <a:gd name="textAreaRight" fmla="*/ 1878120 w 1877400"/>
                <a:gd name="textAreaTop" fmla="*/ 0 h 1955520"/>
                <a:gd name="textAreaBottom" fmla="*/ 1956960 h 1955520"/>
              </a:gdLst>
              <a:ahLst/>
              <a:cxnLst/>
              <a:rect l="textAreaLeft" t="textAreaTop" r="textAreaRight" b="textAreaBottom"/>
              <a:pathLst>
                <a:path w="31340" h="32641">
                  <a:moveTo>
                    <a:pt x="31157" y="1"/>
                  </a:moveTo>
                  <a:lnTo>
                    <a:pt x="1" y="31294"/>
                  </a:lnTo>
                  <a:lnTo>
                    <a:pt x="183" y="32641"/>
                  </a:lnTo>
                  <a:lnTo>
                    <a:pt x="31340" y="1370"/>
                  </a:lnTo>
                  <a:lnTo>
                    <a:pt x="31157" y="1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71372"/>
                  </a:srgbClr>
                </a:gs>
                <a:gs pos="100000">
                  <a:srgbClr val="00E0FF">
                    <a:alpha val="69019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709" name="Google Shape;1044;p6"/>
            <p:cNvSpPr/>
            <p:nvPr/>
          </p:nvSpPr>
          <p:spPr>
            <a:xfrm flipH="1">
              <a:off x="-684360" y="3852720"/>
              <a:ext cx="1877400" cy="1955520"/>
            </a:xfrm>
            <a:custGeom>
              <a:avLst/>
              <a:gdLst>
                <a:gd name="textAreaLeft" fmla="*/ 720 w 1877400"/>
                <a:gd name="textAreaRight" fmla="*/ 1879560 w 1877400"/>
                <a:gd name="textAreaTop" fmla="*/ 0 h 1955520"/>
                <a:gd name="textAreaBottom" fmla="*/ 1956960 h 1955520"/>
              </a:gdLst>
              <a:ahLst/>
              <a:cxnLst/>
              <a:rect l="textAreaLeft" t="textAreaTop" r="textAreaRight" b="textAreaBottom"/>
              <a:pathLst>
                <a:path w="31340" h="32641">
                  <a:moveTo>
                    <a:pt x="31157" y="0"/>
                  </a:moveTo>
                  <a:lnTo>
                    <a:pt x="0" y="31294"/>
                  </a:lnTo>
                  <a:lnTo>
                    <a:pt x="183" y="32641"/>
                  </a:lnTo>
                  <a:lnTo>
                    <a:pt x="31340" y="1347"/>
                  </a:lnTo>
                  <a:lnTo>
                    <a:pt x="31157" y="0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71372"/>
                  </a:srgbClr>
                </a:gs>
                <a:gs pos="100000">
                  <a:srgbClr val="00E0FF">
                    <a:alpha val="69019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710" name="Google Shape;1045;p6"/>
            <p:cNvSpPr/>
            <p:nvPr/>
          </p:nvSpPr>
          <p:spPr>
            <a:xfrm flipH="1">
              <a:off x="-380520" y="3607920"/>
              <a:ext cx="2489040" cy="2593080"/>
            </a:xfrm>
            <a:custGeom>
              <a:avLst/>
              <a:gdLst>
                <a:gd name="textAreaLeft" fmla="*/ -720 w 2489040"/>
                <a:gd name="textAreaRight" fmla="*/ 2489760 w 2489040"/>
                <a:gd name="textAreaTop" fmla="*/ 0 h 2593080"/>
                <a:gd name="textAreaBottom" fmla="*/ 2594520 h 2593080"/>
              </a:gdLst>
              <a:ahLst/>
              <a:cxnLst/>
              <a:rect l="textAreaLeft" t="textAreaTop" r="textAreaRight" b="textAreaBottom"/>
              <a:pathLst>
                <a:path w="41543" h="43278">
                  <a:moveTo>
                    <a:pt x="41314" y="1"/>
                  </a:moveTo>
                  <a:lnTo>
                    <a:pt x="0" y="41474"/>
                  </a:lnTo>
                  <a:lnTo>
                    <a:pt x="229" y="43277"/>
                  </a:lnTo>
                  <a:lnTo>
                    <a:pt x="41542" y="1804"/>
                  </a:lnTo>
                  <a:lnTo>
                    <a:pt x="41314" y="1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71372"/>
                  </a:srgbClr>
                </a:gs>
                <a:gs pos="100000">
                  <a:srgbClr val="00E0FF">
                    <a:alpha val="69019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711" name="Google Shape;1046;p6"/>
            <p:cNvSpPr/>
            <p:nvPr/>
          </p:nvSpPr>
          <p:spPr>
            <a:xfrm flipH="1">
              <a:off x="-828000" y="3491640"/>
              <a:ext cx="1284840" cy="1379160"/>
            </a:xfrm>
            <a:custGeom>
              <a:avLst/>
              <a:gdLst>
                <a:gd name="textAreaLeft" fmla="*/ -720 w 1284840"/>
                <a:gd name="textAreaRight" fmla="*/ 1285560 w 1284840"/>
                <a:gd name="textAreaTop" fmla="*/ 0 h 1379160"/>
                <a:gd name="textAreaBottom" fmla="*/ 1380600 h 1379160"/>
              </a:gdLst>
              <a:ahLst/>
              <a:cxnLst/>
              <a:rect l="textAreaLeft" t="textAreaTop" r="textAreaRight" b="textAreaBottom"/>
              <a:pathLst>
                <a:path w="21457" h="23032">
                  <a:moveTo>
                    <a:pt x="21411" y="1"/>
                  </a:moveTo>
                  <a:lnTo>
                    <a:pt x="0" y="21434"/>
                  </a:lnTo>
                  <a:lnTo>
                    <a:pt x="23" y="23031"/>
                  </a:lnTo>
                  <a:lnTo>
                    <a:pt x="21456" y="1598"/>
                  </a:lnTo>
                  <a:lnTo>
                    <a:pt x="21411" y="1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71372"/>
                  </a:srgbClr>
                </a:gs>
                <a:gs pos="100000">
                  <a:srgbClr val="00E0FF">
                    <a:alpha val="69019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grpSp>
        <p:nvGrpSpPr>
          <p:cNvPr id="1712" name="Google Shape;1047;p6"/>
          <p:cNvGrpSpPr/>
          <p:nvPr/>
        </p:nvGrpSpPr>
        <p:grpSpPr>
          <a:xfrm>
            <a:off x="189000" y="142560"/>
            <a:ext cx="1046880" cy="243720"/>
            <a:chOff x="189000" y="142560"/>
            <a:chExt cx="1046880" cy="243720"/>
          </a:xfrm>
        </p:grpSpPr>
        <p:sp>
          <p:nvSpPr>
            <p:cNvPr id="1713" name="Google Shape;1048;p6"/>
            <p:cNvSpPr/>
            <p:nvPr/>
          </p:nvSpPr>
          <p:spPr>
            <a:xfrm>
              <a:off x="189000" y="142560"/>
              <a:ext cx="212400" cy="243720"/>
            </a:xfrm>
            <a:custGeom>
              <a:avLst/>
              <a:gdLst>
                <a:gd name="textAreaLeft" fmla="*/ 0 w 212400"/>
                <a:gd name="textAreaRight" fmla="*/ 213840 w 212400"/>
                <a:gd name="textAreaTop" fmla="*/ 0 h 243720"/>
                <a:gd name="textAreaBottom" fmla="*/ 245160 h 243720"/>
              </a:gdLst>
              <a:ahLst/>
              <a:cxnLst/>
              <a:rect l="textAreaLeft" t="textAreaTop" r="textAreaRight" b="textAreaBottom"/>
              <a:pathLst>
                <a:path w="2649" h="3037">
                  <a:moveTo>
                    <a:pt x="2649" y="1"/>
                  </a:moveTo>
                  <a:lnTo>
                    <a:pt x="1" y="1530"/>
                  </a:lnTo>
                  <a:lnTo>
                    <a:pt x="2649" y="3036"/>
                  </a:lnTo>
                  <a:lnTo>
                    <a:pt x="2649" y="1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52156"/>
                  </a:srgbClr>
                </a:gs>
                <a:gs pos="100000">
                  <a:srgbClr val="3EE7F0">
                    <a:alpha val="50196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714" name="Google Shape;1049;p6"/>
            <p:cNvSpPr/>
            <p:nvPr/>
          </p:nvSpPr>
          <p:spPr>
            <a:xfrm>
              <a:off x="605160" y="142560"/>
              <a:ext cx="212400" cy="243720"/>
            </a:xfrm>
            <a:custGeom>
              <a:avLst/>
              <a:gdLst>
                <a:gd name="textAreaLeft" fmla="*/ 0 w 212400"/>
                <a:gd name="textAreaRight" fmla="*/ 213840 w 212400"/>
                <a:gd name="textAreaTop" fmla="*/ 0 h 243720"/>
                <a:gd name="textAreaBottom" fmla="*/ 245160 h 243720"/>
              </a:gdLst>
              <a:ahLst/>
              <a:cxnLst/>
              <a:rect l="textAreaLeft" t="textAreaTop" r="textAreaRight" b="textAreaBottom"/>
              <a:pathLst>
                <a:path w="2649" h="3037">
                  <a:moveTo>
                    <a:pt x="2648" y="1"/>
                  </a:moveTo>
                  <a:lnTo>
                    <a:pt x="0" y="1530"/>
                  </a:lnTo>
                  <a:lnTo>
                    <a:pt x="2648" y="3036"/>
                  </a:lnTo>
                  <a:lnTo>
                    <a:pt x="2648" y="1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52156"/>
                  </a:srgbClr>
                </a:gs>
                <a:gs pos="100000">
                  <a:srgbClr val="3EE7F0">
                    <a:alpha val="50196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715" name="Google Shape;1050;p6"/>
            <p:cNvSpPr/>
            <p:nvPr/>
          </p:nvSpPr>
          <p:spPr>
            <a:xfrm>
              <a:off x="1023480" y="142560"/>
              <a:ext cx="212400" cy="243720"/>
            </a:xfrm>
            <a:custGeom>
              <a:avLst/>
              <a:gdLst>
                <a:gd name="textAreaLeft" fmla="*/ 0 w 212400"/>
                <a:gd name="textAreaRight" fmla="*/ 213840 w 212400"/>
                <a:gd name="textAreaTop" fmla="*/ 0 h 243720"/>
                <a:gd name="textAreaBottom" fmla="*/ 245160 h 243720"/>
              </a:gdLst>
              <a:ahLst/>
              <a:cxnLst/>
              <a:rect l="textAreaLeft" t="textAreaTop" r="textAreaRight" b="textAreaBottom"/>
              <a:pathLst>
                <a:path w="2649" h="3037">
                  <a:moveTo>
                    <a:pt x="2648" y="1"/>
                  </a:moveTo>
                  <a:lnTo>
                    <a:pt x="1" y="1530"/>
                  </a:lnTo>
                  <a:lnTo>
                    <a:pt x="2648" y="3036"/>
                  </a:lnTo>
                  <a:lnTo>
                    <a:pt x="2648" y="1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52156"/>
                  </a:srgbClr>
                </a:gs>
                <a:gs pos="100000">
                  <a:srgbClr val="3EE7F0">
                    <a:alpha val="50196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grpSp>
        <p:nvGrpSpPr>
          <p:cNvPr id="1716" name="Google Shape;1051;p6"/>
          <p:cNvGrpSpPr/>
          <p:nvPr/>
        </p:nvGrpSpPr>
        <p:grpSpPr>
          <a:xfrm>
            <a:off x="7906680" y="4755960"/>
            <a:ext cx="1046880" cy="243720"/>
            <a:chOff x="7906680" y="4755960"/>
            <a:chExt cx="1046880" cy="243720"/>
          </a:xfrm>
        </p:grpSpPr>
        <p:sp>
          <p:nvSpPr>
            <p:cNvPr id="1717" name="Google Shape;1052;p6"/>
            <p:cNvSpPr/>
            <p:nvPr/>
          </p:nvSpPr>
          <p:spPr>
            <a:xfrm>
              <a:off x="7906680" y="4755960"/>
              <a:ext cx="212400" cy="243720"/>
            </a:xfrm>
            <a:custGeom>
              <a:avLst/>
              <a:gdLst>
                <a:gd name="textAreaLeft" fmla="*/ 0 w 212400"/>
                <a:gd name="textAreaRight" fmla="*/ 213840 w 212400"/>
                <a:gd name="textAreaTop" fmla="*/ 0 h 243720"/>
                <a:gd name="textAreaBottom" fmla="*/ 245160 h 243720"/>
              </a:gdLst>
              <a:ahLst/>
              <a:cxnLst/>
              <a:rect l="textAreaLeft" t="textAreaTop" r="textAreaRight" b="textAreaBottom"/>
              <a:pathLst>
                <a:path w="2649" h="3037">
                  <a:moveTo>
                    <a:pt x="2649" y="1"/>
                  </a:moveTo>
                  <a:lnTo>
                    <a:pt x="1" y="1530"/>
                  </a:lnTo>
                  <a:lnTo>
                    <a:pt x="2649" y="3036"/>
                  </a:lnTo>
                  <a:lnTo>
                    <a:pt x="2649" y="1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52156"/>
                  </a:srgbClr>
                </a:gs>
                <a:gs pos="100000">
                  <a:srgbClr val="3EE7F0">
                    <a:alpha val="50196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718" name="Google Shape;1053;p6"/>
            <p:cNvSpPr/>
            <p:nvPr/>
          </p:nvSpPr>
          <p:spPr>
            <a:xfrm>
              <a:off x="8323200" y="4755960"/>
              <a:ext cx="212400" cy="243720"/>
            </a:xfrm>
            <a:custGeom>
              <a:avLst/>
              <a:gdLst>
                <a:gd name="textAreaLeft" fmla="*/ 0 w 212400"/>
                <a:gd name="textAreaRight" fmla="*/ 213840 w 212400"/>
                <a:gd name="textAreaTop" fmla="*/ 0 h 243720"/>
                <a:gd name="textAreaBottom" fmla="*/ 245160 h 243720"/>
              </a:gdLst>
              <a:ahLst/>
              <a:cxnLst/>
              <a:rect l="textAreaLeft" t="textAreaTop" r="textAreaRight" b="textAreaBottom"/>
              <a:pathLst>
                <a:path w="2649" h="3037">
                  <a:moveTo>
                    <a:pt x="2648" y="1"/>
                  </a:moveTo>
                  <a:lnTo>
                    <a:pt x="0" y="1530"/>
                  </a:lnTo>
                  <a:lnTo>
                    <a:pt x="2648" y="3036"/>
                  </a:lnTo>
                  <a:lnTo>
                    <a:pt x="2648" y="1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52156"/>
                  </a:srgbClr>
                </a:gs>
                <a:gs pos="100000">
                  <a:srgbClr val="3EE7F0">
                    <a:alpha val="50196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719" name="Google Shape;1054;p6"/>
            <p:cNvSpPr/>
            <p:nvPr/>
          </p:nvSpPr>
          <p:spPr>
            <a:xfrm>
              <a:off x="8741160" y="4755960"/>
              <a:ext cx="212400" cy="243720"/>
            </a:xfrm>
            <a:custGeom>
              <a:avLst/>
              <a:gdLst>
                <a:gd name="textAreaLeft" fmla="*/ 0 w 212400"/>
                <a:gd name="textAreaRight" fmla="*/ 213840 w 212400"/>
                <a:gd name="textAreaTop" fmla="*/ 0 h 243720"/>
                <a:gd name="textAreaBottom" fmla="*/ 245160 h 243720"/>
              </a:gdLst>
              <a:ahLst/>
              <a:cxnLst/>
              <a:rect l="textAreaLeft" t="textAreaTop" r="textAreaRight" b="textAreaBottom"/>
              <a:pathLst>
                <a:path w="2649" h="3037">
                  <a:moveTo>
                    <a:pt x="2648" y="1"/>
                  </a:moveTo>
                  <a:lnTo>
                    <a:pt x="1" y="1530"/>
                  </a:lnTo>
                  <a:lnTo>
                    <a:pt x="2648" y="3036"/>
                  </a:lnTo>
                  <a:lnTo>
                    <a:pt x="2648" y="1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52156"/>
                  </a:srgbClr>
                </a:gs>
                <a:gs pos="100000">
                  <a:srgbClr val="3EE7F0">
                    <a:alpha val="50196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17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GB" sz="1800" b="0" strike="noStrike" spc="-1">
                <a:solidFill>
                  <a:srgbClr val="FFFFFF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72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3200" b="0" strike="noStrike" spc="-1">
                <a:solidFill>
                  <a:srgbClr val="FFFFFF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GB" sz="2800" b="0" strike="noStrike" spc="-1">
                <a:solidFill>
                  <a:srgbClr val="FFFFFF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2400" b="0" strike="noStrike" spc="-1">
                <a:solidFill>
                  <a:srgbClr val="FFFFFF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GB" sz="2000" b="0" strike="noStrike" spc="-1">
                <a:solidFill>
                  <a:srgbClr val="FFFFFF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solidFill>
                  <a:srgbClr val="FFFFFF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solidFill>
                  <a:srgbClr val="FFFFFF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solidFill>
                  <a:srgbClr val="FFFFFF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2AB1"/>
            </a:gs>
            <a:gs pos="100000">
              <a:srgbClr val="00031B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8" name="Google Shape;4127;p23"/>
          <p:cNvGrpSpPr/>
          <p:nvPr/>
        </p:nvGrpSpPr>
        <p:grpSpPr>
          <a:xfrm>
            <a:off x="0" y="0"/>
            <a:ext cx="9142560" cy="5142240"/>
            <a:chOff x="0" y="0"/>
            <a:chExt cx="9142560" cy="5142240"/>
          </a:xfrm>
        </p:grpSpPr>
        <p:sp>
          <p:nvSpPr>
            <p:cNvPr id="1759" name="Google Shape;4128;p23"/>
            <p:cNvSpPr/>
            <p:nvPr/>
          </p:nvSpPr>
          <p:spPr>
            <a:xfrm>
              <a:off x="9104760" y="0"/>
              <a:ext cx="3240" cy="5139720"/>
            </a:xfrm>
            <a:custGeom>
              <a:avLst/>
              <a:gdLst>
                <a:gd name="textAreaLeft" fmla="*/ 0 w 3240"/>
                <a:gd name="textAreaRight" fmla="*/ 4680 w 324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46" h="49235">
                  <a:moveTo>
                    <a:pt x="0" y="0"/>
                  </a:moveTo>
                  <a:lnTo>
                    <a:pt x="0" y="49235"/>
                  </a:lnTo>
                  <a:lnTo>
                    <a:pt x="46" y="4923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760" name="Google Shape;4129;p23"/>
            <p:cNvSpPr/>
            <p:nvPr/>
          </p:nvSpPr>
          <p:spPr>
            <a:xfrm>
              <a:off x="8775720" y="0"/>
              <a:ext cx="3240" cy="5139720"/>
            </a:xfrm>
            <a:custGeom>
              <a:avLst/>
              <a:gdLst>
                <a:gd name="textAreaLeft" fmla="*/ 0 w 3240"/>
                <a:gd name="textAreaRight" fmla="*/ 4680 w 324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46" h="49235">
                  <a:moveTo>
                    <a:pt x="0" y="0"/>
                  </a:moveTo>
                  <a:lnTo>
                    <a:pt x="0" y="49235"/>
                  </a:lnTo>
                  <a:lnTo>
                    <a:pt x="46" y="4923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761" name="Google Shape;4130;p23"/>
            <p:cNvSpPr/>
            <p:nvPr/>
          </p:nvSpPr>
          <p:spPr>
            <a:xfrm>
              <a:off x="844920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0" y="0"/>
                  </a:moveTo>
                  <a:lnTo>
                    <a:pt x="0" y="49235"/>
                  </a:lnTo>
                  <a:lnTo>
                    <a:pt x="23" y="4923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762" name="Google Shape;4131;p23"/>
            <p:cNvSpPr/>
            <p:nvPr/>
          </p:nvSpPr>
          <p:spPr>
            <a:xfrm>
              <a:off x="812052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0" y="0"/>
                  </a:moveTo>
                  <a:lnTo>
                    <a:pt x="0" y="49235"/>
                  </a:lnTo>
                  <a:lnTo>
                    <a:pt x="23" y="4923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763" name="Google Shape;4132;p23"/>
            <p:cNvSpPr/>
            <p:nvPr/>
          </p:nvSpPr>
          <p:spPr>
            <a:xfrm>
              <a:off x="779148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0" y="0"/>
                  </a:moveTo>
                  <a:lnTo>
                    <a:pt x="0" y="49235"/>
                  </a:lnTo>
                  <a:lnTo>
                    <a:pt x="23" y="4923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764" name="Google Shape;4133;p23"/>
            <p:cNvSpPr/>
            <p:nvPr/>
          </p:nvSpPr>
          <p:spPr>
            <a:xfrm>
              <a:off x="746244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1" y="0"/>
                  </a:moveTo>
                  <a:lnTo>
                    <a:pt x="1" y="49235"/>
                  </a:lnTo>
                  <a:lnTo>
                    <a:pt x="23" y="4923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765" name="Google Shape;4134;p23"/>
            <p:cNvSpPr/>
            <p:nvPr/>
          </p:nvSpPr>
          <p:spPr>
            <a:xfrm>
              <a:off x="7133760" y="0"/>
              <a:ext cx="3600" cy="5139720"/>
            </a:xfrm>
            <a:custGeom>
              <a:avLst/>
              <a:gdLst>
                <a:gd name="textAreaLeft" fmla="*/ 0 w 3600"/>
                <a:gd name="textAreaRight" fmla="*/ 5040 w 360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47" h="49235">
                  <a:moveTo>
                    <a:pt x="1" y="0"/>
                  </a:moveTo>
                  <a:lnTo>
                    <a:pt x="1" y="49235"/>
                  </a:lnTo>
                  <a:lnTo>
                    <a:pt x="46" y="4923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766" name="Google Shape;4135;p23"/>
            <p:cNvSpPr/>
            <p:nvPr/>
          </p:nvSpPr>
          <p:spPr>
            <a:xfrm>
              <a:off x="6804720" y="0"/>
              <a:ext cx="3600" cy="5139720"/>
            </a:xfrm>
            <a:custGeom>
              <a:avLst/>
              <a:gdLst>
                <a:gd name="textAreaLeft" fmla="*/ 0 w 3600"/>
                <a:gd name="textAreaRight" fmla="*/ 5040 w 360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47" h="49235">
                  <a:moveTo>
                    <a:pt x="1" y="0"/>
                  </a:moveTo>
                  <a:lnTo>
                    <a:pt x="1" y="49235"/>
                  </a:lnTo>
                  <a:lnTo>
                    <a:pt x="46" y="4923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767" name="Google Shape;4136;p23"/>
            <p:cNvSpPr/>
            <p:nvPr/>
          </p:nvSpPr>
          <p:spPr>
            <a:xfrm>
              <a:off x="647820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1" y="0"/>
                  </a:moveTo>
                  <a:lnTo>
                    <a:pt x="1" y="49235"/>
                  </a:lnTo>
                  <a:lnTo>
                    <a:pt x="24" y="49235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768" name="Google Shape;4137;p23"/>
            <p:cNvSpPr/>
            <p:nvPr/>
          </p:nvSpPr>
          <p:spPr>
            <a:xfrm>
              <a:off x="614916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1" y="0"/>
                  </a:moveTo>
                  <a:lnTo>
                    <a:pt x="1" y="49235"/>
                  </a:lnTo>
                  <a:lnTo>
                    <a:pt x="24" y="49235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769" name="Google Shape;4138;p23"/>
            <p:cNvSpPr/>
            <p:nvPr/>
          </p:nvSpPr>
          <p:spPr>
            <a:xfrm>
              <a:off x="582048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1" y="0"/>
                  </a:moveTo>
                  <a:lnTo>
                    <a:pt x="1" y="49235"/>
                  </a:lnTo>
                  <a:lnTo>
                    <a:pt x="24" y="49235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770" name="Google Shape;4139;p23"/>
            <p:cNvSpPr/>
            <p:nvPr/>
          </p:nvSpPr>
          <p:spPr>
            <a:xfrm>
              <a:off x="549144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3" h="49235">
                  <a:moveTo>
                    <a:pt x="0" y="0"/>
                  </a:moveTo>
                  <a:lnTo>
                    <a:pt x="0" y="49235"/>
                  </a:lnTo>
                  <a:lnTo>
                    <a:pt x="23" y="4923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771" name="Google Shape;4140;p23"/>
            <p:cNvSpPr/>
            <p:nvPr/>
          </p:nvSpPr>
          <p:spPr>
            <a:xfrm>
              <a:off x="516276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3" h="49235">
                  <a:moveTo>
                    <a:pt x="0" y="0"/>
                  </a:moveTo>
                  <a:lnTo>
                    <a:pt x="0" y="49235"/>
                  </a:lnTo>
                  <a:lnTo>
                    <a:pt x="23" y="4923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772" name="Google Shape;4141;p23"/>
            <p:cNvSpPr/>
            <p:nvPr/>
          </p:nvSpPr>
          <p:spPr>
            <a:xfrm>
              <a:off x="4833720" y="0"/>
              <a:ext cx="3240" cy="5139720"/>
            </a:xfrm>
            <a:custGeom>
              <a:avLst/>
              <a:gdLst>
                <a:gd name="textAreaLeft" fmla="*/ 0 w 3240"/>
                <a:gd name="textAreaRight" fmla="*/ 4680 w 324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46" h="49235">
                  <a:moveTo>
                    <a:pt x="0" y="0"/>
                  </a:moveTo>
                  <a:lnTo>
                    <a:pt x="0" y="49235"/>
                  </a:lnTo>
                  <a:lnTo>
                    <a:pt x="46" y="4923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773" name="Google Shape;4142;p23"/>
            <p:cNvSpPr/>
            <p:nvPr/>
          </p:nvSpPr>
          <p:spPr>
            <a:xfrm>
              <a:off x="4504680" y="0"/>
              <a:ext cx="3600" cy="5139720"/>
            </a:xfrm>
            <a:custGeom>
              <a:avLst/>
              <a:gdLst>
                <a:gd name="textAreaLeft" fmla="*/ 0 w 3600"/>
                <a:gd name="textAreaRight" fmla="*/ 5040 w 360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47" h="49235">
                  <a:moveTo>
                    <a:pt x="0" y="0"/>
                  </a:moveTo>
                  <a:lnTo>
                    <a:pt x="0" y="49235"/>
                  </a:lnTo>
                  <a:lnTo>
                    <a:pt x="46" y="4923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774" name="Google Shape;4143;p23"/>
            <p:cNvSpPr/>
            <p:nvPr/>
          </p:nvSpPr>
          <p:spPr>
            <a:xfrm>
              <a:off x="417816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0" y="0"/>
                  </a:moveTo>
                  <a:lnTo>
                    <a:pt x="0" y="49235"/>
                  </a:lnTo>
                  <a:lnTo>
                    <a:pt x="23" y="4923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775" name="Google Shape;4144;p23"/>
            <p:cNvSpPr/>
            <p:nvPr/>
          </p:nvSpPr>
          <p:spPr>
            <a:xfrm>
              <a:off x="319140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1" y="0"/>
                  </a:moveTo>
                  <a:lnTo>
                    <a:pt x="1" y="49235"/>
                  </a:lnTo>
                  <a:lnTo>
                    <a:pt x="23" y="4923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776" name="Google Shape;4145;p23"/>
            <p:cNvSpPr/>
            <p:nvPr/>
          </p:nvSpPr>
          <p:spPr>
            <a:xfrm>
              <a:off x="2533680" y="0"/>
              <a:ext cx="3600" cy="5139720"/>
            </a:xfrm>
            <a:custGeom>
              <a:avLst/>
              <a:gdLst>
                <a:gd name="textAreaLeft" fmla="*/ 0 w 3600"/>
                <a:gd name="textAreaRight" fmla="*/ 5040 w 360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47" h="49235">
                  <a:moveTo>
                    <a:pt x="1" y="0"/>
                  </a:moveTo>
                  <a:lnTo>
                    <a:pt x="1" y="49235"/>
                  </a:lnTo>
                  <a:lnTo>
                    <a:pt x="46" y="4923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777" name="Google Shape;4146;p23"/>
            <p:cNvSpPr/>
            <p:nvPr/>
          </p:nvSpPr>
          <p:spPr>
            <a:xfrm>
              <a:off x="187812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1" y="0"/>
                  </a:moveTo>
                  <a:lnTo>
                    <a:pt x="1" y="49235"/>
                  </a:lnTo>
                  <a:lnTo>
                    <a:pt x="24" y="49235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778" name="Google Shape;4147;p23"/>
            <p:cNvSpPr/>
            <p:nvPr/>
          </p:nvSpPr>
          <p:spPr>
            <a:xfrm>
              <a:off x="220716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1" y="0"/>
                  </a:moveTo>
                  <a:lnTo>
                    <a:pt x="1" y="49235"/>
                  </a:lnTo>
                  <a:lnTo>
                    <a:pt x="24" y="49235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779" name="Google Shape;4148;p23"/>
            <p:cNvSpPr/>
            <p:nvPr/>
          </p:nvSpPr>
          <p:spPr>
            <a:xfrm>
              <a:off x="2862360" y="0"/>
              <a:ext cx="3600" cy="5139720"/>
            </a:xfrm>
            <a:custGeom>
              <a:avLst/>
              <a:gdLst>
                <a:gd name="textAreaLeft" fmla="*/ 0 w 3600"/>
                <a:gd name="textAreaRight" fmla="*/ 5040 w 360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47" h="49235">
                  <a:moveTo>
                    <a:pt x="1" y="0"/>
                  </a:moveTo>
                  <a:lnTo>
                    <a:pt x="1" y="49235"/>
                  </a:lnTo>
                  <a:lnTo>
                    <a:pt x="46" y="4923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780" name="Google Shape;4149;p23"/>
            <p:cNvSpPr/>
            <p:nvPr/>
          </p:nvSpPr>
          <p:spPr>
            <a:xfrm>
              <a:off x="352044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1" y="0"/>
                  </a:moveTo>
                  <a:lnTo>
                    <a:pt x="1" y="49235"/>
                  </a:lnTo>
                  <a:lnTo>
                    <a:pt x="23" y="4923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781" name="Google Shape;4150;p23"/>
            <p:cNvSpPr/>
            <p:nvPr/>
          </p:nvSpPr>
          <p:spPr>
            <a:xfrm>
              <a:off x="384948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0" y="0"/>
                  </a:moveTo>
                  <a:lnTo>
                    <a:pt x="0" y="49235"/>
                  </a:lnTo>
                  <a:lnTo>
                    <a:pt x="23" y="4923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782" name="Google Shape;4151;p23"/>
            <p:cNvSpPr/>
            <p:nvPr/>
          </p:nvSpPr>
          <p:spPr>
            <a:xfrm>
              <a:off x="154908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1" y="0"/>
                  </a:moveTo>
                  <a:lnTo>
                    <a:pt x="1" y="49235"/>
                  </a:lnTo>
                  <a:lnTo>
                    <a:pt x="24" y="49235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783" name="Google Shape;4152;p23"/>
            <p:cNvSpPr/>
            <p:nvPr/>
          </p:nvSpPr>
          <p:spPr>
            <a:xfrm>
              <a:off x="122040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3" h="49235">
                  <a:moveTo>
                    <a:pt x="0" y="0"/>
                  </a:moveTo>
                  <a:lnTo>
                    <a:pt x="0" y="49235"/>
                  </a:lnTo>
                  <a:lnTo>
                    <a:pt x="23" y="4923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784" name="Google Shape;4153;p23"/>
            <p:cNvSpPr/>
            <p:nvPr/>
          </p:nvSpPr>
          <p:spPr>
            <a:xfrm>
              <a:off x="891360" y="0"/>
              <a:ext cx="3240" cy="5139720"/>
            </a:xfrm>
            <a:custGeom>
              <a:avLst/>
              <a:gdLst>
                <a:gd name="textAreaLeft" fmla="*/ 0 w 3240"/>
                <a:gd name="textAreaRight" fmla="*/ 4680 w 324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46" h="49235">
                  <a:moveTo>
                    <a:pt x="0" y="0"/>
                  </a:moveTo>
                  <a:lnTo>
                    <a:pt x="0" y="49235"/>
                  </a:lnTo>
                  <a:lnTo>
                    <a:pt x="46" y="4923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785" name="Google Shape;4154;p23"/>
            <p:cNvSpPr/>
            <p:nvPr/>
          </p:nvSpPr>
          <p:spPr>
            <a:xfrm>
              <a:off x="562680" y="0"/>
              <a:ext cx="3240" cy="5139720"/>
            </a:xfrm>
            <a:custGeom>
              <a:avLst/>
              <a:gdLst>
                <a:gd name="textAreaLeft" fmla="*/ 0 w 3240"/>
                <a:gd name="textAreaRight" fmla="*/ 4680 w 324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46" h="49235">
                  <a:moveTo>
                    <a:pt x="0" y="0"/>
                  </a:moveTo>
                  <a:lnTo>
                    <a:pt x="0" y="49235"/>
                  </a:lnTo>
                  <a:lnTo>
                    <a:pt x="46" y="4923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786" name="Google Shape;4155;p23"/>
            <p:cNvSpPr/>
            <p:nvPr/>
          </p:nvSpPr>
          <p:spPr>
            <a:xfrm>
              <a:off x="23616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0" y="0"/>
                  </a:moveTo>
                  <a:lnTo>
                    <a:pt x="0" y="49235"/>
                  </a:lnTo>
                  <a:lnTo>
                    <a:pt x="23" y="4923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787" name="Google Shape;4156;p23"/>
            <p:cNvSpPr/>
            <p:nvPr/>
          </p:nvSpPr>
          <p:spPr>
            <a:xfrm>
              <a:off x="0" y="514116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1"/>
                  </a:moveTo>
                  <a:lnTo>
                    <a:pt x="1" y="23"/>
                  </a:lnTo>
                  <a:lnTo>
                    <a:pt x="108352" y="23"/>
                  </a:lnTo>
                  <a:lnTo>
                    <a:pt x="108352" y="1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788" name="Google Shape;4157;p23"/>
            <p:cNvSpPr/>
            <p:nvPr/>
          </p:nvSpPr>
          <p:spPr>
            <a:xfrm>
              <a:off x="0" y="492660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0"/>
                  </a:moveTo>
                  <a:lnTo>
                    <a:pt x="1" y="23"/>
                  </a:lnTo>
                  <a:lnTo>
                    <a:pt x="108352" y="23"/>
                  </a:lnTo>
                  <a:lnTo>
                    <a:pt x="108352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789" name="Google Shape;4158;p23"/>
            <p:cNvSpPr/>
            <p:nvPr/>
          </p:nvSpPr>
          <p:spPr>
            <a:xfrm>
              <a:off x="0" y="471456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1"/>
                  </a:moveTo>
                  <a:lnTo>
                    <a:pt x="1" y="24"/>
                  </a:lnTo>
                  <a:lnTo>
                    <a:pt x="108352" y="24"/>
                  </a:lnTo>
                  <a:lnTo>
                    <a:pt x="108352" y="1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790" name="Google Shape;4159;p23"/>
            <p:cNvSpPr/>
            <p:nvPr/>
          </p:nvSpPr>
          <p:spPr>
            <a:xfrm>
              <a:off x="0" y="450000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1"/>
                  </a:moveTo>
                  <a:lnTo>
                    <a:pt x="1" y="23"/>
                  </a:lnTo>
                  <a:lnTo>
                    <a:pt x="108352" y="23"/>
                  </a:lnTo>
                  <a:lnTo>
                    <a:pt x="108352" y="1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791" name="Google Shape;4160;p23"/>
            <p:cNvSpPr/>
            <p:nvPr/>
          </p:nvSpPr>
          <p:spPr>
            <a:xfrm>
              <a:off x="0" y="428796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3">
                  <a:moveTo>
                    <a:pt x="1" y="0"/>
                  </a:moveTo>
                  <a:lnTo>
                    <a:pt x="1" y="23"/>
                  </a:lnTo>
                  <a:lnTo>
                    <a:pt x="108352" y="23"/>
                  </a:lnTo>
                  <a:lnTo>
                    <a:pt x="108352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792" name="Google Shape;4161;p23"/>
            <p:cNvSpPr/>
            <p:nvPr/>
          </p:nvSpPr>
          <p:spPr>
            <a:xfrm>
              <a:off x="0" y="407340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1"/>
                  </a:moveTo>
                  <a:lnTo>
                    <a:pt x="1" y="24"/>
                  </a:lnTo>
                  <a:lnTo>
                    <a:pt x="108352" y="24"/>
                  </a:lnTo>
                  <a:lnTo>
                    <a:pt x="108352" y="1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793" name="Google Shape;4162;p23"/>
            <p:cNvSpPr/>
            <p:nvPr/>
          </p:nvSpPr>
          <p:spPr>
            <a:xfrm>
              <a:off x="0" y="386136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0"/>
                  </a:moveTo>
                  <a:lnTo>
                    <a:pt x="1" y="23"/>
                  </a:lnTo>
                  <a:lnTo>
                    <a:pt x="108352" y="23"/>
                  </a:lnTo>
                  <a:lnTo>
                    <a:pt x="108352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794" name="Google Shape;4163;p23"/>
            <p:cNvSpPr/>
            <p:nvPr/>
          </p:nvSpPr>
          <p:spPr>
            <a:xfrm>
              <a:off x="0" y="364680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3">
                  <a:moveTo>
                    <a:pt x="1" y="0"/>
                  </a:moveTo>
                  <a:lnTo>
                    <a:pt x="1" y="23"/>
                  </a:lnTo>
                  <a:lnTo>
                    <a:pt x="108352" y="23"/>
                  </a:lnTo>
                  <a:lnTo>
                    <a:pt x="108352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795" name="Google Shape;4164;p23"/>
            <p:cNvSpPr/>
            <p:nvPr/>
          </p:nvSpPr>
          <p:spPr>
            <a:xfrm>
              <a:off x="0" y="343440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1"/>
                  </a:moveTo>
                  <a:lnTo>
                    <a:pt x="1" y="23"/>
                  </a:lnTo>
                  <a:lnTo>
                    <a:pt x="108352" y="23"/>
                  </a:lnTo>
                  <a:lnTo>
                    <a:pt x="108352" y="1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796" name="Google Shape;4165;p23"/>
            <p:cNvSpPr/>
            <p:nvPr/>
          </p:nvSpPr>
          <p:spPr>
            <a:xfrm>
              <a:off x="0" y="322020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0"/>
                  </a:moveTo>
                  <a:lnTo>
                    <a:pt x="1" y="23"/>
                  </a:lnTo>
                  <a:lnTo>
                    <a:pt x="108352" y="23"/>
                  </a:lnTo>
                  <a:lnTo>
                    <a:pt x="108352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797" name="Google Shape;4166;p23"/>
            <p:cNvSpPr/>
            <p:nvPr/>
          </p:nvSpPr>
          <p:spPr>
            <a:xfrm>
              <a:off x="0" y="300780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1"/>
                  </a:moveTo>
                  <a:lnTo>
                    <a:pt x="1" y="24"/>
                  </a:lnTo>
                  <a:lnTo>
                    <a:pt x="108352" y="24"/>
                  </a:lnTo>
                  <a:lnTo>
                    <a:pt x="108352" y="1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798" name="Google Shape;4167;p23"/>
            <p:cNvSpPr/>
            <p:nvPr/>
          </p:nvSpPr>
          <p:spPr>
            <a:xfrm>
              <a:off x="0" y="279324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1"/>
                  </a:moveTo>
                  <a:lnTo>
                    <a:pt x="1" y="23"/>
                  </a:lnTo>
                  <a:lnTo>
                    <a:pt x="108352" y="23"/>
                  </a:lnTo>
                  <a:lnTo>
                    <a:pt x="108352" y="1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799" name="Google Shape;4168;p23"/>
            <p:cNvSpPr/>
            <p:nvPr/>
          </p:nvSpPr>
          <p:spPr>
            <a:xfrm>
              <a:off x="0" y="258120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3">
                  <a:moveTo>
                    <a:pt x="1" y="0"/>
                  </a:moveTo>
                  <a:lnTo>
                    <a:pt x="1" y="23"/>
                  </a:lnTo>
                  <a:lnTo>
                    <a:pt x="108352" y="23"/>
                  </a:lnTo>
                  <a:lnTo>
                    <a:pt x="108352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800" name="Google Shape;4169;p23"/>
            <p:cNvSpPr/>
            <p:nvPr/>
          </p:nvSpPr>
          <p:spPr>
            <a:xfrm>
              <a:off x="0" y="236664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1"/>
                  </a:moveTo>
                  <a:lnTo>
                    <a:pt x="1" y="24"/>
                  </a:lnTo>
                  <a:lnTo>
                    <a:pt x="108352" y="24"/>
                  </a:lnTo>
                  <a:lnTo>
                    <a:pt x="108352" y="1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801" name="Google Shape;4170;p23"/>
            <p:cNvSpPr/>
            <p:nvPr/>
          </p:nvSpPr>
          <p:spPr>
            <a:xfrm>
              <a:off x="0" y="215460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0"/>
                  </a:moveTo>
                  <a:lnTo>
                    <a:pt x="1" y="23"/>
                  </a:lnTo>
                  <a:lnTo>
                    <a:pt x="108352" y="23"/>
                  </a:lnTo>
                  <a:lnTo>
                    <a:pt x="108352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802" name="Google Shape;4171;p23"/>
            <p:cNvSpPr/>
            <p:nvPr/>
          </p:nvSpPr>
          <p:spPr>
            <a:xfrm>
              <a:off x="0" y="1940040"/>
              <a:ext cx="9142560" cy="324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3240"/>
                <a:gd name="textAreaBottom" fmla="*/ 4680 h 3240"/>
              </a:gdLst>
              <a:ahLst/>
              <a:cxnLst/>
              <a:rect l="textAreaLeft" t="textAreaTop" r="textAreaRight" b="textAreaBottom"/>
              <a:pathLst>
                <a:path w="108353" h="46">
                  <a:moveTo>
                    <a:pt x="1" y="0"/>
                  </a:moveTo>
                  <a:lnTo>
                    <a:pt x="1" y="46"/>
                  </a:lnTo>
                  <a:lnTo>
                    <a:pt x="108352" y="46"/>
                  </a:lnTo>
                  <a:lnTo>
                    <a:pt x="108352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160" rIns="90000" bIns="21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803" name="Google Shape;4172;p23"/>
            <p:cNvSpPr/>
            <p:nvPr/>
          </p:nvSpPr>
          <p:spPr>
            <a:xfrm>
              <a:off x="0" y="172800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1"/>
                  </a:moveTo>
                  <a:lnTo>
                    <a:pt x="1" y="24"/>
                  </a:lnTo>
                  <a:lnTo>
                    <a:pt x="108352" y="24"/>
                  </a:lnTo>
                  <a:lnTo>
                    <a:pt x="108352" y="1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804" name="Google Shape;4173;p23"/>
            <p:cNvSpPr/>
            <p:nvPr/>
          </p:nvSpPr>
          <p:spPr>
            <a:xfrm>
              <a:off x="0" y="1513440"/>
              <a:ext cx="9142560" cy="360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3600"/>
                <a:gd name="textAreaBottom" fmla="*/ 5040 h 3600"/>
              </a:gdLst>
              <a:ahLst/>
              <a:cxnLst/>
              <a:rect l="textAreaLeft" t="textAreaTop" r="textAreaRight" b="textAreaBottom"/>
              <a:pathLst>
                <a:path w="108353" h="47">
                  <a:moveTo>
                    <a:pt x="1" y="0"/>
                  </a:moveTo>
                  <a:lnTo>
                    <a:pt x="1" y="46"/>
                  </a:lnTo>
                  <a:lnTo>
                    <a:pt x="108352" y="46"/>
                  </a:lnTo>
                  <a:lnTo>
                    <a:pt x="108352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520" rIns="90000" bIns="25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805" name="Google Shape;4174;p23"/>
            <p:cNvSpPr/>
            <p:nvPr/>
          </p:nvSpPr>
          <p:spPr>
            <a:xfrm>
              <a:off x="0" y="87480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0"/>
                  </a:moveTo>
                  <a:lnTo>
                    <a:pt x="1" y="23"/>
                  </a:lnTo>
                  <a:lnTo>
                    <a:pt x="108352" y="23"/>
                  </a:lnTo>
                  <a:lnTo>
                    <a:pt x="108352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806" name="Google Shape;4175;p23"/>
            <p:cNvSpPr/>
            <p:nvPr/>
          </p:nvSpPr>
          <p:spPr>
            <a:xfrm>
              <a:off x="0" y="233640"/>
              <a:ext cx="9142560" cy="324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3240"/>
                <a:gd name="textAreaBottom" fmla="*/ 4680 h 3240"/>
              </a:gdLst>
              <a:ahLst/>
              <a:cxnLst/>
              <a:rect l="textAreaLeft" t="textAreaTop" r="textAreaRight" b="textAreaBottom"/>
              <a:pathLst>
                <a:path w="108353" h="46">
                  <a:moveTo>
                    <a:pt x="1" y="0"/>
                  </a:moveTo>
                  <a:lnTo>
                    <a:pt x="1" y="46"/>
                  </a:lnTo>
                  <a:lnTo>
                    <a:pt x="108352" y="46"/>
                  </a:lnTo>
                  <a:lnTo>
                    <a:pt x="108352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160" rIns="90000" bIns="21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807" name="Google Shape;4176;p23"/>
            <p:cNvSpPr/>
            <p:nvPr/>
          </p:nvSpPr>
          <p:spPr>
            <a:xfrm>
              <a:off x="0" y="44820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1"/>
                  </a:moveTo>
                  <a:lnTo>
                    <a:pt x="1" y="23"/>
                  </a:lnTo>
                  <a:lnTo>
                    <a:pt x="108352" y="23"/>
                  </a:lnTo>
                  <a:lnTo>
                    <a:pt x="108352" y="1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808" name="Google Shape;4177;p23"/>
            <p:cNvSpPr/>
            <p:nvPr/>
          </p:nvSpPr>
          <p:spPr>
            <a:xfrm>
              <a:off x="0" y="660240"/>
              <a:ext cx="9142560" cy="324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3240"/>
                <a:gd name="textAreaBottom" fmla="*/ 4680 h 3240"/>
              </a:gdLst>
              <a:ahLst/>
              <a:cxnLst/>
              <a:rect l="textAreaLeft" t="textAreaTop" r="textAreaRight" b="textAreaBottom"/>
              <a:pathLst>
                <a:path w="108353" h="46">
                  <a:moveTo>
                    <a:pt x="1" y="0"/>
                  </a:moveTo>
                  <a:lnTo>
                    <a:pt x="1" y="46"/>
                  </a:lnTo>
                  <a:lnTo>
                    <a:pt x="108352" y="46"/>
                  </a:lnTo>
                  <a:lnTo>
                    <a:pt x="108352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160" rIns="90000" bIns="21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809" name="Google Shape;4178;p23"/>
            <p:cNvSpPr/>
            <p:nvPr/>
          </p:nvSpPr>
          <p:spPr>
            <a:xfrm>
              <a:off x="0" y="1086840"/>
              <a:ext cx="9142560" cy="360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3600"/>
                <a:gd name="textAreaBottom" fmla="*/ 5040 h 3600"/>
              </a:gdLst>
              <a:ahLst/>
              <a:cxnLst/>
              <a:rect l="textAreaLeft" t="textAreaTop" r="textAreaRight" b="textAreaBottom"/>
              <a:pathLst>
                <a:path w="108353" h="47">
                  <a:moveTo>
                    <a:pt x="1" y="1"/>
                  </a:moveTo>
                  <a:lnTo>
                    <a:pt x="1" y="46"/>
                  </a:lnTo>
                  <a:lnTo>
                    <a:pt x="108352" y="46"/>
                  </a:lnTo>
                  <a:lnTo>
                    <a:pt x="108352" y="1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520" rIns="90000" bIns="25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810" name="Google Shape;4179;p23"/>
            <p:cNvSpPr/>
            <p:nvPr/>
          </p:nvSpPr>
          <p:spPr>
            <a:xfrm>
              <a:off x="0" y="130140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3">
                  <a:moveTo>
                    <a:pt x="1" y="0"/>
                  </a:moveTo>
                  <a:lnTo>
                    <a:pt x="1" y="23"/>
                  </a:lnTo>
                  <a:lnTo>
                    <a:pt x="108352" y="23"/>
                  </a:lnTo>
                  <a:lnTo>
                    <a:pt x="108352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811" name="Google Shape;4180;p23"/>
            <p:cNvSpPr/>
            <p:nvPr/>
          </p:nvSpPr>
          <p:spPr>
            <a:xfrm>
              <a:off x="0" y="2160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1"/>
                  </a:moveTo>
                  <a:lnTo>
                    <a:pt x="1" y="24"/>
                  </a:lnTo>
                  <a:lnTo>
                    <a:pt x="108352" y="24"/>
                  </a:lnTo>
                  <a:lnTo>
                    <a:pt x="108352" y="1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</p:grpSp>
      <p:grpSp>
        <p:nvGrpSpPr>
          <p:cNvPr id="1812" name="Google Shape;4181;p23"/>
          <p:cNvGrpSpPr/>
          <p:nvPr/>
        </p:nvGrpSpPr>
        <p:grpSpPr>
          <a:xfrm>
            <a:off x="-588240" y="-405720"/>
            <a:ext cx="9833400" cy="6878880"/>
            <a:chOff x="-588240" y="-405720"/>
            <a:chExt cx="9833400" cy="6878880"/>
          </a:xfrm>
        </p:grpSpPr>
        <p:sp>
          <p:nvSpPr>
            <p:cNvPr id="1813" name="Google Shape;4182;p23"/>
            <p:cNvSpPr/>
            <p:nvPr/>
          </p:nvSpPr>
          <p:spPr>
            <a:xfrm rot="10800000">
              <a:off x="746280" y="-405720"/>
              <a:ext cx="8498880" cy="6878880"/>
            </a:xfrm>
            <a:custGeom>
              <a:avLst/>
              <a:gdLst>
                <a:gd name="textAreaLeft" fmla="*/ 0 w 8498880"/>
                <a:gd name="textAreaRight" fmla="*/ 8500320 w 8498880"/>
                <a:gd name="textAreaTop" fmla="*/ 0 h 6878880"/>
                <a:gd name="textAreaBottom" fmla="*/ 6880320 h 6878880"/>
              </a:gdLst>
              <a:ahLst/>
              <a:cxnLst/>
              <a:rect l="textAreaLeft" t="textAreaTop" r="textAreaRight" b="textAreaBottom"/>
              <a:pathLst>
                <a:path w="62382" h="50491">
                  <a:moveTo>
                    <a:pt x="23853" y="1"/>
                  </a:moveTo>
                  <a:lnTo>
                    <a:pt x="14471" y="16960"/>
                  </a:lnTo>
                  <a:lnTo>
                    <a:pt x="14449" y="16983"/>
                  </a:lnTo>
                  <a:lnTo>
                    <a:pt x="19516" y="30541"/>
                  </a:lnTo>
                  <a:lnTo>
                    <a:pt x="0" y="49943"/>
                  </a:lnTo>
                  <a:lnTo>
                    <a:pt x="21022" y="50490"/>
                  </a:lnTo>
                  <a:lnTo>
                    <a:pt x="32458" y="43529"/>
                  </a:lnTo>
                  <a:lnTo>
                    <a:pt x="45263" y="47318"/>
                  </a:lnTo>
                  <a:lnTo>
                    <a:pt x="45286" y="47318"/>
                  </a:lnTo>
                  <a:lnTo>
                    <a:pt x="62382" y="32573"/>
                  </a:lnTo>
                  <a:lnTo>
                    <a:pt x="62313" y="32481"/>
                  </a:lnTo>
                  <a:lnTo>
                    <a:pt x="45263" y="47204"/>
                  </a:lnTo>
                  <a:lnTo>
                    <a:pt x="32458" y="43415"/>
                  </a:lnTo>
                  <a:lnTo>
                    <a:pt x="32435" y="43392"/>
                  </a:lnTo>
                  <a:lnTo>
                    <a:pt x="21000" y="50376"/>
                  </a:lnTo>
                  <a:lnTo>
                    <a:pt x="274" y="49828"/>
                  </a:lnTo>
                  <a:lnTo>
                    <a:pt x="19630" y="30610"/>
                  </a:lnTo>
                  <a:lnTo>
                    <a:pt x="19653" y="30564"/>
                  </a:lnTo>
                  <a:lnTo>
                    <a:pt x="14586" y="16983"/>
                  </a:lnTo>
                  <a:lnTo>
                    <a:pt x="23944" y="69"/>
                  </a:lnTo>
                  <a:lnTo>
                    <a:pt x="23853" y="1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32156"/>
                  </a:srgbClr>
                </a:gs>
                <a:gs pos="100000">
                  <a:srgbClr val="3EE7F0">
                    <a:alpha val="17254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814" name="Google Shape;4183;p23"/>
            <p:cNvSpPr/>
            <p:nvPr/>
          </p:nvSpPr>
          <p:spPr>
            <a:xfrm rot="10800000">
              <a:off x="2198520" y="39240"/>
              <a:ext cx="3049920" cy="3385800"/>
            </a:xfrm>
            <a:custGeom>
              <a:avLst/>
              <a:gdLst>
                <a:gd name="textAreaLeft" fmla="*/ 0 w 3049920"/>
                <a:gd name="textAreaRight" fmla="*/ 3051360 w 3049920"/>
                <a:gd name="textAreaTop" fmla="*/ 0 h 3385800"/>
                <a:gd name="textAreaBottom" fmla="*/ 3387240 h 3385800"/>
              </a:gdLst>
              <a:ahLst/>
              <a:cxnLst/>
              <a:rect l="textAreaLeft" t="textAreaTop" r="textAreaRight" b="textAreaBottom"/>
              <a:pathLst>
                <a:path w="22393" h="24858">
                  <a:moveTo>
                    <a:pt x="14495" y="1"/>
                  </a:moveTo>
                  <a:lnTo>
                    <a:pt x="15773" y="24538"/>
                  </a:lnTo>
                  <a:lnTo>
                    <a:pt x="15773" y="24538"/>
                  </a:lnTo>
                  <a:lnTo>
                    <a:pt x="1" y="7122"/>
                  </a:lnTo>
                  <a:lnTo>
                    <a:pt x="3059" y="21114"/>
                  </a:lnTo>
                  <a:lnTo>
                    <a:pt x="3173" y="21068"/>
                  </a:lnTo>
                  <a:lnTo>
                    <a:pt x="206" y="7533"/>
                  </a:lnTo>
                  <a:lnTo>
                    <a:pt x="15796" y="24743"/>
                  </a:lnTo>
                  <a:lnTo>
                    <a:pt x="15910" y="24857"/>
                  </a:lnTo>
                  <a:lnTo>
                    <a:pt x="15910" y="24857"/>
                  </a:lnTo>
                  <a:lnTo>
                    <a:pt x="14655" y="685"/>
                  </a:lnTo>
                  <a:lnTo>
                    <a:pt x="14655" y="685"/>
                  </a:lnTo>
                  <a:lnTo>
                    <a:pt x="22301" y="19402"/>
                  </a:lnTo>
                  <a:lnTo>
                    <a:pt x="22392" y="19357"/>
                  </a:lnTo>
                  <a:lnTo>
                    <a:pt x="14495" y="1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32156"/>
                  </a:srgbClr>
                </a:gs>
                <a:gs pos="100000">
                  <a:srgbClr val="3EE7F0">
                    <a:alpha val="17254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815" name="Google Shape;4184;p23"/>
            <p:cNvSpPr/>
            <p:nvPr/>
          </p:nvSpPr>
          <p:spPr>
            <a:xfrm rot="10800000">
              <a:off x="-588240" y="266400"/>
              <a:ext cx="3049920" cy="3385800"/>
            </a:xfrm>
            <a:custGeom>
              <a:avLst/>
              <a:gdLst>
                <a:gd name="textAreaLeft" fmla="*/ 0 w 3049920"/>
                <a:gd name="textAreaRight" fmla="*/ 3051360 w 3049920"/>
                <a:gd name="textAreaTop" fmla="*/ 0 h 3385800"/>
                <a:gd name="textAreaBottom" fmla="*/ 3387240 h 3385800"/>
              </a:gdLst>
              <a:ahLst/>
              <a:cxnLst/>
              <a:rect l="textAreaLeft" t="textAreaTop" r="textAreaRight" b="textAreaBottom"/>
              <a:pathLst>
                <a:path w="22392" h="24858">
                  <a:moveTo>
                    <a:pt x="14494" y="0"/>
                  </a:moveTo>
                  <a:lnTo>
                    <a:pt x="15750" y="24538"/>
                  </a:lnTo>
                  <a:lnTo>
                    <a:pt x="137" y="7282"/>
                  </a:lnTo>
                  <a:lnTo>
                    <a:pt x="0" y="7122"/>
                  </a:lnTo>
                  <a:lnTo>
                    <a:pt x="0" y="7122"/>
                  </a:lnTo>
                  <a:lnTo>
                    <a:pt x="3036" y="21114"/>
                  </a:lnTo>
                  <a:lnTo>
                    <a:pt x="3150" y="21068"/>
                  </a:lnTo>
                  <a:lnTo>
                    <a:pt x="206" y="7533"/>
                  </a:lnTo>
                  <a:lnTo>
                    <a:pt x="15773" y="24743"/>
                  </a:lnTo>
                  <a:lnTo>
                    <a:pt x="15887" y="24857"/>
                  </a:lnTo>
                  <a:lnTo>
                    <a:pt x="14631" y="685"/>
                  </a:lnTo>
                  <a:lnTo>
                    <a:pt x="22278" y="19402"/>
                  </a:lnTo>
                  <a:lnTo>
                    <a:pt x="22392" y="19356"/>
                  </a:lnTo>
                  <a:lnTo>
                    <a:pt x="14494" y="0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32156"/>
                  </a:srgbClr>
                </a:gs>
                <a:gs pos="100000">
                  <a:srgbClr val="3EE7F0">
                    <a:alpha val="17254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816" name="Google Shape;4185;p23"/>
            <p:cNvSpPr/>
            <p:nvPr/>
          </p:nvSpPr>
          <p:spPr>
            <a:xfrm rot="10800000">
              <a:off x="4590360" y="-387000"/>
              <a:ext cx="4421520" cy="4421520"/>
            </a:xfrm>
            <a:custGeom>
              <a:avLst/>
              <a:gdLst>
                <a:gd name="textAreaLeft" fmla="*/ 0 w 4421520"/>
                <a:gd name="textAreaRight" fmla="*/ 4422960 w 4421520"/>
                <a:gd name="textAreaTop" fmla="*/ 0 h 4421520"/>
                <a:gd name="textAreaBottom" fmla="*/ 4422960 h 4421520"/>
              </a:gdLst>
              <a:ahLst/>
              <a:cxnLst/>
              <a:rect l="textAreaLeft" t="textAreaTop" r="textAreaRight" b="textAreaBottom"/>
              <a:pathLst>
                <a:path w="32458" h="32459">
                  <a:moveTo>
                    <a:pt x="32161" y="412"/>
                  </a:moveTo>
                  <a:lnTo>
                    <a:pt x="19242" y="32093"/>
                  </a:lnTo>
                  <a:lnTo>
                    <a:pt x="17941" y="12692"/>
                  </a:lnTo>
                  <a:lnTo>
                    <a:pt x="32161" y="412"/>
                  </a:lnTo>
                  <a:close/>
                  <a:moveTo>
                    <a:pt x="206" y="6301"/>
                  </a:moveTo>
                  <a:lnTo>
                    <a:pt x="17827" y="12715"/>
                  </a:lnTo>
                  <a:lnTo>
                    <a:pt x="19128" y="32230"/>
                  </a:lnTo>
                  <a:lnTo>
                    <a:pt x="6483" y="23990"/>
                  </a:lnTo>
                  <a:lnTo>
                    <a:pt x="206" y="6301"/>
                  </a:lnTo>
                  <a:close/>
                  <a:moveTo>
                    <a:pt x="32458" y="1"/>
                  </a:moveTo>
                  <a:lnTo>
                    <a:pt x="17872" y="12600"/>
                  </a:lnTo>
                  <a:lnTo>
                    <a:pt x="0" y="6095"/>
                  </a:lnTo>
                  <a:lnTo>
                    <a:pt x="6368" y="24059"/>
                  </a:lnTo>
                  <a:lnTo>
                    <a:pt x="6368" y="24082"/>
                  </a:lnTo>
                  <a:lnTo>
                    <a:pt x="19265" y="32458"/>
                  </a:lnTo>
                  <a:lnTo>
                    <a:pt x="19265" y="32367"/>
                  </a:lnTo>
                  <a:lnTo>
                    <a:pt x="32458" y="1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32156"/>
                  </a:srgbClr>
                </a:gs>
                <a:gs pos="100000">
                  <a:srgbClr val="3EE7F0">
                    <a:alpha val="17254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817" name="Google Shape;4186;p23"/>
            <p:cNvSpPr/>
            <p:nvPr/>
          </p:nvSpPr>
          <p:spPr>
            <a:xfrm rot="10800000">
              <a:off x="3231000" y="2421720"/>
              <a:ext cx="2004840" cy="347040"/>
            </a:xfrm>
            <a:custGeom>
              <a:avLst/>
              <a:gdLst>
                <a:gd name="textAreaLeft" fmla="*/ 0 w 2004840"/>
                <a:gd name="textAreaRight" fmla="*/ 2006280 w 2004840"/>
                <a:gd name="textAreaTop" fmla="*/ 0 h 347040"/>
                <a:gd name="textAreaBottom" fmla="*/ 348480 h 347040"/>
              </a:gdLst>
              <a:ahLst/>
              <a:cxnLst/>
              <a:rect l="textAreaLeft" t="textAreaTop" r="textAreaRight" b="textAreaBottom"/>
              <a:pathLst>
                <a:path w="14723" h="2558">
                  <a:moveTo>
                    <a:pt x="14722" y="1"/>
                  </a:moveTo>
                  <a:lnTo>
                    <a:pt x="0" y="2443"/>
                  </a:lnTo>
                  <a:lnTo>
                    <a:pt x="23" y="2557"/>
                  </a:lnTo>
                  <a:lnTo>
                    <a:pt x="14722" y="115"/>
                  </a:lnTo>
                  <a:lnTo>
                    <a:pt x="14722" y="1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32156"/>
                  </a:srgbClr>
                </a:gs>
                <a:gs pos="100000">
                  <a:srgbClr val="3EE7F0">
                    <a:alpha val="17254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grpSp>
        <p:nvGrpSpPr>
          <p:cNvPr id="1818" name="Google Shape;4187;p23"/>
          <p:cNvGrpSpPr/>
          <p:nvPr/>
        </p:nvGrpSpPr>
        <p:grpSpPr>
          <a:xfrm>
            <a:off x="7945560" y="3908520"/>
            <a:ext cx="1389600" cy="1389600"/>
            <a:chOff x="7945560" y="3908520"/>
            <a:chExt cx="1389600" cy="1389600"/>
          </a:xfrm>
        </p:grpSpPr>
        <p:sp>
          <p:nvSpPr>
            <p:cNvPr id="1819" name="Google Shape;4188;p23"/>
            <p:cNvSpPr/>
            <p:nvPr/>
          </p:nvSpPr>
          <p:spPr>
            <a:xfrm>
              <a:off x="8148960" y="4280040"/>
              <a:ext cx="881640" cy="814320"/>
            </a:xfrm>
            <a:custGeom>
              <a:avLst/>
              <a:gdLst>
                <a:gd name="textAreaLeft" fmla="*/ 0 w 881640"/>
                <a:gd name="textAreaRight" fmla="*/ 883080 w 881640"/>
                <a:gd name="textAreaTop" fmla="*/ 0 h 814320"/>
                <a:gd name="textAreaBottom" fmla="*/ 815760 h 814320"/>
              </a:gdLst>
              <a:ahLst/>
              <a:cxnLst/>
              <a:rect l="textAreaLeft" t="textAreaTop" r="textAreaRight" b="textAreaBottom"/>
              <a:pathLst>
                <a:path w="17416" h="16093">
                  <a:moveTo>
                    <a:pt x="0" y="6392"/>
                  </a:moveTo>
                  <a:cubicBezTo>
                    <a:pt x="0" y="4041"/>
                    <a:pt x="845" y="1758"/>
                    <a:pt x="2397" y="1"/>
                  </a:cubicBezTo>
                  <a:lnTo>
                    <a:pt x="3424" y="914"/>
                  </a:lnTo>
                  <a:cubicBezTo>
                    <a:pt x="2100" y="2420"/>
                    <a:pt x="1370" y="4360"/>
                    <a:pt x="1370" y="6392"/>
                  </a:cubicBezTo>
                  <a:cubicBezTo>
                    <a:pt x="1370" y="10980"/>
                    <a:pt x="5113" y="14723"/>
                    <a:pt x="9701" y="14723"/>
                  </a:cubicBezTo>
                  <a:cubicBezTo>
                    <a:pt x="12326" y="14723"/>
                    <a:pt x="14722" y="13513"/>
                    <a:pt x="16320" y="11436"/>
                  </a:cubicBezTo>
                  <a:lnTo>
                    <a:pt x="17416" y="12281"/>
                  </a:lnTo>
                  <a:cubicBezTo>
                    <a:pt x="15567" y="14700"/>
                    <a:pt x="12759" y="16093"/>
                    <a:pt x="9701" y="16093"/>
                  </a:cubicBezTo>
                  <a:cubicBezTo>
                    <a:pt x="4360" y="16093"/>
                    <a:pt x="0" y="11733"/>
                    <a:pt x="0" y="6392"/>
                  </a:cubicBezTo>
                </a:path>
              </a:pathLst>
            </a:custGeom>
            <a:gradFill rotWithShape="0">
              <a:gsLst>
                <a:gs pos="0">
                  <a:srgbClr val="FFFFFF">
                    <a:alpha val="50196"/>
                  </a:srgbClr>
                </a:gs>
                <a:gs pos="100000">
                  <a:srgbClr val="00031B">
                    <a:alpha val="16078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820" name="Google Shape;4189;p23"/>
            <p:cNvSpPr/>
            <p:nvPr/>
          </p:nvSpPr>
          <p:spPr>
            <a:xfrm>
              <a:off x="8262360" y="4112280"/>
              <a:ext cx="868680" cy="807480"/>
            </a:xfrm>
            <a:custGeom>
              <a:avLst/>
              <a:gdLst>
                <a:gd name="textAreaLeft" fmla="*/ 0 w 868680"/>
                <a:gd name="textAreaRight" fmla="*/ 870120 w 868680"/>
                <a:gd name="textAreaTop" fmla="*/ 0 h 807480"/>
                <a:gd name="textAreaBottom" fmla="*/ 808920 h 807480"/>
              </a:gdLst>
              <a:ahLst/>
              <a:cxnLst/>
              <a:rect l="textAreaLeft" t="textAreaTop" r="textAreaRight" b="textAreaBottom"/>
              <a:pathLst>
                <a:path w="17166" h="15955">
                  <a:moveTo>
                    <a:pt x="161" y="3310"/>
                  </a:moveTo>
                  <a:cubicBezTo>
                    <a:pt x="47" y="3447"/>
                    <a:pt x="1" y="3606"/>
                    <a:pt x="1" y="3766"/>
                  </a:cubicBezTo>
                  <a:lnTo>
                    <a:pt x="1" y="3766"/>
                  </a:lnTo>
                  <a:cubicBezTo>
                    <a:pt x="1" y="3949"/>
                    <a:pt x="69" y="4131"/>
                    <a:pt x="229" y="4268"/>
                  </a:cubicBezTo>
                  <a:lnTo>
                    <a:pt x="229" y="4268"/>
                  </a:lnTo>
                  <a:cubicBezTo>
                    <a:pt x="503" y="4519"/>
                    <a:pt x="960" y="4497"/>
                    <a:pt x="1188" y="4223"/>
                  </a:cubicBezTo>
                  <a:lnTo>
                    <a:pt x="1188" y="4223"/>
                  </a:lnTo>
                  <a:cubicBezTo>
                    <a:pt x="2786" y="2397"/>
                    <a:pt x="5068" y="1370"/>
                    <a:pt x="7465" y="1370"/>
                  </a:cubicBezTo>
                  <a:lnTo>
                    <a:pt x="7465" y="1370"/>
                  </a:lnTo>
                  <a:cubicBezTo>
                    <a:pt x="12053" y="1370"/>
                    <a:pt x="15796" y="5113"/>
                    <a:pt x="15796" y="9701"/>
                  </a:cubicBezTo>
                  <a:lnTo>
                    <a:pt x="15796" y="9701"/>
                  </a:lnTo>
                  <a:cubicBezTo>
                    <a:pt x="15796" y="11550"/>
                    <a:pt x="15203" y="13284"/>
                    <a:pt x="14084" y="14745"/>
                  </a:cubicBezTo>
                  <a:lnTo>
                    <a:pt x="14084" y="14745"/>
                  </a:lnTo>
                  <a:cubicBezTo>
                    <a:pt x="13856" y="15065"/>
                    <a:pt x="13902" y="15498"/>
                    <a:pt x="14221" y="15727"/>
                  </a:cubicBezTo>
                  <a:lnTo>
                    <a:pt x="14221" y="15727"/>
                  </a:lnTo>
                  <a:cubicBezTo>
                    <a:pt x="14518" y="15955"/>
                    <a:pt x="14952" y="15886"/>
                    <a:pt x="15180" y="15590"/>
                  </a:cubicBezTo>
                  <a:lnTo>
                    <a:pt x="15180" y="15590"/>
                  </a:lnTo>
                  <a:cubicBezTo>
                    <a:pt x="16481" y="13878"/>
                    <a:pt x="17166" y="11846"/>
                    <a:pt x="17166" y="9701"/>
                  </a:cubicBezTo>
                  <a:lnTo>
                    <a:pt x="17166" y="9701"/>
                  </a:lnTo>
                  <a:cubicBezTo>
                    <a:pt x="17166" y="4337"/>
                    <a:pt x="12806" y="0"/>
                    <a:pt x="7465" y="0"/>
                  </a:cubicBezTo>
                  <a:lnTo>
                    <a:pt x="7465" y="0"/>
                  </a:lnTo>
                  <a:cubicBezTo>
                    <a:pt x="4657" y="0"/>
                    <a:pt x="2010" y="1210"/>
                    <a:pt x="161" y="3310"/>
                  </a:cubicBezTo>
                  <a:close/>
                </a:path>
              </a:pathLst>
            </a:custGeom>
            <a:gradFill rotWithShape="0">
              <a:gsLst>
                <a:gs pos="0">
                  <a:srgbClr val="002AB1"/>
                </a:gs>
                <a:gs pos="100000">
                  <a:srgbClr val="00E0FF"/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821" name="Google Shape;4190;p23"/>
            <p:cNvSpPr/>
            <p:nvPr/>
          </p:nvSpPr>
          <p:spPr>
            <a:xfrm>
              <a:off x="8316720" y="4280040"/>
              <a:ext cx="646560" cy="587520"/>
            </a:xfrm>
            <a:custGeom>
              <a:avLst/>
              <a:gdLst>
                <a:gd name="textAreaLeft" fmla="*/ 0 w 646560"/>
                <a:gd name="textAreaRight" fmla="*/ 648000 w 646560"/>
                <a:gd name="textAreaTop" fmla="*/ 0 h 587520"/>
                <a:gd name="textAreaBottom" fmla="*/ 588960 h 587520"/>
              </a:gdLst>
              <a:ahLst/>
              <a:cxnLst/>
              <a:rect l="textAreaLeft" t="textAreaTop" r="textAreaRight" b="textAreaBottom"/>
              <a:pathLst>
                <a:path w="12783" h="11619">
                  <a:moveTo>
                    <a:pt x="1" y="6392"/>
                  </a:moveTo>
                  <a:cubicBezTo>
                    <a:pt x="1" y="2854"/>
                    <a:pt x="2877" y="1"/>
                    <a:pt x="6392" y="1"/>
                  </a:cubicBezTo>
                  <a:cubicBezTo>
                    <a:pt x="9907" y="1"/>
                    <a:pt x="12783" y="2854"/>
                    <a:pt x="12783" y="6392"/>
                  </a:cubicBezTo>
                  <a:cubicBezTo>
                    <a:pt x="12783" y="8378"/>
                    <a:pt x="11870" y="10226"/>
                    <a:pt x="10295" y="11459"/>
                  </a:cubicBezTo>
                  <a:lnTo>
                    <a:pt x="9450" y="10363"/>
                  </a:lnTo>
                  <a:cubicBezTo>
                    <a:pt x="10706" y="9405"/>
                    <a:pt x="11413" y="7967"/>
                    <a:pt x="11413" y="6392"/>
                  </a:cubicBezTo>
                  <a:cubicBezTo>
                    <a:pt x="11413" y="3630"/>
                    <a:pt x="9154" y="1370"/>
                    <a:pt x="6392" y="1370"/>
                  </a:cubicBezTo>
                  <a:cubicBezTo>
                    <a:pt x="3630" y="1370"/>
                    <a:pt x="1370" y="3630"/>
                    <a:pt x="1370" y="6392"/>
                  </a:cubicBezTo>
                  <a:cubicBezTo>
                    <a:pt x="1370" y="8012"/>
                    <a:pt x="2169" y="9542"/>
                    <a:pt x="3516" y="10500"/>
                  </a:cubicBezTo>
                  <a:lnTo>
                    <a:pt x="2717" y="11619"/>
                  </a:lnTo>
                  <a:cubicBezTo>
                    <a:pt x="1005" y="10432"/>
                    <a:pt x="1" y="8469"/>
                    <a:pt x="1" y="6392"/>
                  </a:cubicBezTo>
                </a:path>
              </a:pathLst>
            </a:custGeom>
            <a:gradFill rotWithShape="0">
              <a:gsLst>
                <a:gs pos="0">
                  <a:srgbClr val="FFFFFF">
                    <a:alpha val="50196"/>
                  </a:srgbClr>
                </a:gs>
                <a:gs pos="100000">
                  <a:srgbClr val="00031B">
                    <a:alpha val="16078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822" name="Google Shape;4191;p23"/>
            <p:cNvSpPr/>
            <p:nvPr/>
          </p:nvSpPr>
          <p:spPr>
            <a:xfrm>
              <a:off x="8439480" y="4798440"/>
              <a:ext cx="416520" cy="128160"/>
            </a:xfrm>
            <a:custGeom>
              <a:avLst/>
              <a:gdLst>
                <a:gd name="textAreaLeft" fmla="*/ 0 w 416520"/>
                <a:gd name="textAreaRight" fmla="*/ 417960 w 416520"/>
                <a:gd name="textAreaTop" fmla="*/ 0 h 128160"/>
                <a:gd name="textAreaBottom" fmla="*/ 129600 h 128160"/>
              </a:gdLst>
              <a:ahLst/>
              <a:cxnLst/>
              <a:rect l="textAreaLeft" t="textAreaTop" r="textAreaRight" b="textAreaBottom"/>
              <a:pathLst>
                <a:path w="8241" h="2557">
                  <a:moveTo>
                    <a:pt x="7030" y="137"/>
                  </a:moveTo>
                  <a:cubicBezTo>
                    <a:pt x="6140" y="822"/>
                    <a:pt x="5090" y="1187"/>
                    <a:pt x="3972" y="1187"/>
                  </a:cubicBezTo>
                  <a:lnTo>
                    <a:pt x="3972" y="1187"/>
                  </a:lnTo>
                  <a:cubicBezTo>
                    <a:pt x="2922" y="1187"/>
                    <a:pt x="1940" y="868"/>
                    <a:pt x="1096" y="274"/>
                  </a:cubicBezTo>
                  <a:lnTo>
                    <a:pt x="1096" y="274"/>
                  </a:lnTo>
                  <a:cubicBezTo>
                    <a:pt x="776" y="46"/>
                    <a:pt x="343" y="115"/>
                    <a:pt x="137" y="434"/>
                  </a:cubicBezTo>
                  <a:lnTo>
                    <a:pt x="137" y="434"/>
                  </a:lnTo>
                  <a:cubicBezTo>
                    <a:pt x="46" y="548"/>
                    <a:pt x="0" y="685"/>
                    <a:pt x="0" y="822"/>
                  </a:cubicBezTo>
                  <a:lnTo>
                    <a:pt x="0" y="822"/>
                  </a:lnTo>
                  <a:cubicBezTo>
                    <a:pt x="0" y="1050"/>
                    <a:pt x="92" y="1256"/>
                    <a:pt x="297" y="1393"/>
                  </a:cubicBezTo>
                  <a:lnTo>
                    <a:pt x="297" y="1393"/>
                  </a:lnTo>
                  <a:cubicBezTo>
                    <a:pt x="1370" y="2146"/>
                    <a:pt x="2648" y="2557"/>
                    <a:pt x="3972" y="2557"/>
                  </a:cubicBezTo>
                  <a:lnTo>
                    <a:pt x="3972" y="2557"/>
                  </a:lnTo>
                  <a:cubicBezTo>
                    <a:pt x="5387" y="2557"/>
                    <a:pt x="6757" y="2100"/>
                    <a:pt x="7875" y="1233"/>
                  </a:cubicBezTo>
                  <a:lnTo>
                    <a:pt x="7875" y="1233"/>
                  </a:lnTo>
                  <a:cubicBezTo>
                    <a:pt x="8172" y="1005"/>
                    <a:pt x="8240" y="571"/>
                    <a:pt x="7989" y="274"/>
                  </a:cubicBezTo>
                  <a:lnTo>
                    <a:pt x="7989" y="274"/>
                  </a:lnTo>
                  <a:cubicBezTo>
                    <a:pt x="7852" y="92"/>
                    <a:pt x="7647" y="0"/>
                    <a:pt x="7441" y="0"/>
                  </a:cubicBezTo>
                  <a:lnTo>
                    <a:pt x="7441" y="0"/>
                  </a:lnTo>
                  <a:cubicBezTo>
                    <a:pt x="7304" y="0"/>
                    <a:pt x="7167" y="46"/>
                    <a:pt x="7030" y="137"/>
                  </a:cubicBezTo>
                </a:path>
              </a:pathLst>
            </a:custGeom>
            <a:gradFill rotWithShape="0">
              <a:gsLst>
                <a:gs pos="0">
                  <a:srgbClr val="002AB1"/>
                </a:gs>
                <a:gs pos="100000">
                  <a:srgbClr val="00E0FF"/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64800" rIns="90000" bIns="648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823" name="Google Shape;4192;p23"/>
            <p:cNvSpPr/>
            <p:nvPr/>
          </p:nvSpPr>
          <p:spPr>
            <a:xfrm>
              <a:off x="7945560" y="3908520"/>
              <a:ext cx="1117440" cy="1278360"/>
            </a:xfrm>
            <a:custGeom>
              <a:avLst/>
              <a:gdLst>
                <a:gd name="textAreaLeft" fmla="*/ 0 w 1117440"/>
                <a:gd name="textAreaRight" fmla="*/ 1118880 w 1117440"/>
                <a:gd name="textAreaTop" fmla="*/ 0 h 1278360"/>
                <a:gd name="textAreaBottom" fmla="*/ 1279800 h 1278360"/>
              </a:gdLst>
              <a:ahLst/>
              <a:cxnLst/>
              <a:rect l="textAreaLeft" t="textAreaTop" r="textAreaRight" b="textAreaBottom"/>
              <a:pathLst>
                <a:path w="22073" h="25246">
                  <a:moveTo>
                    <a:pt x="1" y="13719"/>
                  </a:moveTo>
                  <a:cubicBezTo>
                    <a:pt x="1" y="6141"/>
                    <a:pt x="6141" y="1"/>
                    <a:pt x="13719" y="1"/>
                  </a:cubicBezTo>
                  <a:cubicBezTo>
                    <a:pt x="16755" y="1"/>
                    <a:pt x="19653" y="959"/>
                    <a:pt x="22073" y="2808"/>
                  </a:cubicBezTo>
                  <a:lnTo>
                    <a:pt x="21228" y="3904"/>
                  </a:lnTo>
                  <a:cubicBezTo>
                    <a:pt x="19060" y="2238"/>
                    <a:pt x="16458" y="1370"/>
                    <a:pt x="13719" y="1370"/>
                  </a:cubicBezTo>
                  <a:cubicBezTo>
                    <a:pt x="6917" y="1370"/>
                    <a:pt x="1370" y="6917"/>
                    <a:pt x="1370" y="13719"/>
                  </a:cubicBezTo>
                  <a:cubicBezTo>
                    <a:pt x="1370" y="17919"/>
                    <a:pt x="3493" y="21799"/>
                    <a:pt x="7008" y="24081"/>
                  </a:cubicBezTo>
                  <a:lnTo>
                    <a:pt x="6278" y="25246"/>
                  </a:lnTo>
                  <a:cubicBezTo>
                    <a:pt x="2329" y="22712"/>
                    <a:pt x="1" y="18398"/>
                    <a:pt x="1" y="13719"/>
                  </a:cubicBezTo>
                </a:path>
              </a:pathLst>
            </a:custGeom>
            <a:gradFill rotWithShape="0">
              <a:gsLst>
                <a:gs pos="0">
                  <a:srgbClr val="FFFFFF">
                    <a:alpha val="50196"/>
                  </a:srgbClr>
                </a:gs>
                <a:gs pos="100000">
                  <a:srgbClr val="00031B">
                    <a:alpha val="16078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824" name="Google Shape;4193;p23"/>
            <p:cNvSpPr/>
            <p:nvPr/>
          </p:nvSpPr>
          <p:spPr>
            <a:xfrm>
              <a:off x="8247600" y="4043880"/>
              <a:ext cx="1087560" cy="1254240"/>
            </a:xfrm>
            <a:custGeom>
              <a:avLst/>
              <a:gdLst>
                <a:gd name="textAreaLeft" fmla="*/ 0 w 1087560"/>
                <a:gd name="textAreaRight" fmla="*/ 1089000 w 1087560"/>
                <a:gd name="textAreaTop" fmla="*/ 0 h 1254240"/>
                <a:gd name="textAreaBottom" fmla="*/ 1255680 h 1254240"/>
              </a:gdLst>
              <a:ahLst/>
              <a:cxnLst/>
              <a:rect l="textAreaLeft" t="textAreaTop" r="textAreaRight" b="textAreaBottom"/>
              <a:pathLst>
                <a:path w="21479" h="24766">
                  <a:moveTo>
                    <a:pt x="15133" y="274"/>
                  </a:moveTo>
                  <a:cubicBezTo>
                    <a:pt x="14905" y="571"/>
                    <a:pt x="14974" y="1005"/>
                    <a:pt x="15270" y="1233"/>
                  </a:cubicBezTo>
                  <a:lnTo>
                    <a:pt x="15270" y="1233"/>
                  </a:lnTo>
                  <a:cubicBezTo>
                    <a:pt x="18352" y="3607"/>
                    <a:pt x="20109" y="7167"/>
                    <a:pt x="20109" y="11048"/>
                  </a:cubicBezTo>
                  <a:lnTo>
                    <a:pt x="20109" y="11048"/>
                  </a:lnTo>
                  <a:cubicBezTo>
                    <a:pt x="20109" y="17850"/>
                    <a:pt x="14563" y="23396"/>
                    <a:pt x="7761" y="23396"/>
                  </a:cubicBezTo>
                  <a:lnTo>
                    <a:pt x="7761" y="23396"/>
                  </a:lnTo>
                  <a:cubicBezTo>
                    <a:pt x="5364" y="23396"/>
                    <a:pt x="3059" y="22711"/>
                    <a:pt x="1050" y="21410"/>
                  </a:cubicBezTo>
                  <a:lnTo>
                    <a:pt x="1050" y="21410"/>
                  </a:lnTo>
                  <a:cubicBezTo>
                    <a:pt x="731" y="21205"/>
                    <a:pt x="320" y="21296"/>
                    <a:pt x="114" y="21616"/>
                  </a:cubicBezTo>
                  <a:lnTo>
                    <a:pt x="114" y="21616"/>
                  </a:lnTo>
                  <a:cubicBezTo>
                    <a:pt x="23" y="21730"/>
                    <a:pt x="0" y="21867"/>
                    <a:pt x="0" y="22004"/>
                  </a:cubicBezTo>
                  <a:lnTo>
                    <a:pt x="0" y="22004"/>
                  </a:lnTo>
                  <a:cubicBezTo>
                    <a:pt x="0" y="22232"/>
                    <a:pt x="114" y="22438"/>
                    <a:pt x="320" y="22575"/>
                  </a:cubicBezTo>
                  <a:lnTo>
                    <a:pt x="320" y="22575"/>
                  </a:lnTo>
                  <a:cubicBezTo>
                    <a:pt x="2534" y="24013"/>
                    <a:pt x="5113" y="24766"/>
                    <a:pt x="7761" y="24766"/>
                  </a:cubicBezTo>
                  <a:lnTo>
                    <a:pt x="7761" y="24766"/>
                  </a:lnTo>
                  <a:cubicBezTo>
                    <a:pt x="15339" y="24766"/>
                    <a:pt x="21479" y="18603"/>
                    <a:pt x="21479" y="11048"/>
                  </a:cubicBezTo>
                  <a:lnTo>
                    <a:pt x="21479" y="11048"/>
                  </a:lnTo>
                  <a:cubicBezTo>
                    <a:pt x="21479" y="6734"/>
                    <a:pt x="19516" y="2762"/>
                    <a:pt x="16115" y="137"/>
                  </a:cubicBezTo>
                  <a:lnTo>
                    <a:pt x="16115" y="137"/>
                  </a:lnTo>
                  <a:cubicBezTo>
                    <a:pt x="15978" y="46"/>
                    <a:pt x="15841" y="0"/>
                    <a:pt x="15681" y="0"/>
                  </a:cubicBezTo>
                  <a:lnTo>
                    <a:pt x="15681" y="0"/>
                  </a:lnTo>
                  <a:cubicBezTo>
                    <a:pt x="15476" y="0"/>
                    <a:pt x="15270" y="92"/>
                    <a:pt x="15133" y="27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2AB1"/>
                </a:gs>
                <a:gs pos="100000">
                  <a:srgbClr val="00E0FF"/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grpSp>
        <p:nvGrpSpPr>
          <p:cNvPr id="1825" name="Google Shape;4194;p23"/>
          <p:cNvGrpSpPr/>
          <p:nvPr/>
        </p:nvGrpSpPr>
        <p:grpSpPr>
          <a:xfrm>
            <a:off x="-1954800" y="-1145520"/>
            <a:ext cx="3457800" cy="3195360"/>
            <a:chOff x="-1954800" y="-1145520"/>
            <a:chExt cx="3457800" cy="3195360"/>
          </a:xfrm>
        </p:grpSpPr>
        <p:sp>
          <p:nvSpPr>
            <p:cNvPr id="1826" name="Google Shape;4195;p23"/>
            <p:cNvSpPr/>
            <p:nvPr/>
          </p:nvSpPr>
          <p:spPr>
            <a:xfrm>
              <a:off x="-987480" y="-1145520"/>
              <a:ext cx="2490480" cy="2594520"/>
            </a:xfrm>
            <a:custGeom>
              <a:avLst/>
              <a:gdLst>
                <a:gd name="textAreaLeft" fmla="*/ 0 w 2490480"/>
                <a:gd name="textAreaRight" fmla="*/ 2491920 w 2490480"/>
                <a:gd name="textAreaTop" fmla="*/ 0 h 2594520"/>
                <a:gd name="textAreaBottom" fmla="*/ 2595960 h 2594520"/>
              </a:gdLst>
              <a:ahLst/>
              <a:cxnLst/>
              <a:rect l="textAreaLeft" t="textAreaTop" r="textAreaRight" b="textAreaBottom"/>
              <a:pathLst>
                <a:path w="41566" h="43301">
                  <a:moveTo>
                    <a:pt x="1" y="41497"/>
                  </a:moveTo>
                  <a:lnTo>
                    <a:pt x="252" y="43300"/>
                  </a:lnTo>
                  <a:lnTo>
                    <a:pt x="41566" y="1804"/>
                  </a:lnTo>
                  <a:lnTo>
                    <a:pt x="41315" y="1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71372"/>
                  </a:srgbClr>
                </a:gs>
                <a:gs pos="100000">
                  <a:srgbClr val="00E0FF">
                    <a:alpha val="69019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827" name="Google Shape;4196;p23"/>
            <p:cNvSpPr/>
            <p:nvPr/>
          </p:nvSpPr>
          <p:spPr>
            <a:xfrm>
              <a:off x="-1572840" y="-115200"/>
              <a:ext cx="1877400" cy="1956600"/>
            </a:xfrm>
            <a:custGeom>
              <a:avLst/>
              <a:gdLst>
                <a:gd name="textAreaLeft" fmla="*/ 0 w 1877400"/>
                <a:gd name="textAreaRight" fmla="*/ 1878840 w 1877400"/>
                <a:gd name="textAreaTop" fmla="*/ 0 h 1956600"/>
                <a:gd name="textAreaBottom" fmla="*/ 1958040 h 1956600"/>
              </a:gdLst>
              <a:ahLst/>
              <a:cxnLst/>
              <a:rect l="textAreaLeft" t="textAreaTop" r="textAreaRight" b="textAreaBottom"/>
              <a:pathLst>
                <a:path w="31340" h="32663">
                  <a:moveTo>
                    <a:pt x="31157" y="0"/>
                  </a:moveTo>
                  <a:lnTo>
                    <a:pt x="1" y="31293"/>
                  </a:lnTo>
                  <a:lnTo>
                    <a:pt x="183" y="32663"/>
                  </a:lnTo>
                  <a:lnTo>
                    <a:pt x="31340" y="1370"/>
                  </a:lnTo>
                  <a:lnTo>
                    <a:pt x="31157" y="0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71372"/>
                  </a:srgbClr>
                </a:gs>
                <a:gs pos="100000">
                  <a:srgbClr val="00E0FF">
                    <a:alpha val="69019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828" name="Google Shape;4197;p23"/>
            <p:cNvSpPr/>
            <p:nvPr/>
          </p:nvSpPr>
          <p:spPr>
            <a:xfrm>
              <a:off x="-493200" y="-684360"/>
              <a:ext cx="1877400" cy="1955520"/>
            </a:xfrm>
            <a:custGeom>
              <a:avLst/>
              <a:gdLst>
                <a:gd name="textAreaLeft" fmla="*/ 0 w 1877400"/>
                <a:gd name="textAreaRight" fmla="*/ 1878840 w 1877400"/>
                <a:gd name="textAreaTop" fmla="*/ 0 h 1955520"/>
                <a:gd name="textAreaBottom" fmla="*/ 1956960 h 1955520"/>
              </a:gdLst>
              <a:ahLst/>
              <a:cxnLst/>
              <a:rect l="textAreaLeft" t="textAreaTop" r="textAreaRight" b="textAreaBottom"/>
              <a:pathLst>
                <a:path w="31340" h="32641">
                  <a:moveTo>
                    <a:pt x="31157" y="1"/>
                  </a:moveTo>
                  <a:lnTo>
                    <a:pt x="1" y="31294"/>
                  </a:lnTo>
                  <a:lnTo>
                    <a:pt x="183" y="32641"/>
                  </a:lnTo>
                  <a:lnTo>
                    <a:pt x="31340" y="1370"/>
                  </a:lnTo>
                  <a:lnTo>
                    <a:pt x="31157" y="1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71372"/>
                  </a:srgbClr>
                </a:gs>
                <a:gs pos="100000">
                  <a:srgbClr val="00E0FF">
                    <a:alpha val="69019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829" name="Google Shape;4198;p23"/>
            <p:cNvSpPr/>
            <p:nvPr/>
          </p:nvSpPr>
          <p:spPr>
            <a:xfrm>
              <a:off x="-1039320" y="-298440"/>
              <a:ext cx="1877400" cy="1955520"/>
            </a:xfrm>
            <a:custGeom>
              <a:avLst/>
              <a:gdLst>
                <a:gd name="textAreaLeft" fmla="*/ 0 w 1877400"/>
                <a:gd name="textAreaRight" fmla="*/ 1878840 w 1877400"/>
                <a:gd name="textAreaTop" fmla="*/ 0 h 1955520"/>
                <a:gd name="textAreaBottom" fmla="*/ 1956960 h 1955520"/>
              </a:gdLst>
              <a:ahLst/>
              <a:cxnLst/>
              <a:rect l="textAreaLeft" t="textAreaTop" r="textAreaRight" b="textAreaBottom"/>
              <a:pathLst>
                <a:path w="31340" h="32641">
                  <a:moveTo>
                    <a:pt x="31157" y="0"/>
                  </a:moveTo>
                  <a:lnTo>
                    <a:pt x="0" y="31294"/>
                  </a:lnTo>
                  <a:lnTo>
                    <a:pt x="183" y="32641"/>
                  </a:lnTo>
                  <a:lnTo>
                    <a:pt x="31340" y="1347"/>
                  </a:lnTo>
                  <a:lnTo>
                    <a:pt x="31157" y="0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71372"/>
                  </a:srgbClr>
                </a:gs>
                <a:gs pos="100000">
                  <a:srgbClr val="00E0FF">
                    <a:alpha val="69019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830" name="Google Shape;4199;p23"/>
            <p:cNvSpPr/>
            <p:nvPr/>
          </p:nvSpPr>
          <p:spPr>
            <a:xfrm>
              <a:off x="-1954800" y="-543240"/>
              <a:ext cx="2489040" cy="2593080"/>
            </a:xfrm>
            <a:custGeom>
              <a:avLst/>
              <a:gdLst>
                <a:gd name="textAreaLeft" fmla="*/ 0 w 2489040"/>
                <a:gd name="textAreaRight" fmla="*/ 2490480 w 2489040"/>
                <a:gd name="textAreaTop" fmla="*/ 0 h 2593080"/>
                <a:gd name="textAreaBottom" fmla="*/ 2594520 h 2593080"/>
              </a:gdLst>
              <a:ahLst/>
              <a:cxnLst/>
              <a:rect l="textAreaLeft" t="textAreaTop" r="textAreaRight" b="textAreaBottom"/>
              <a:pathLst>
                <a:path w="41543" h="43278">
                  <a:moveTo>
                    <a:pt x="41314" y="1"/>
                  </a:moveTo>
                  <a:lnTo>
                    <a:pt x="0" y="41474"/>
                  </a:lnTo>
                  <a:lnTo>
                    <a:pt x="229" y="43277"/>
                  </a:lnTo>
                  <a:lnTo>
                    <a:pt x="41542" y="1804"/>
                  </a:lnTo>
                  <a:lnTo>
                    <a:pt x="41314" y="1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71372"/>
                  </a:srgbClr>
                </a:gs>
                <a:gs pos="100000">
                  <a:srgbClr val="00E0FF">
                    <a:alpha val="69019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831" name="Google Shape;4200;p23"/>
            <p:cNvSpPr/>
            <p:nvPr/>
          </p:nvSpPr>
          <p:spPr>
            <a:xfrm>
              <a:off x="-303120" y="-659520"/>
              <a:ext cx="1284840" cy="1379160"/>
            </a:xfrm>
            <a:custGeom>
              <a:avLst/>
              <a:gdLst>
                <a:gd name="textAreaLeft" fmla="*/ 0 w 1284840"/>
                <a:gd name="textAreaRight" fmla="*/ 1286280 w 1284840"/>
                <a:gd name="textAreaTop" fmla="*/ 0 h 1379160"/>
                <a:gd name="textAreaBottom" fmla="*/ 1380600 h 1379160"/>
              </a:gdLst>
              <a:ahLst/>
              <a:cxnLst/>
              <a:rect l="textAreaLeft" t="textAreaTop" r="textAreaRight" b="textAreaBottom"/>
              <a:pathLst>
                <a:path w="21457" h="23032">
                  <a:moveTo>
                    <a:pt x="21411" y="1"/>
                  </a:moveTo>
                  <a:lnTo>
                    <a:pt x="0" y="21434"/>
                  </a:lnTo>
                  <a:lnTo>
                    <a:pt x="23" y="23031"/>
                  </a:lnTo>
                  <a:lnTo>
                    <a:pt x="21456" y="1598"/>
                  </a:lnTo>
                  <a:lnTo>
                    <a:pt x="21411" y="1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71372"/>
                  </a:srgbClr>
                </a:gs>
                <a:gs pos="100000">
                  <a:srgbClr val="00E0FF">
                    <a:alpha val="69019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grpSp>
        <p:nvGrpSpPr>
          <p:cNvPr id="1832" name="Google Shape;4201;p23"/>
          <p:cNvGrpSpPr/>
          <p:nvPr/>
        </p:nvGrpSpPr>
        <p:grpSpPr>
          <a:xfrm>
            <a:off x="189000" y="4741920"/>
            <a:ext cx="1046880" cy="243720"/>
            <a:chOff x="189000" y="4741920"/>
            <a:chExt cx="1046880" cy="243720"/>
          </a:xfrm>
        </p:grpSpPr>
        <p:sp>
          <p:nvSpPr>
            <p:cNvPr id="1833" name="Google Shape;4202;p23"/>
            <p:cNvSpPr/>
            <p:nvPr/>
          </p:nvSpPr>
          <p:spPr>
            <a:xfrm>
              <a:off x="189000" y="4741920"/>
              <a:ext cx="212400" cy="243720"/>
            </a:xfrm>
            <a:custGeom>
              <a:avLst/>
              <a:gdLst>
                <a:gd name="textAreaLeft" fmla="*/ 0 w 212400"/>
                <a:gd name="textAreaRight" fmla="*/ 213840 w 212400"/>
                <a:gd name="textAreaTop" fmla="*/ 0 h 243720"/>
                <a:gd name="textAreaBottom" fmla="*/ 245160 h 243720"/>
              </a:gdLst>
              <a:ahLst/>
              <a:cxnLst/>
              <a:rect l="textAreaLeft" t="textAreaTop" r="textAreaRight" b="textAreaBottom"/>
              <a:pathLst>
                <a:path w="2649" h="3037">
                  <a:moveTo>
                    <a:pt x="2649" y="1"/>
                  </a:moveTo>
                  <a:lnTo>
                    <a:pt x="1" y="1530"/>
                  </a:lnTo>
                  <a:lnTo>
                    <a:pt x="2649" y="3036"/>
                  </a:lnTo>
                  <a:lnTo>
                    <a:pt x="2649" y="1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52156"/>
                  </a:srgbClr>
                </a:gs>
                <a:gs pos="100000">
                  <a:srgbClr val="3EE7F0">
                    <a:alpha val="50196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834" name="Google Shape;4203;p23"/>
            <p:cNvSpPr/>
            <p:nvPr/>
          </p:nvSpPr>
          <p:spPr>
            <a:xfrm>
              <a:off x="605160" y="4741920"/>
              <a:ext cx="212400" cy="243720"/>
            </a:xfrm>
            <a:custGeom>
              <a:avLst/>
              <a:gdLst>
                <a:gd name="textAreaLeft" fmla="*/ 0 w 212400"/>
                <a:gd name="textAreaRight" fmla="*/ 213840 w 212400"/>
                <a:gd name="textAreaTop" fmla="*/ 0 h 243720"/>
                <a:gd name="textAreaBottom" fmla="*/ 245160 h 243720"/>
              </a:gdLst>
              <a:ahLst/>
              <a:cxnLst/>
              <a:rect l="textAreaLeft" t="textAreaTop" r="textAreaRight" b="textAreaBottom"/>
              <a:pathLst>
                <a:path w="2649" h="3037">
                  <a:moveTo>
                    <a:pt x="2648" y="1"/>
                  </a:moveTo>
                  <a:lnTo>
                    <a:pt x="0" y="1530"/>
                  </a:lnTo>
                  <a:lnTo>
                    <a:pt x="2648" y="3036"/>
                  </a:lnTo>
                  <a:lnTo>
                    <a:pt x="2648" y="1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52156"/>
                  </a:srgbClr>
                </a:gs>
                <a:gs pos="100000">
                  <a:srgbClr val="3EE7F0">
                    <a:alpha val="50196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835" name="Google Shape;4204;p23"/>
            <p:cNvSpPr/>
            <p:nvPr/>
          </p:nvSpPr>
          <p:spPr>
            <a:xfrm>
              <a:off x="1023480" y="4741920"/>
              <a:ext cx="212400" cy="243720"/>
            </a:xfrm>
            <a:custGeom>
              <a:avLst/>
              <a:gdLst>
                <a:gd name="textAreaLeft" fmla="*/ 0 w 212400"/>
                <a:gd name="textAreaRight" fmla="*/ 213840 w 212400"/>
                <a:gd name="textAreaTop" fmla="*/ 0 h 243720"/>
                <a:gd name="textAreaBottom" fmla="*/ 245160 h 243720"/>
              </a:gdLst>
              <a:ahLst/>
              <a:cxnLst/>
              <a:rect l="textAreaLeft" t="textAreaTop" r="textAreaRight" b="textAreaBottom"/>
              <a:pathLst>
                <a:path w="2649" h="3037">
                  <a:moveTo>
                    <a:pt x="2648" y="1"/>
                  </a:moveTo>
                  <a:lnTo>
                    <a:pt x="1" y="1530"/>
                  </a:lnTo>
                  <a:lnTo>
                    <a:pt x="2648" y="3036"/>
                  </a:lnTo>
                  <a:lnTo>
                    <a:pt x="2648" y="1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52156"/>
                  </a:srgbClr>
                </a:gs>
                <a:gs pos="100000">
                  <a:srgbClr val="3EE7F0">
                    <a:alpha val="50196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grpSp>
        <p:nvGrpSpPr>
          <p:cNvPr id="1836" name="Google Shape;4206;p23"/>
          <p:cNvGrpSpPr/>
          <p:nvPr/>
        </p:nvGrpSpPr>
        <p:grpSpPr>
          <a:xfrm>
            <a:off x="7905240" y="416880"/>
            <a:ext cx="1046880" cy="243720"/>
            <a:chOff x="7905240" y="416880"/>
            <a:chExt cx="1046880" cy="243720"/>
          </a:xfrm>
        </p:grpSpPr>
        <p:sp>
          <p:nvSpPr>
            <p:cNvPr id="1837" name="Google Shape;4207;p23"/>
            <p:cNvSpPr/>
            <p:nvPr/>
          </p:nvSpPr>
          <p:spPr>
            <a:xfrm flipH="1">
              <a:off x="8739720" y="416880"/>
              <a:ext cx="212400" cy="243720"/>
            </a:xfrm>
            <a:custGeom>
              <a:avLst/>
              <a:gdLst>
                <a:gd name="textAreaLeft" fmla="*/ -720 w 212400"/>
                <a:gd name="textAreaRight" fmla="*/ 213120 w 212400"/>
                <a:gd name="textAreaTop" fmla="*/ 0 h 243720"/>
                <a:gd name="textAreaBottom" fmla="*/ 245160 h 243720"/>
              </a:gdLst>
              <a:ahLst/>
              <a:cxnLst/>
              <a:rect l="textAreaLeft" t="textAreaTop" r="textAreaRight" b="textAreaBottom"/>
              <a:pathLst>
                <a:path w="2649" h="3037">
                  <a:moveTo>
                    <a:pt x="2649" y="1"/>
                  </a:moveTo>
                  <a:lnTo>
                    <a:pt x="1" y="1530"/>
                  </a:lnTo>
                  <a:lnTo>
                    <a:pt x="2649" y="3036"/>
                  </a:lnTo>
                  <a:lnTo>
                    <a:pt x="2649" y="1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52156"/>
                  </a:srgbClr>
                </a:gs>
                <a:gs pos="100000">
                  <a:srgbClr val="3EE7F0">
                    <a:alpha val="50196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838" name="Google Shape;4208;p23"/>
            <p:cNvSpPr/>
            <p:nvPr/>
          </p:nvSpPr>
          <p:spPr>
            <a:xfrm flipH="1">
              <a:off x="8323560" y="416880"/>
              <a:ext cx="212400" cy="243720"/>
            </a:xfrm>
            <a:custGeom>
              <a:avLst/>
              <a:gdLst>
                <a:gd name="textAreaLeft" fmla="*/ -720 w 212400"/>
                <a:gd name="textAreaRight" fmla="*/ 213120 w 212400"/>
                <a:gd name="textAreaTop" fmla="*/ 0 h 243720"/>
                <a:gd name="textAreaBottom" fmla="*/ 245160 h 243720"/>
              </a:gdLst>
              <a:ahLst/>
              <a:cxnLst/>
              <a:rect l="textAreaLeft" t="textAreaTop" r="textAreaRight" b="textAreaBottom"/>
              <a:pathLst>
                <a:path w="2649" h="3037">
                  <a:moveTo>
                    <a:pt x="2648" y="1"/>
                  </a:moveTo>
                  <a:lnTo>
                    <a:pt x="0" y="1530"/>
                  </a:lnTo>
                  <a:lnTo>
                    <a:pt x="2648" y="3036"/>
                  </a:lnTo>
                  <a:lnTo>
                    <a:pt x="2648" y="1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52156"/>
                  </a:srgbClr>
                </a:gs>
                <a:gs pos="100000">
                  <a:srgbClr val="3EE7F0">
                    <a:alpha val="50196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839" name="Google Shape;4209;p23"/>
            <p:cNvSpPr/>
            <p:nvPr/>
          </p:nvSpPr>
          <p:spPr>
            <a:xfrm flipH="1">
              <a:off x="7905240" y="416880"/>
              <a:ext cx="212400" cy="243720"/>
            </a:xfrm>
            <a:custGeom>
              <a:avLst/>
              <a:gdLst>
                <a:gd name="textAreaLeft" fmla="*/ -720 w 212400"/>
                <a:gd name="textAreaRight" fmla="*/ 213120 w 212400"/>
                <a:gd name="textAreaTop" fmla="*/ 0 h 243720"/>
                <a:gd name="textAreaBottom" fmla="*/ 245160 h 243720"/>
              </a:gdLst>
              <a:ahLst/>
              <a:cxnLst/>
              <a:rect l="textAreaLeft" t="textAreaTop" r="textAreaRight" b="textAreaBottom"/>
              <a:pathLst>
                <a:path w="2649" h="3037">
                  <a:moveTo>
                    <a:pt x="2648" y="1"/>
                  </a:moveTo>
                  <a:lnTo>
                    <a:pt x="1" y="1530"/>
                  </a:lnTo>
                  <a:lnTo>
                    <a:pt x="2648" y="3036"/>
                  </a:lnTo>
                  <a:lnTo>
                    <a:pt x="2648" y="1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52156"/>
                  </a:srgbClr>
                </a:gs>
                <a:gs pos="100000">
                  <a:srgbClr val="3EE7F0">
                    <a:alpha val="50196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184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GB" sz="4400" b="0" strike="noStrike" spc="-1">
                <a:solidFill>
                  <a:srgbClr val="FFFFFF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84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3200" b="0" strike="noStrike" spc="-1">
                <a:solidFill>
                  <a:srgbClr val="FFFFFF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GB" sz="2800" b="0" strike="noStrike" spc="-1">
                <a:solidFill>
                  <a:srgbClr val="FFFFFF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2400" b="0" strike="noStrike" spc="-1">
                <a:solidFill>
                  <a:srgbClr val="FFFFFF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GB" sz="2000" b="0" strike="noStrike" spc="-1">
                <a:solidFill>
                  <a:srgbClr val="FFFFFF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solidFill>
                  <a:srgbClr val="FFFFFF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solidFill>
                  <a:srgbClr val="FFFFFF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solidFill>
                  <a:srgbClr val="FFFFFF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5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2AB1"/>
            </a:gs>
            <a:gs pos="100000">
              <a:srgbClr val="00031B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8" name="Google Shape;1138;p8"/>
          <p:cNvGrpSpPr/>
          <p:nvPr/>
        </p:nvGrpSpPr>
        <p:grpSpPr>
          <a:xfrm>
            <a:off x="0" y="0"/>
            <a:ext cx="9142560" cy="5142240"/>
            <a:chOff x="0" y="0"/>
            <a:chExt cx="9142560" cy="5142240"/>
          </a:xfrm>
        </p:grpSpPr>
        <p:sp>
          <p:nvSpPr>
            <p:cNvPr id="1879" name="Google Shape;1139;p8"/>
            <p:cNvSpPr/>
            <p:nvPr/>
          </p:nvSpPr>
          <p:spPr>
            <a:xfrm>
              <a:off x="9104760" y="0"/>
              <a:ext cx="3240" cy="5139720"/>
            </a:xfrm>
            <a:custGeom>
              <a:avLst/>
              <a:gdLst>
                <a:gd name="textAreaLeft" fmla="*/ 0 w 3240"/>
                <a:gd name="textAreaRight" fmla="*/ 4680 w 324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46" h="49235">
                  <a:moveTo>
                    <a:pt x="0" y="0"/>
                  </a:moveTo>
                  <a:lnTo>
                    <a:pt x="0" y="49235"/>
                  </a:lnTo>
                  <a:lnTo>
                    <a:pt x="46" y="4923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880" name="Google Shape;1140;p8"/>
            <p:cNvSpPr/>
            <p:nvPr/>
          </p:nvSpPr>
          <p:spPr>
            <a:xfrm>
              <a:off x="8775720" y="0"/>
              <a:ext cx="3240" cy="5139720"/>
            </a:xfrm>
            <a:custGeom>
              <a:avLst/>
              <a:gdLst>
                <a:gd name="textAreaLeft" fmla="*/ 0 w 3240"/>
                <a:gd name="textAreaRight" fmla="*/ 4680 w 324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46" h="49235">
                  <a:moveTo>
                    <a:pt x="0" y="0"/>
                  </a:moveTo>
                  <a:lnTo>
                    <a:pt x="0" y="49235"/>
                  </a:lnTo>
                  <a:lnTo>
                    <a:pt x="46" y="4923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881" name="Google Shape;1141;p8"/>
            <p:cNvSpPr/>
            <p:nvPr/>
          </p:nvSpPr>
          <p:spPr>
            <a:xfrm>
              <a:off x="844920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0" y="0"/>
                  </a:moveTo>
                  <a:lnTo>
                    <a:pt x="0" y="49235"/>
                  </a:lnTo>
                  <a:lnTo>
                    <a:pt x="23" y="4923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882" name="Google Shape;1142;p8"/>
            <p:cNvSpPr/>
            <p:nvPr/>
          </p:nvSpPr>
          <p:spPr>
            <a:xfrm>
              <a:off x="812052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0" y="0"/>
                  </a:moveTo>
                  <a:lnTo>
                    <a:pt x="0" y="49235"/>
                  </a:lnTo>
                  <a:lnTo>
                    <a:pt x="23" y="4923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883" name="Google Shape;1143;p8"/>
            <p:cNvSpPr/>
            <p:nvPr/>
          </p:nvSpPr>
          <p:spPr>
            <a:xfrm>
              <a:off x="779148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0" y="0"/>
                  </a:moveTo>
                  <a:lnTo>
                    <a:pt x="0" y="49235"/>
                  </a:lnTo>
                  <a:lnTo>
                    <a:pt x="23" y="4923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884" name="Google Shape;1144;p8"/>
            <p:cNvSpPr/>
            <p:nvPr/>
          </p:nvSpPr>
          <p:spPr>
            <a:xfrm>
              <a:off x="746244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1" y="0"/>
                  </a:moveTo>
                  <a:lnTo>
                    <a:pt x="1" y="49235"/>
                  </a:lnTo>
                  <a:lnTo>
                    <a:pt x="23" y="4923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885" name="Google Shape;1145;p8"/>
            <p:cNvSpPr/>
            <p:nvPr/>
          </p:nvSpPr>
          <p:spPr>
            <a:xfrm>
              <a:off x="7133760" y="0"/>
              <a:ext cx="3600" cy="5139720"/>
            </a:xfrm>
            <a:custGeom>
              <a:avLst/>
              <a:gdLst>
                <a:gd name="textAreaLeft" fmla="*/ 0 w 3600"/>
                <a:gd name="textAreaRight" fmla="*/ 5040 w 360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47" h="49235">
                  <a:moveTo>
                    <a:pt x="1" y="0"/>
                  </a:moveTo>
                  <a:lnTo>
                    <a:pt x="1" y="49235"/>
                  </a:lnTo>
                  <a:lnTo>
                    <a:pt x="46" y="4923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886" name="Google Shape;1146;p8"/>
            <p:cNvSpPr/>
            <p:nvPr/>
          </p:nvSpPr>
          <p:spPr>
            <a:xfrm>
              <a:off x="6804720" y="0"/>
              <a:ext cx="3600" cy="5139720"/>
            </a:xfrm>
            <a:custGeom>
              <a:avLst/>
              <a:gdLst>
                <a:gd name="textAreaLeft" fmla="*/ 0 w 3600"/>
                <a:gd name="textAreaRight" fmla="*/ 5040 w 360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47" h="49235">
                  <a:moveTo>
                    <a:pt x="1" y="0"/>
                  </a:moveTo>
                  <a:lnTo>
                    <a:pt x="1" y="49235"/>
                  </a:lnTo>
                  <a:lnTo>
                    <a:pt x="46" y="4923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887" name="Google Shape;1147;p8"/>
            <p:cNvSpPr/>
            <p:nvPr/>
          </p:nvSpPr>
          <p:spPr>
            <a:xfrm>
              <a:off x="647820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1" y="0"/>
                  </a:moveTo>
                  <a:lnTo>
                    <a:pt x="1" y="49235"/>
                  </a:lnTo>
                  <a:lnTo>
                    <a:pt x="24" y="49235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888" name="Google Shape;1148;p8"/>
            <p:cNvSpPr/>
            <p:nvPr/>
          </p:nvSpPr>
          <p:spPr>
            <a:xfrm>
              <a:off x="614916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1" y="0"/>
                  </a:moveTo>
                  <a:lnTo>
                    <a:pt x="1" y="49235"/>
                  </a:lnTo>
                  <a:lnTo>
                    <a:pt x="24" y="49235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889" name="Google Shape;1149;p8"/>
            <p:cNvSpPr/>
            <p:nvPr/>
          </p:nvSpPr>
          <p:spPr>
            <a:xfrm>
              <a:off x="582048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1" y="0"/>
                  </a:moveTo>
                  <a:lnTo>
                    <a:pt x="1" y="49235"/>
                  </a:lnTo>
                  <a:lnTo>
                    <a:pt x="24" y="49235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890" name="Google Shape;1150;p8"/>
            <p:cNvSpPr/>
            <p:nvPr/>
          </p:nvSpPr>
          <p:spPr>
            <a:xfrm>
              <a:off x="549144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3" h="49235">
                  <a:moveTo>
                    <a:pt x="0" y="0"/>
                  </a:moveTo>
                  <a:lnTo>
                    <a:pt x="0" y="49235"/>
                  </a:lnTo>
                  <a:lnTo>
                    <a:pt x="23" y="4923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891" name="Google Shape;1151;p8"/>
            <p:cNvSpPr/>
            <p:nvPr/>
          </p:nvSpPr>
          <p:spPr>
            <a:xfrm>
              <a:off x="516276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3" h="49235">
                  <a:moveTo>
                    <a:pt x="0" y="0"/>
                  </a:moveTo>
                  <a:lnTo>
                    <a:pt x="0" y="49235"/>
                  </a:lnTo>
                  <a:lnTo>
                    <a:pt x="23" y="4923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892" name="Google Shape;1152;p8"/>
            <p:cNvSpPr/>
            <p:nvPr/>
          </p:nvSpPr>
          <p:spPr>
            <a:xfrm>
              <a:off x="4833720" y="0"/>
              <a:ext cx="3240" cy="5139720"/>
            </a:xfrm>
            <a:custGeom>
              <a:avLst/>
              <a:gdLst>
                <a:gd name="textAreaLeft" fmla="*/ 0 w 3240"/>
                <a:gd name="textAreaRight" fmla="*/ 4680 w 324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46" h="49235">
                  <a:moveTo>
                    <a:pt x="0" y="0"/>
                  </a:moveTo>
                  <a:lnTo>
                    <a:pt x="0" y="49235"/>
                  </a:lnTo>
                  <a:lnTo>
                    <a:pt x="46" y="4923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893" name="Google Shape;1153;p8"/>
            <p:cNvSpPr/>
            <p:nvPr/>
          </p:nvSpPr>
          <p:spPr>
            <a:xfrm>
              <a:off x="4504680" y="0"/>
              <a:ext cx="3600" cy="5139720"/>
            </a:xfrm>
            <a:custGeom>
              <a:avLst/>
              <a:gdLst>
                <a:gd name="textAreaLeft" fmla="*/ 0 w 3600"/>
                <a:gd name="textAreaRight" fmla="*/ 5040 w 360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47" h="49235">
                  <a:moveTo>
                    <a:pt x="0" y="0"/>
                  </a:moveTo>
                  <a:lnTo>
                    <a:pt x="0" y="49235"/>
                  </a:lnTo>
                  <a:lnTo>
                    <a:pt x="46" y="4923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894" name="Google Shape;1154;p8"/>
            <p:cNvSpPr/>
            <p:nvPr/>
          </p:nvSpPr>
          <p:spPr>
            <a:xfrm>
              <a:off x="417816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0" y="0"/>
                  </a:moveTo>
                  <a:lnTo>
                    <a:pt x="0" y="49235"/>
                  </a:lnTo>
                  <a:lnTo>
                    <a:pt x="23" y="4923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895" name="Google Shape;1155;p8"/>
            <p:cNvSpPr/>
            <p:nvPr/>
          </p:nvSpPr>
          <p:spPr>
            <a:xfrm>
              <a:off x="319140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1" y="0"/>
                  </a:moveTo>
                  <a:lnTo>
                    <a:pt x="1" y="49235"/>
                  </a:lnTo>
                  <a:lnTo>
                    <a:pt x="23" y="4923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896" name="Google Shape;1156;p8"/>
            <p:cNvSpPr/>
            <p:nvPr/>
          </p:nvSpPr>
          <p:spPr>
            <a:xfrm>
              <a:off x="2533680" y="0"/>
              <a:ext cx="3600" cy="5139720"/>
            </a:xfrm>
            <a:custGeom>
              <a:avLst/>
              <a:gdLst>
                <a:gd name="textAreaLeft" fmla="*/ 0 w 3600"/>
                <a:gd name="textAreaRight" fmla="*/ 5040 w 360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47" h="49235">
                  <a:moveTo>
                    <a:pt x="1" y="0"/>
                  </a:moveTo>
                  <a:lnTo>
                    <a:pt x="1" y="49235"/>
                  </a:lnTo>
                  <a:lnTo>
                    <a:pt x="46" y="4923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897" name="Google Shape;1157;p8"/>
            <p:cNvSpPr/>
            <p:nvPr/>
          </p:nvSpPr>
          <p:spPr>
            <a:xfrm>
              <a:off x="187812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1" y="0"/>
                  </a:moveTo>
                  <a:lnTo>
                    <a:pt x="1" y="49235"/>
                  </a:lnTo>
                  <a:lnTo>
                    <a:pt x="24" y="49235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898" name="Google Shape;1158;p8"/>
            <p:cNvSpPr/>
            <p:nvPr/>
          </p:nvSpPr>
          <p:spPr>
            <a:xfrm>
              <a:off x="220716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1" y="0"/>
                  </a:moveTo>
                  <a:lnTo>
                    <a:pt x="1" y="49235"/>
                  </a:lnTo>
                  <a:lnTo>
                    <a:pt x="24" y="49235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899" name="Google Shape;1159;p8"/>
            <p:cNvSpPr/>
            <p:nvPr/>
          </p:nvSpPr>
          <p:spPr>
            <a:xfrm>
              <a:off x="2862360" y="0"/>
              <a:ext cx="3600" cy="5139720"/>
            </a:xfrm>
            <a:custGeom>
              <a:avLst/>
              <a:gdLst>
                <a:gd name="textAreaLeft" fmla="*/ 0 w 3600"/>
                <a:gd name="textAreaRight" fmla="*/ 5040 w 360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47" h="49235">
                  <a:moveTo>
                    <a:pt x="1" y="0"/>
                  </a:moveTo>
                  <a:lnTo>
                    <a:pt x="1" y="49235"/>
                  </a:lnTo>
                  <a:lnTo>
                    <a:pt x="46" y="4923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900" name="Google Shape;1160;p8"/>
            <p:cNvSpPr/>
            <p:nvPr/>
          </p:nvSpPr>
          <p:spPr>
            <a:xfrm>
              <a:off x="352044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1" y="0"/>
                  </a:moveTo>
                  <a:lnTo>
                    <a:pt x="1" y="49235"/>
                  </a:lnTo>
                  <a:lnTo>
                    <a:pt x="23" y="4923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901" name="Google Shape;1161;p8"/>
            <p:cNvSpPr/>
            <p:nvPr/>
          </p:nvSpPr>
          <p:spPr>
            <a:xfrm>
              <a:off x="384948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0" y="0"/>
                  </a:moveTo>
                  <a:lnTo>
                    <a:pt x="0" y="49235"/>
                  </a:lnTo>
                  <a:lnTo>
                    <a:pt x="23" y="4923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902" name="Google Shape;1162;p8"/>
            <p:cNvSpPr/>
            <p:nvPr/>
          </p:nvSpPr>
          <p:spPr>
            <a:xfrm>
              <a:off x="154908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1" y="0"/>
                  </a:moveTo>
                  <a:lnTo>
                    <a:pt x="1" y="49235"/>
                  </a:lnTo>
                  <a:lnTo>
                    <a:pt x="24" y="49235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903" name="Google Shape;1163;p8"/>
            <p:cNvSpPr/>
            <p:nvPr/>
          </p:nvSpPr>
          <p:spPr>
            <a:xfrm>
              <a:off x="122040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3" h="49235">
                  <a:moveTo>
                    <a:pt x="0" y="0"/>
                  </a:moveTo>
                  <a:lnTo>
                    <a:pt x="0" y="49235"/>
                  </a:lnTo>
                  <a:lnTo>
                    <a:pt x="23" y="4923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904" name="Google Shape;1164;p8"/>
            <p:cNvSpPr/>
            <p:nvPr/>
          </p:nvSpPr>
          <p:spPr>
            <a:xfrm>
              <a:off x="891360" y="0"/>
              <a:ext cx="3240" cy="5139720"/>
            </a:xfrm>
            <a:custGeom>
              <a:avLst/>
              <a:gdLst>
                <a:gd name="textAreaLeft" fmla="*/ 0 w 3240"/>
                <a:gd name="textAreaRight" fmla="*/ 4680 w 324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46" h="49235">
                  <a:moveTo>
                    <a:pt x="0" y="0"/>
                  </a:moveTo>
                  <a:lnTo>
                    <a:pt x="0" y="49235"/>
                  </a:lnTo>
                  <a:lnTo>
                    <a:pt x="46" y="4923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905" name="Google Shape;1165;p8"/>
            <p:cNvSpPr/>
            <p:nvPr/>
          </p:nvSpPr>
          <p:spPr>
            <a:xfrm>
              <a:off x="562680" y="0"/>
              <a:ext cx="3240" cy="5139720"/>
            </a:xfrm>
            <a:custGeom>
              <a:avLst/>
              <a:gdLst>
                <a:gd name="textAreaLeft" fmla="*/ 0 w 3240"/>
                <a:gd name="textAreaRight" fmla="*/ 4680 w 324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46" h="49235">
                  <a:moveTo>
                    <a:pt x="0" y="0"/>
                  </a:moveTo>
                  <a:lnTo>
                    <a:pt x="0" y="49235"/>
                  </a:lnTo>
                  <a:lnTo>
                    <a:pt x="46" y="4923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906" name="Google Shape;1166;p8"/>
            <p:cNvSpPr/>
            <p:nvPr/>
          </p:nvSpPr>
          <p:spPr>
            <a:xfrm>
              <a:off x="236160" y="0"/>
              <a:ext cx="1080" cy="5139720"/>
            </a:xfrm>
            <a:custGeom>
              <a:avLst/>
              <a:gdLst>
                <a:gd name="textAreaLeft" fmla="*/ 0 w 1080"/>
                <a:gd name="textAreaRight" fmla="*/ 2520 w 1080"/>
                <a:gd name="textAreaTop" fmla="*/ 0 h 5139720"/>
                <a:gd name="textAreaBottom" fmla="*/ 5141160 h 5139720"/>
              </a:gdLst>
              <a:ahLst/>
              <a:cxnLst/>
              <a:rect l="textAreaLeft" t="textAreaTop" r="textAreaRight" b="textAreaBottom"/>
              <a:pathLst>
                <a:path w="24" h="49235">
                  <a:moveTo>
                    <a:pt x="0" y="0"/>
                  </a:moveTo>
                  <a:lnTo>
                    <a:pt x="0" y="49235"/>
                  </a:lnTo>
                  <a:lnTo>
                    <a:pt x="23" y="4923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907" name="Google Shape;1167;p8"/>
            <p:cNvSpPr/>
            <p:nvPr/>
          </p:nvSpPr>
          <p:spPr>
            <a:xfrm>
              <a:off x="0" y="514116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1"/>
                  </a:moveTo>
                  <a:lnTo>
                    <a:pt x="1" y="23"/>
                  </a:lnTo>
                  <a:lnTo>
                    <a:pt x="108352" y="23"/>
                  </a:lnTo>
                  <a:lnTo>
                    <a:pt x="108352" y="1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908" name="Google Shape;1168;p8"/>
            <p:cNvSpPr/>
            <p:nvPr/>
          </p:nvSpPr>
          <p:spPr>
            <a:xfrm>
              <a:off x="0" y="492660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0"/>
                  </a:moveTo>
                  <a:lnTo>
                    <a:pt x="1" y="23"/>
                  </a:lnTo>
                  <a:lnTo>
                    <a:pt x="108352" y="23"/>
                  </a:lnTo>
                  <a:lnTo>
                    <a:pt x="108352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909" name="Google Shape;1169;p8"/>
            <p:cNvSpPr/>
            <p:nvPr/>
          </p:nvSpPr>
          <p:spPr>
            <a:xfrm>
              <a:off x="0" y="471456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1"/>
                  </a:moveTo>
                  <a:lnTo>
                    <a:pt x="1" y="24"/>
                  </a:lnTo>
                  <a:lnTo>
                    <a:pt x="108352" y="24"/>
                  </a:lnTo>
                  <a:lnTo>
                    <a:pt x="108352" y="1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910" name="Google Shape;1170;p8"/>
            <p:cNvSpPr/>
            <p:nvPr/>
          </p:nvSpPr>
          <p:spPr>
            <a:xfrm>
              <a:off x="0" y="450000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1"/>
                  </a:moveTo>
                  <a:lnTo>
                    <a:pt x="1" y="23"/>
                  </a:lnTo>
                  <a:lnTo>
                    <a:pt x="108352" y="23"/>
                  </a:lnTo>
                  <a:lnTo>
                    <a:pt x="108352" y="1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911" name="Google Shape;1171;p8"/>
            <p:cNvSpPr/>
            <p:nvPr/>
          </p:nvSpPr>
          <p:spPr>
            <a:xfrm>
              <a:off x="0" y="428796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3">
                  <a:moveTo>
                    <a:pt x="1" y="0"/>
                  </a:moveTo>
                  <a:lnTo>
                    <a:pt x="1" y="23"/>
                  </a:lnTo>
                  <a:lnTo>
                    <a:pt x="108352" y="23"/>
                  </a:lnTo>
                  <a:lnTo>
                    <a:pt x="108352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912" name="Google Shape;1172;p8"/>
            <p:cNvSpPr/>
            <p:nvPr/>
          </p:nvSpPr>
          <p:spPr>
            <a:xfrm>
              <a:off x="0" y="407340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1"/>
                  </a:moveTo>
                  <a:lnTo>
                    <a:pt x="1" y="24"/>
                  </a:lnTo>
                  <a:lnTo>
                    <a:pt x="108352" y="24"/>
                  </a:lnTo>
                  <a:lnTo>
                    <a:pt x="108352" y="1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913" name="Google Shape;1173;p8"/>
            <p:cNvSpPr/>
            <p:nvPr/>
          </p:nvSpPr>
          <p:spPr>
            <a:xfrm>
              <a:off x="0" y="386136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0"/>
                  </a:moveTo>
                  <a:lnTo>
                    <a:pt x="1" y="23"/>
                  </a:lnTo>
                  <a:lnTo>
                    <a:pt x="108352" y="23"/>
                  </a:lnTo>
                  <a:lnTo>
                    <a:pt x="108352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914" name="Google Shape;1174;p8"/>
            <p:cNvSpPr/>
            <p:nvPr/>
          </p:nvSpPr>
          <p:spPr>
            <a:xfrm>
              <a:off x="0" y="364680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3">
                  <a:moveTo>
                    <a:pt x="1" y="0"/>
                  </a:moveTo>
                  <a:lnTo>
                    <a:pt x="1" y="23"/>
                  </a:lnTo>
                  <a:lnTo>
                    <a:pt x="108352" y="23"/>
                  </a:lnTo>
                  <a:lnTo>
                    <a:pt x="108352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915" name="Google Shape;1175;p8"/>
            <p:cNvSpPr/>
            <p:nvPr/>
          </p:nvSpPr>
          <p:spPr>
            <a:xfrm>
              <a:off x="0" y="343440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1"/>
                  </a:moveTo>
                  <a:lnTo>
                    <a:pt x="1" y="23"/>
                  </a:lnTo>
                  <a:lnTo>
                    <a:pt x="108352" y="23"/>
                  </a:lnTo>
                  <a:lnTo>
                    <a:pt x="108352" y="1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916" name="Google Shape;1176;p8"/>
            <p:cNvSpPr/>
            <p:nvPr/>
          </p:nvSpPr>
          <p:spPr>
            <a:xfrm>
              <a:off x="0" y="322020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0"/>
                  </a:moveTo>
                  <a:lnTo>
                    <a:pt x="1" y="23"/>
                  </a:lnTo>
                  <a:lnTo>
                    <a:pt x="108352" y="23"/>
                  </a:lnTo>
                  <a:lnTo>
                    <a:pt x="108352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917" name="Google Shape;1177;p8"/>
            <p:cNvSpPr/>
            <p:nvPr/>
          </p:nvSpPr>
          <p:spPr>
            <a:xfrm>
              <a:off x="0" y="300780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1"/>
                  </a:moveTo>
                  <a:lnTo>
                    <a:pt x="1" y="24"/>
                  </a:lnTo>
                  <a:lnTo>
                    <a:pt x="108352" y="24"/>
                  </a:lnTo>
                  <a:lnTo>
                    <a:pt x="108352" y="1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918" name="Google Shape;1178;p8"/>
            <p:cNvSpPr/>
            <p:nvPr/>
          </p:nvSpPr>
          <p:spPr>
            <a:xfrm>
              <a:off x="0" y="279324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1"/>
                  </a:moveTo>
                  <a:lnTo>
                    <a:pt x="1" y="23"/>
                  </a:lnTo>
                  <a:lnTo>
                    <a:pt x="108352" y="23"/>
                  </a:lnTo>
                  <a:lnTo>
                    <a:pt x="108352" y="1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919" name="Google Shape;1179;p8"/>
            <p:cNvSpPr/>
            <p:nvPr/>
          </p:nvSpPr>
          <p:spPr>
            <a:xfrm>
              <a:off x="0" y="258120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3">
                  <a:moveTo>
                    <a:pt x="1" y="0"/>
                  </a:moveTo>
                  <a:lnTo>
                    <a:pt x="1" y="23"/>
                  </a:lnTo>
                  <a:lnTo>
                    <a:pt x="108352" y="23"/>
                  </a:lnTo>
                  <a:lnTo>
                    <a:pt x="108352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920" name="Google Shape;1180;p8"/>
            <p:cNvSpPr/>
            <p:nvPr/>
          </p:nvSpPr>
          <p:spPr>
            <a:xfrm>
              <a:off x="0" y="236664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1"/>
                  </a:moveTo>
                  <a:lnTo>
                    <a:pt x="1" y="24"/>
                  </a:lnTo>
                  <a:lnTo>
                    <a:pt x="108352" y="24"/>
                  </a:lnTo>
                  <a:lnTo>
                    <a:pt x="108352" y="1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921" name="Google Shape;1181;p8"/>
            <p:cNvSpPr/>
            <p:nvPr/>
          </p:nvSpPr>
          <p:spPr>
            <a:xfrm>
              <a:off x="0" y="215460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0"/>
                  </a:moveTo>
                  <a:lnTo>
                    <a:pt x="1" y="23"/>
                  </a:lnTo>
                  <a:lnTo>
                    <a:pt x="108352" y="23"/>
                  </a:lnTo>
                  <a:lnTo>
                    <a:pt x="108352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922" name="Google Shape;1182;p8"/>
            <p:cNvSpPr/>
            <p:nvPr/>
          </p:nvSpPr>
          <p:spPr>
            <a:xfrm>
              <a:off x="0" y="1940040"/>
              <a:ext cx="9142560" cy="324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3240"/>
                <a:gd name="textAreaBottom" fmla="*/ 4680 h 3240"/>
              </a:gdLst>
              <a:ahLst/>
              <a:cxnLst/>
              <a:rect l="textAreaLeft" t="textAreaTop" r="textAreaRight" b="textAreaBottom"/>
              <a:pathLst>
                <a:path w="108353" h="46">
                  <a:moveTo>
                    <a:pt x="1" y="0"/>
                  </a:moveTo>
                  <a:lnTo>
                    <a:pt x="1" y="46"/>
                  </a:lnTo>
                  <a:lnTo>
                    <a:pt x="108352" y="46"/>
                  </a:lnTo>
                  <a:lnTo>
                    <a:pt x="108352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160" rIns="90000" bIns="21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923" name="Google Shape;1183;p8"/>
            <p:cNvSpPr/>
            <p:nvPr/>
          </p:nvSpPr>
          <p:spPr>
            <a:xfrm>
              <a:off x="0" y="172800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1"/>
                  </a:moveTo>
                  <a:lnTo>
                    <a:pt x="1" y="24"/>
                  </a:lnTo>
                  <a:lnTo>
                    <a:pt x="108352" y="24"/>
                  </a:lnTo>
                  <a:lnTo>
                    <a:pt x="108352" y="1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924" name="Google Shape;1184;p8"/>
            <p:cNvSpPr/>
            <p:nvPr/>
          </p:nvSpPr>
          <p:spPr>
            <a:xfrm>
              <a:off x="0" y="1513440"/>
              <a:ext cx="9142560" cy="360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3600"/>
                <a:gd name="textAreaBottom" fmla="*/ 5040 h 3600"/>
              </a:gdLst>
              <a:ahLst/>
              <a:cxnLst/>
              <a:rect l="textAreaLeft" t="textAreaTop" r="textAreaRight" b="textAreaBottom"/>
              <a:pathLst>
                <a:path w="108353" h="47">
                  <a:moveTo>
                    <a:pt x="1" y="0"/>
                  </a:moveTo>
                  <a:lnTo>
                    <a:pt x="1" y="46"/>
                  </a:lnTo>
                  <a:lnTo>
                    <a:pt x="108352" y="46"/>
                  </a:lnTo>
                  <a:lnTo>
                    <a:pt x="108352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520" rIns="90000" bIns="25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925" name="Google Shape;1185;p8"/>
            <p:cNvSpPr/>
            <p:nvPr/>
          </p:nvSpPr>
          <p:spPr>
            <a:xfrm>
              <a:off x="0" y="87480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0"/>
                  </a:moveTo>
                  <a:lnTo>
                    <a:pt x="1" y="23"/>
                  </a:lnTo>
                  <a:lnTo>
                    <a:pt x="108352" y="23"/>
                  </a:lnTo>
                  <a:lnTo>
                    <a:pt x="108352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926" name="Google Shape;1186;p8"/>
            <p:cNvSpPr/>
            <p:nvPr/>
          </p:nvSpPr>
          <p:spPr>
            <a:xfrm>
              <a:off x="0" y="233640"/>
              <a:ext cx="9142560" cy="324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3240"/>
                <a:gd name="textAreaBottom" fmla="*/ 4680 h 3240"/>
              </a:gdLst>
              <a:ahLst/>
              <a:cxnLst/>
              <a:rect l="textAreaLeft" t="textAreaTop" r="textAreaRight" b="textAreaBottom"/>
              <a:pathLst>
                <a:path w="108353" h="46">
                  <a:moveTo>
                    <a:pt x="1" y="0"/>
                  </a:moveTo>
                  <a:lnTo>
                    <a:pt x="1" y="46"/>
                  </a:lnTo>
                  <a:lnTo>
                    <a:pt x="108352" y="46"/>
                  </a:lnTo>
                  <a:lnTo>
                    <a:pt x="108352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160" rIns="90000" bIns="21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927" name="Google Shape;1187;p8"/>
            <p:cNvSpPr/>
            <p:nvPr/>
          </p:nvSpPr>
          <p:spPr>
            <a:xfrm>
              <a:off x="0" y="44820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1"/>
                  </a:moveTo>
                  <a:lnTo>
                    <a:pt x="1" y="23"/>
                  </a:lnTo>
                  <a:lnTo>
                    <a:pt x="108352" y="23"/>
                  </a:lnTo>
                  <a:lnTo>
                    <a:pt x="108352" y="1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928" name="Google Shape;1188;p8"/>
            <p:cNvSpPr/>
            <p:nvPr/>
          </p:nvSpPr>
          <p:spPr>
            <a:xfrm>
              <a:off x="0" y="660240"/>
              <a:ext cx="9142560" cy="324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3240"/>
                <a:gd name="textAreaBottom" fmla="*/ 4680 h 3240"/>
              </a:gdLst>
              <a:ahLst/>
              <a:cxnLst/>
              <a:rect l="textAreaLeft" t="textAreaTop" r="textAreaRight" b="textAreaBottom"/>
              <a:pathLst>
                <a:path w="108353" h="46">
                  <a:moveTo>
                    <a:pt x="1" y="0"/>
                  </a:moveTo>
                  <a:lnTo>
                    <a:pt x="1" y="46"/>
                  </a:lnTo>
                  <a:lnTo>
                    <a:pt x="108352" y="46"/>
                  </a:lnTo>
                  <a:lnTo>
                    <a:pt x="108352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160" rIns="90000" bIns="21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929" name="Google Shape;1189;p8"/>
            <p:cNvSpPr/>
            <p:nvPr/>
          </p:nvSpPr>
          <p:spPr>
            <a:xfrm>
              <a:off x="0" y="1086840"/>
              <a:ext cx="9142560" cy="360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3600"/>
                <a:gd name="textAreaBottom" fmla="*/ 5040 h 3600"/>
              </a:gdLst>
              <a:ahLst/>
              <a:cxnLst/>
              <a:rect l="textAreaLeft" t="textAreaTop" r="textAreaRight" b="textAreaBottom"/>
              <a:pathLst>
                <a:path w="108353" h="47">
                  <a:moveTo>
                    <a:pt x="1" y="1"/>
                  </a:moveTo>
                  <a:lnTo>
                    <a:pt x="1" y="46"/>
                  </a:lnTo>
                  <a:lnTo>
                    <a:pt x="108352" y="46"/>
                  </a:lnTo>
                  <a:lnTo>
                    <a:pt x="108352" y="1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520" rIns="90000" bIns="25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930" name="Google Shape;1190;p8"/>
            <p:cNvSpPr/>
            <p:nvPr/>
          </p:nvSpPr>
          <p:spPr>
            <a:xfrm>
              <a:off x="0" y="130140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3">
                  <a:moveTo>
                    <a:pt x="1" y="0"/>
                  </a:moveTo>
                  <a:lnTo>
                    <a:pt x="1" y="23"/>
                  </a:lnTo>
                  <a:lnTo>
                    <a:pt x="108352" y="23"/>
                  </a:lnTo>
                  <a:lnTo>
                    <a:pt x="108352" y="0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931" name="Google Shape;1191;p8"/>
            <p:cNvSpPr/>
            <p:nvPr/>
          </p:nvSpPr>
          <p:spPr>
            <a:xfrm>
              <a:off x="0" y="21600"/>
              <a:ext cx="9142560" cy="1080"/>
            </a:xfrm>
            <a:custGeom>
              <a:avLst/>
              <a:gdLst>
                <a:gd name="textAreaLeft" fmla="*/ 0 w 9142560"/>
                <a:gd name="textAreaRight" fmla="*/ 9144000 w 9142560"/>
                <a:gd name="textAreaTop" fmla="*/ 0 h 1080"/>
                <a:gd name="textAreaBottom" fmla="*/ 2520 h 1080"/>
              </a:gdLst>
              <a:ahLst/>
              <a:cxnLst/>
              <a:rect l="textAreaLeft" t="textAreaTop" r="textAreaRight" b="textAreaBottom"/>
              <a:pathLst>
                <a:path w="108353" h="24">
                  <a:moveTo>
                    <a:pt x="1" y="1"/>
                  </a:moveTo>
                  <a:lnTo>
                    <a:pt x="1" y="24"/>
                  </a:lnTo>
                  <a:lnTo>
                    <a:pt x="108352" y="24"/>
                  </a:lnTo>
                  <a:lnTo>
                    <a:pt x="108352" y="1"/>
                  </a:lnTo>
                  <a:close/>
                </a:path>
              </a:pathLst>
            </a:custGeom>
            <a:solidFill>
              <a:srgbClr val="002AB1">
                <a:alpha val="7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" rIns="90000" bIns="1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</p:grpSp>
      <p:grpSp>
        <p:nvGrpSpPr>
          <p:cNvPr id="1932" name="Google Shape;1192;p8"/>
          <p:cNvGrpSpPr/>
          <p:nvPr/>
        </p:nvGrpSpPr>
        <p:grpSpPr>
          <a:xfrm>
            <a:off x="1355760" y="612000"/>
            <a:ext cx="6431040" cy="6054480"/>
            <a:chOff x="1355760" y="612000"/>
            <a:chExt cx="6431040" cy="6054480"/>
          </a:xfrm>
        </p:grpSpPr>
        <p:sp>
          <p:nvSpPr>
            <p:cNvPr id="1933" name="Google Shape;1193;p8"/>
            <p:cNvSpPr/>
            <p:nvPr/>
          </p:nvSpPr>
          <p:spPr>
            <a:xfrm>
              <a:off x="5725080" y="4616640"/>
              <a:ext cx="27360" cy="2376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23760"/>
                <a:gd name="textAreaBottom" fmla="*/ 25200 h 23760"/>
              </a:gdLst>
              <a:ahLst/>
              <a:cxnLst/>
              <a:rect l="textAreaLeft" t="textAreaTop" r="textAreaRight" b="textAreaBottom"/>
              <a:pathLst>
                <a:path w="320" h="281">
                  <a:moveTo>
                    <a:pt x="147" y="0"/>
                  </a:moveTo>
                  <a:cubicBezTo>
                    <a:pt x="91" y="0"/>
                    <a:pt x="42" y="41"/>
                    <a:pt x="23" y="98"/>
                  </a:cubicBezTo>
                  <a:cubicBezTo>
                    <a:pt x="0" y="166"/>
                    <a:pt x="46" y="257"/>
                    <a:pt x="114" y="280"/>
                  </a:cubicBezTo>
                  <a:cubicBezTo>
                    <a:pt x="206" y="280"/>
                    <a:pt x="274" y="235"/>
                    <a:pt x="297" y="166"/>
                  </a:cubicBezTo>
                  <a:cubicBezTo>
                    <a:pt x="320" y="98"/>
                    <a:pt x="274" y="29"/>
                    <a:pt x="183" y="6"/>
                  </a:cubicBezTo>
                  <a:cubicBezTo>
                    <a:pt x="171" y="2"/>
                    <a:pt x="158" y="0"/>
                    <a:pt x="147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600" rIns="90000" bIns="126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934" name="Google Shape;1194;p8"/>
            <p:cNvSpPr/>
            <p:nvPr/>
          </p:nvSpPr>
          <p:spPr>
            <a:xfrm>
              <a:off x="5180400" y="4024800"/>
              <a:ext cx="39600" cy="36360"/>
            </a:xfrm>
            <a:custGeom>
              <a:avLst/>
              <a:gdLst>
                <a:gd name="textAreaLeft" fmla="*/ 0 w 39600"/>
                <a:gd name="textAreaRight" fmla="*/ 41040 w 39600"/>
                <a:gd name="textAreaTop" fmla="*/ 0 h 36360"/>
                <a:gd name="textAreaBottom" fmla="*/ 37800 h 36360"/>
              </a:gdLst>
              <a:ahLst/>
              <a:cxnLst/>
              <a:rect l="textAreaLeft" t="textAreaTop" r="textAreaRight" b="textAreaBottom"/>
              <a:pathLst>
                <a:path w="458" h="421">
                  <a:moveTo>
                    <a:pt x="238" y="1"/>
                  </a:moveTo>
                  <a:cubicBezTo>
                    <a:pt x="155" y="1"/>
                    <a:pt x="63" y="65"/>
                    <a:pt x="23" y="165"/>
                  </a:cubicBezTo>
                  <a:cubicBezTo>
                    <a:pt x="1" y="279"/>
                    <a:pt x="69" y="393"/>
                    <a:pt x="183" y="416"/>
                  </a:cubicBezTo>
                  <a:cubicBezTo>
                    <a:pt x="198" y="419"/>
                    <a:pt x="213" y="420"/>
                    <a:pt x="227" y="420"/>
                  </a:cubicBezTo>
                  <a:cubicBezTo>
                    <a:pt x="325" y="420"/>
                    <a:pt x="414" y="355"/>
                    <a:pt x="434" y="256"/>
                  </a:cubicBezTo>
                  <a:cubicBezTo>
                    <a:pt x="457" y="165"/>
                    <a:pt x="389" y="51"/>
                    <a:pt x="274" y="5"/>
                  </a:cubicBezTo>
                  <a:cubicBezTo>
                    <a:pt x="263" y="2"/>
                    <a:pt x="250" y="1"/>
                    <a:pt x="238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8720" rIns="90000" bIns="187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935" name="Google Shape;1195;p8"/>
            <p:cNvSpPr/>
            <p:nvPr/>
          </p:nvSpPr>
          <p:spPr>
            <a:xfrm>
              <a:off x="4578120" y="4231800"/>
              <a:ext cx="33480" cy="3024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30240"/>
                <a:gd name="textAreaBottom" fmla="*/ 31680 h 30240"/>
              </a:gdLst>
              <a:ahLst/>
              <a:cxnLst/>
              <a:rect l="textAreaLeft" t="textAreaTop" r="textAreaRight" b="textAreaBottom"/>
              <a:pathLst>
                <a:path w="389" h="354">
                  <a:moveTo>
                    <a:pt x="193" y="1"/>
                  </a:moveTo>
                  <a:cubicBezTo>
                    <a:pt x="115" y="1"/>
                    <a:pt x="44" y="63"/>
                    <a:pt x="24" y="142"/>
                  </a:cubicBezTo>
                  <a:cubicBezTo>
                    <a:pt x="1" y="234"/>
                    <a:pt x="69" y="325"/>
                    <a:pt x="161" y="348"/>
                  </a:cubicBezTo>
                  <a:cubicBezTo>
                    <a:pt x="176" y="352"/>
                    <a:pt x="192" y="353"/>
                    <a:pt x="207" y="353"/>
                  </a:cubicBezTo>
                  <a:cubicBezTo>
                    <a:pt x="281" y="353"/>
                    <a:pt x="347" y="309"/>
                    <a:pt x="366" y="234"/>
                  </a:cubicBezTo>
                  <a:cubicBezTo>
                    <a:pt x="389" y="142"/>
                    <a:pt x="320" y="28"/>
                    <a:pt x="229" y="5"/>
                  </a:cubicBezTo>
                  <a:cubicBezTo>
                    <a:pt x="217" y="2"/>
                    <a:pt x="205" y="1"/>
                    <a:pt x="193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840" rIns="90000" bIns="158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936" name="Google Shape;1196;p8"/>
            <p:cNvSpPr/>
            <p:nvPr/>
          </p:nvSpPr>
          <p:spPr>
            <a:xfrm>
              <a:off x="4590360" y="4176360"/>
              <a:ext cx="35640" cy="34200"/>
            </a:xfrm>
            <a:custGeom>
              <a:avLst/>
              <a:gdLst>
                <a:gd name="textAreaLeft" fmla="*/ 0 w 35640"/>
                <a:gd name="textAreaRight" fmla="*/ 37080 w 35640"/>
                <a:gd name="textAreaTop" fmla="*/ 0 h 34200"/>
                <a:gd name="textAreaBottom" fmla="*/ 35640 h 34200"/>
              </a:gdLst>
              <a:ahLst/>
              <a:cxnLst/>
              <a:rect l="textAreaLeft" t="textAreaTop" r="textAreaRight" b="textAreaBottom"/>
              <a:pathLst>
                <a:path w="412" h="398">
                  <a:moveTo>
                    <a:pt x="209" y="1"/>
                  </a:moveTo>
                  <a:cubicBezTo>
                    <a:pt x="115" y="1"/>
                    <a:pt x="44" y="65"/>
                    <a:pt x="24" y="165"/>
                  </a:cubicBezTo>
                  <a:cubicBezTo>
                    <a:pt x="1" y="256"/>
                    <a:pt x="47" y="370"/>
                    <a:pt x="161" y="393"/>
                  </a:cubicBezTo>
                  <a:cubicBezTo>
                    <a:pt x="173" y="396"/>
                    <a:pt x="185" y="397"/>
                    <a:pt x="198" y="397"/>
                  </a:cubicBezTo>
                  <a:cubicBezTo>
                    <a:pt x="280" y="397"/>
                    <a:pt x="369" y="335"/>
                    <a:pt x="389" y="256"/>
                  </a:cubicBezTo>
                  <a:cubicBezTo>
                    <a:pt x="412" y="142"/>
                    <a:pt x="343" y="51"/>
                    <a:pt x="252" y="5"/>
                  </a:cubicBezTo>
                  <a:cubicBezTo>
                    <a:pt x="237" y="2"/>
                    <a:pt x="223" y="1"/>
                    <a:pt x="209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7640" rIns="90000" bIns="176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937" name="Google Shape;1197;p8"/>
            <p:cNvSpPr/>
            <p:nvPr/>
          </p:nvSpPr>
          <p:spPr>
            <a:xfrm>
              <a:off x="4533120" y="4174200"/>
              <a:ext cx="31320" cy="28440"/>
            </a:xfrm>
            <a:custGeom>
              <a:avLst/>
              <a:gdLst>
                <a:gd name="textAreaLeft" fmla="*/ 0 w 31320"/>
                <a:gd name="textAreaRight" fmla="*/ 32760 w 31320"/>
                <a:gd name="textAreaTop" fmla="*/ 0 h 28440"/>
                <a:gd name="textAreaBottom" fmla="*/ 29880 h 28440"/>
              </a:gdLst>
              <a:ahLst/>
              <a:cxnLst/>
              <a:rect l="textAreaLeft" t="textAreaTop" r="textAreaRight" b="textAreaBottom"/>
              <a:pathLst>
                <a:path w="366" h="331">
                  <a:moveTo>
                    <a:pt x="192" y="1"/>
                  </a:moveTo>
                  <a:cubicBezTo>
                    <a:pt x="114" y="1"/>
                    <a:pt x="43" y="60"/>
                    <a:pt x="24" y="119"/>
                  </a:cubicBezTo>
                  <a:cubicBezTo>
                    <a:pt x="1" y="211"/>
                    <a:pt x="69" y="302"/>
                    <a:pt x="138" y="325"/>
                  </a:cubicBezTo>
                  <a:cubicBezTo>
                    <a:pt x="153" y="329"/>
                    <a:pt x="169" y="331"/>
                    <a:pt x="184" y="331"/>
                  </a:cubicBezTo>
                  <a:cubicBezTo>
                    <a:pt x="258" y="331"/>
                    <a:pt x="324" y="286"/>
                    <a:pt x="343" y="211"/>
                  </a:cubicBezTo>
                  <a:cubicBezTo>
                    <a:pt x="366" y="119"/>
                    <a:pt x="320" y="28"/>
                    <a:pt x="229" y="5"/>
                  </a:cubicBezTo>
                  <a:cubicBezTo>
                    <a:pt x="217" y="2"/>
                    <a:pt x="205" y="1"/>
                    <a:pt x="192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4760" rIns="90000" bIns="147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938" name="Google Shape;1198;p8"/>
            <p:cNvSpPr/>
            <p:nvPr/>
          </p:nvSpPr>
          <p:spPr>
            <a:xfrm>
              <a:off x="3203640" y="2865240"/>
              <a:ext cx="33480" cy="2844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28440"/>
                <a:gd name="textAreaBottom" fmla="*/ 29880 h 28440"/>
              </a:gdLst>
              <a:ahLst/>
              <a:cxnLst/>
              <a:rect l="textAreaLeft" t="textAreaTop" r="textAreaRight" b="textAreaBottom"/>
              <a:pathLst>
                <a:path w="389" h="333">
                  <a:moveTo>
                    <a:pt x="182" y="1"/>
                  </a:moveTo>
                  <a:cubicBezTo>
                    <a:pt x="108" y="1"/>
                    <a:pt x="42" y="45"/>
                    <a:pt x="23" y="121"/>
                  </a:cubicBezTo>
                  <a:cubicBezTo>
                    <a:pt x="0" y="212"/>
                    <a:pt x="69" y="304"/>
                    <a:pt x="160" y="326"/>
                  </a:cubicBezTo>
                  <a:cubicBezTo>
                    <a:pt x="176" y="330"/>
                    <a:pt x="191" y="332"/>
                    <a:pt x="207" y="332"/>
                  </a:cubicBezTo>
                  <a:cubicBezTo>
                    <a:pt x="281" y="332"/>
                    <a:pt x="346" y="288"/>
                    <a:pt x="365" y="212"/>
                  </a:cubicBezTo>
                  <a:cubicBezTo>
                    <a:pt x="388" y="121"/>
                    <a:pt x="320" y="30"/>
                    <a:pt x="228" y="7"/>
                  </a:cubicBezTo>
                  <a:cubicBezTo>
                    <a:pt x="213" y="3"/>
                    <a:pt x="197" y="1"/>
                    <a:pt x="182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4760" rIns="90000" bIns="147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939" name="Google Shape;1199;p8"/>
            <p:cNvSpPr/>
            <p:nvPr/>
          </p:nvSpPr>
          <p:spPr>
            <a:xfrm>
              <a:off x="5741640" y="3877560"/>
              <a:ext cx="23400" cy="21240"/>
            </a:xfrm>
            <a:custGeom>
              <a:avLst/>
              <a:gdLst>
                <a:gd name="textAreaLeft" fmla="*/ 0 w 23400"/>
                <a:gd name="textAreaRight" fmla="*/ 24840 w 23400"/>
                <a:gd name="textAreaTop" fmla="*/ 0 h 21240"/>
                <a:gd name="textAreaBottom" fmla="*/ 22680 h 21240"/>
              </a:gdLst>
              <a:ahLst/>
              <a:cxnLst/>
              <a:rect l="textAreaLeft" t="textAreaTop" r="textAreaRight" b="textAreaBottom"/>
              <a:pathLst>
                <a:path w="275" h="252">
                  <a:moveTo>
                    <a:pt x="160" y="0"/>
                  </a:moveTo>
                  <a:cubicBezTo>
                    <a:pt x="92" y="0"/>
                    <a:pt x="24" y="23"/>
                    <a:pt x="24" y="92"/>
                  </a:cubicBezTo>
                  <a:cubicBezTo>
                    <a:pt x="1" y="160"/>
                    <a:pt x="46" y="229"/>
                    <a:pt x="115" y="252"/>
                  </a:cubicBezTo>
                  <a:cubicBezTo>
                    <a:pt x="160" y="252"/>
                    <a:pt x="229" y="229"/>
                    <a:pt x="252" y="160"/>
                  </a:cubicBezTo>
                  <a:cubicBezTo>
                    <a:pt x="275" y="92"/>
                    <a:pt x="229" y="23"/>
                    <a:pt x="160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160" rIns="90000" bIns="111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940" name="Google Shape;1200;p8"/>
            <p:cNvSpPr/>
            <p:nvPr/>
          </p:nvSpPr>
          <p:spPr>
            <a:xfrm>
              <a:off x="6157440" y="4768200"/>
              <a:ext cx="25200" cy="24480"/>
            </a:xfrm>
            <a:custGeom>
              <a:avLst/>
              <a:gdLst>
                <a:gd name="textAreaLeft" fmla="*/ 0 w 25200"/>
                <a:gd name="textAreaRight" fmla="*/ 26640 w 25200"/>
                <a:gd name="textAreaTop" fmla="*/ 0 h 24480"/>
                <a:gd name="textAreaBottom" fmla="*/ 25920 h 24480"/>
              </a:gdLst>
              <a:ahLst/>
              <a:cxnLst/>
              <a:rect l="textAreaLeft" t="textAreaTop" r="textAreaRight" b="textAreaBottom"/>
              <a:pathLst>
                <a:path w="297" h="287">
                  <a:moveTo>
                    <a:pt x="137" y="1"/>
                  </a:moveTo>
                  <a:cubicBezTo>
                    <a:pt x="69" y="1"/>
                    <a:pt x="19" y="41"/>
                    <a:pt x="0" y="98"/>
                  </a:cubicBezTo>
                  <a:cubicBezTo>
                    <a:pt x="0" y="189"/>
                    <a:pt x="46" y="258"/>
                    <a:pt x="114" y="280"/>
                  </a:cubicBezTo>
                  <a:cubicBezTo>
                    <a:pt x="126" y="284"/>
                    <a:pt x="138" y="286"/>
                    <a:pt x="149" y="286"/>
                  </a:cubicBezTo>
                  <a:cubicBezTo>
                    <a:pt x="205" y="286"/>
                    <a:pt x="255" y="242"/>
                    <a:pt x="274" y="166"/>
                  </a:cubicBezTo>
                  <a:cubicBezTo>
                    <a:pt x="297" y="98"/>
                    <a:pt x="251" y="29"/>
                    <a:pt x="183" y="6"/>
                  </a:cubicBezTo>
                  <a:cubicBezTo>
                    <a:pt x="167" y="2"/>
                    <a:pt x="151" y="1"/>
                    <a:pt x="137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941" name="Google Shape;1201;p8"/>
            <p:cNvSpPr/>
            <p:nvPr/>
          </p:nvSpPr>
          <p:spPr>
            <a:xfrm>
              <a:off x="6229080" y="4043160"/>
              <a:ext cx="39600" cy="34560"/>
            </a:xfrm>
            <a:custGeom>
              <a:avLst/>
              <a:gdLst>
                <a:gd name="textAreaLeft" fmla="*/ 0 w 39600"/>
                <a:gd name="textAreaRight" fmla="*/ 41040 w 39600"/>
                <a:gd name="textAreaTop" fmla="*/ 0 h 34560"/>
                <a:gd name="textAreaBottom" fmla="*/ 36000 h 34560"/>
              </a:gdLst>
              <a:ahLst/>
              <a:cxnLst/>
              <a:rect l="textAreaLeft" t="textAreaTop" r="textAreaRight" b="textAreaBottom"/>
              <a:pathLst>
                <a:path w="457" h="400">
                  <a:moveTo>
                    <a:pt x="238" y="1"/>
                  </a:moveTo>
                  <a:cubicBezTo>
                    <a:pt x="155" y="1"/>
                    <a:pt x="66" y="66"/>
                    <a:pt x="46" y="165"/>
                  </a:cubicBezTo>
                  <a:cubicBezTo>
                    <a:pt x="0" y="256"/>
                    <a:pt x="69" y="371"/>
                    <a:pt x="183" y="393"/>
                  </a:cubicBezTo>
                  <a:cubicBezTo>
                    <a:pt x="202" y="397"/>
                    <a:pt x="220" y="399"/>
                    <a:pt x="238" y="399"/>
                  </a:cubicBezTo>
                  <a:cubicBezTo>
                    <a:pt x="326" y="399"/>
                    <a:pt x="396" y="352"/>
                    <a:pt x="434" y="256"/>
                  </a:cubicBezTo>
                  <a:cubicBezTo>
                    <a:pt x="457" y="142"/>
                    <a:pt x="388" y="28"/>
                    <a:pt x="274" y="5"/>
                  </a:cubicBezTo>
                  <a:cubicBezTo>
                    <a:pt x="262" y="2"/>
                    <a:pt x="250" y="1"/>
                    <a:pt x="238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8000" rIns="90000" bIns="180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942" name="Google Shape;1202;p8"/>
            <p:cNvSpPr/>
            <p:nvPr/>
          </p:nvSpPr>
          <p:spPr>
            <a:xfrm>
              <a:off x="5864400" y="4848120"/>
              <a:ext cx="33480" cy="3024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30240"/>
                <a:gd name="textAreaBottom" fmla="*/ 31680 h 30240"/>
              </a:gdLst>
              <a:ahLst/>
              <a:cxnLst/>
              <a:rect l="textAreaLeft" t="textAreaTop" r="textAreaRight" b="textAreaBottom"/>
              <a:pathLst>
                <a:path w="389" h="354">
                  <a:moveTo>
                    <a:pt x="182" y="1"/>
                  </a:moveTo>
                  <a:cubicBezTo>
                    <a:pt x="108" y="1"/>
                    <a:pt x="42" y="45"/>
                    <a:pt x="23" y="121"/>
                  </a:cubicBezTo>
                  <a:cubicBezTo>
                    <a:pt x="0" y="235"/>
                    <a:pt x="46" y="326"/>
                    <a:pt x="160" y="349"/>
                  </a:cubicBezTo>
                  <a:cubicBezTo>
                    <a:pt x="172" y="352"/>
                    <a:pt x="184" y="353"/>
                    <a:pt x="196" y="353"/>
                  </a:cubicBezTo>
                  <a:cubicBezTo>
                    <a:pt x="274" y="353"/>
                    <a:pt x="346" y="291"/>
                    <a:pt x="365" y="212"/>
                  </a:cubicBezTo>
                  <a:cubicBezTo>
                    <a:pt x="388" y="121"/>
                    <a:pt x="343" y="29"/>
                    <a:pt x="228" y="7"/>
                  </a:cubicBezTo>
                  <a:cubicBezTo>
                    <a:pt x="213" y="3"/>
                    <a:pt x="197" y="1"/>
                    <a:pt x="182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840" rIns="90000" bIns="158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943" name="Google Shape;1203;p8"/>
            <p:cNvSpPr/>
            <p:nvPr/>
          </p:nvSpPr>
          <p:spPr>
            <a:xfrm>
              <a:off x="5958720" y="4707000"/>
              <a:ext cx="39600" cy="36360"/>
            </a:xfrm>
            <a:custGeom>
              <a:avLst/>
              <a:gdLst>
                <a:gd name="textAreaLeft" fmla="*/ 0 w 39600"/>
                <a:gd name="textAreaRight" fmla="*/ 41040 w 39600"/>
                <a:gd name="textAreaTop" fmla="*/ 0 h 36360"/>
                <a:gd name="textAreaBottom" fmla="*/ 37800 h 36360"/>
              </a:gdLst>
              <a:ahLst/>
              <a:cxnLst/>
              <a:rect l="textAreaLeft" t="textAreaTop" r="textAreaRight" b="textAreaBottom"/>
              <a:pathLst>
                <a:path w="457" h="420">
                  <a:moveTo>
                    <a:pt x="230" y="0"/>
                  </a:moveTo>
                  <a:cubicBezTo>
                    <a:pt x="132" y="0"/>
                    <a:pt x="43" y="65"/>
                    <a:pt x="23" y="165"/>
                  </a:cubicBezTo>
                  <a:cubicBezTo>
                    <a:pt x="0" y="256"/>
                    <a:pt x="69" y="370"/>
                    <a:pt x="183" y="416"/>
                  </a:cubicBezTo>
                  <a:cubicBezTo>
                    <a:pt x="195" y="419"/>
                    <a:pt x="207" y="420"/>
                    <a:pt x="219" y="420"/>
                  </a:cubicBezTo>
                  <a:cubicBezTo>
                    <a:pt x="302" y="420"/>
                    <a:pt x="391" y="355"/>
                    <a:pt x="411" y="256"/>
                  </a:cubicBezTo>
                  <a:cubicBezTo>
                    <a:pt x="457" y="142"/>
                    <a:pt x="388" y="28"/>
                    <a:pt x="274" y="5"/>
                  </a:cubicBezTo>
                  <a:cubicBezTo>
                    <a:pt x="259" y="2"/>
                    <a:pt x="245" y="0"/>
                    <a:pt x="230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8720" rIns="90000" bIns="187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944" name="Google Shape;1204;p8"/>
            <p:cNvSpPr/>
            <p:nvPr/>
          </p:nvSpPr>
          <p:spPr>
            <a:xfrm>
              <a:off x="5852160" y="4346280"/>
              <a:ext cx="33480" cy="3024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30240"/>
                <a:gd name="textAreaBottom" fmla="*/ 31680 h 30240"/>
              </a:gdLst>
              <a:ahLst/>
              <a:cxnLst/>
              <a:rect l="textAreaLeft" t="textAreaTop" r="textAreaRight" b="textAreaBottom"/>
              <a:pathLst>
                <a:path w="389" h="354">
                  <a:moveTo>
                    <a:pt x="182" y="1"/>
                  </a:moveTo>
                  <a:cubicBezTo>
                    <a:pt x="108" y="1"/>
                    <a:pt x="42" y="45"/>
                    <a:pt x="23" y="121"/>
                  </a:cubicBezTo>
                  <a:cubicBezTo>
                    <a:pt x="0" y="212"/>
                    <a:pt x="69" y="303"/>
                    <a:pt x="160" y="349"/>
                  </a:cubicBezTo>
                  <a:cubicBezTo>
                    <a:pt x="172" y="352"/>
                    <a:pt x="184" y="353"/>
                    <a:pt x="196" y="353"/>
                  </a:cubicBezTo>
                  <a:cubicBezTo>
                    <a:pt x="274" y="353"/>
                    <a:pt x="346" y="291"/>
                    <a:pt x="365" y="212"/>
                  </a:cubicBezTo>
                  <a:cubicBezTo>
                    <a:pt x="388" y="121"/>
                    <a:pt x="320" y="29"/>
                    <a:pt x="229" y="6"/>
                  </a:cubicBezTo>
                  <a:cubicBezTo>
                    <a:pt x="213" y="3"/>
                    <a:pt x="197" y="1"/>
                    <a:pt x="182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840" rIns="90000" bIns="158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945" name="Google Shape;1205;p8"/>
            <p:cNvSpPr/>
            <p:nvPr/>
          </p:nvSpPr>
          <p:spPr>
            <a:xfrm>
              <a:off x="6264000" y="4145760"/>
              <a:ext cx="31320" cy="30240"/>
            </a:xfrm>
            <a:custGeom>
              <a:avLst/>
              <a:gdLst>
                <a:gd name="textAreaLeft" fmla="*/ 0 w 31320"/>
                <a:gd name="textAreaRight" fmla="*/ 32760 w 31320"/>
                <a:gd name="textAreaTop" fmla="*/ 0 h 30240"/>
                <a:gd name="textAreaBottom" fmla="*/ 31680 h 30240"/>
              </a:gdLst>
              <a:ahLst/>
              <a:cxnLst/>
              <a:rect l="textAreaLeft" t="textAreaTop" r="textAreaRight" b="textAreaBottom"/>
              <a:pathLst>
                <a:path w="366" h="352">
                  <a:moveTo>
                    <a:pt x="193" y="0"/>
                  </a:moveTo>
                  <a:cubicBezTo>
                    <a:pt x="114" y="0"/>
                    <a:pt x="43" y="62"/>
                    <a:pt x="23" y="142"/>
                  </a:cubicBezTo>
                  <a:cubicBezTo>
                    <a:pt x="0" y="233"/>
                    <a:pt x="46" y="324"/>
                    <a:pt x="137" y="347"/>
                  </a:cubicBezTo>
                  <a:cubicBezTo>
                    <a:pt x="149" y="350"/>
                    <a:pt x="161" y="351"/>
                    <a:pt x="173" y="351"/>
                  </a:cubicBezTo>
                  <a:cubicBezTo>
                    <a:pt x="251" y="351"/>
                    <a:pt x="323" y="289"/>
                    <a:pt x="343" y="210"/>
                  </a:cubicBezTo>
                  <a:cubicBezTo>
                    <a:pt x="365" y="119"/>
                    <a:pt x="320" y="27"/>
                    <a:pt x="228" y="5"/>
                  </a:cubicBezTo>
                  <a:cubicBezTo>
                    <a:pt x="216" y="2"/>
                    <a:pt x="204" y="0"/>
                    <a:pt x="193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840" rIns="90000" bIns="158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946" name="Google Shape;1206;p8"/>
            <p:cNvSpPr/>
            <p:nvPr/>
          </p:nvSpPr>
          <p:spPr>
            <a:xfrm>
              <a:off x="5749920" y="3672360"/>
              <a:ext cx="25200" cy="22320"/>
            </a:xfrm>
            <a:custGeom>
              <a:avLst/>
              <a:gdLst>
                <a:gd name="textAreaLeft" fmla="*/ 0 w 25200"/>
                <a:gd name="textAreaRight" fmla="*/ 26640 w 25200"/>
                <a:gd name="textAreaTop" fmla="*/ 0 h 22320"/>
                <a:gd name="textAreaBottom" fmla="*/ 23760 h 22320"/>
              </a:gdLst>
              <a:ahLst/>
              <a:cxnLst/>
              <a:rect l="textAreaLeft" t="textAreaTop" r="textAreaRight" b="textAreaBottom"/>
              <a:pathLst>
                <a:path w="298" h="263">
                  <a:moveTo>
                    <a:pt x="147" y="0"/>
                  </a:moveTo>
                  <a:cubicBezTo>
                    <a:pt x="92" y="0"/>
                    <a:pt x="43" y="41"/>
                    <a:pt x="24" y="97"/>
                  </a:cubicBezTo>
                  <a:cubicBezTo>
                    <a:pt x="1" y="166"/>
                    <a:pt x="47" y="234"/>
                    <a:pt x="115" y="257"/>
                  </a:cubicBezTo>
                  <a:cubicBezTo>
                    <a:pt x="127" y="261"/>
                    <a:pt x="139" y="263"/>
                    <a:pt x="151" y="263"/>
                  </a:cubicBezTo>
                  <a:cubicBezTo>
                    <a:pt x="206" y="263"/>
                    <a:pt x="256" y="222"/>
                    <a:pt x="275" y="166"/>
                  </a:cubicBezTo>
                  <a:cubicBezTo>
                    <a:pt x="298" y="97"/>
                    <a:pt x="252" y="29"/>
                    <a:pt x="184" y="6"/>
                  </a:cubicBezTo>
                  <a:cubicBezTo>
                    <a:pt x="171" y="2"/>
                    <a:pt x="159" y="0"/>
                    <a:pt x="147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880" rIns="90000" bIns="118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947" name="Google Shape;1207;p8"/>
            <p:cNvSpPr/>
            <p:nvPr/>
          </p:nvSpPr>
          <p:spPr>
            <a:xfrm>
              <a:off x="6253920" y="4416120"/>
              <a:ext cx="37440" cy="34200"/>
            </a:xfrm>
            <a:custGeom>
              <a:avLst/>
              <a:gdLst>
                <a:gd name="textAreaLeft" fmla="*/ 0 w 37440"/>
                <a:gd name="textAreaRight" fmla="*/ 38880 w 37440"/>
                <a:gd name="textAreaTop" fmla="*/ 0 h 34200"/>
                <a:gd name="textAreaBottom" fmla="*/ 35640 h 34200"/>
              </a:gdLst>
              <a:ahLst/>
              <a:cxnLst/>
              <a:rect l="textAreaLeft" t="textAreaTop" r="textAreaRight" b="textAreaBottom"/>
              <a:pathLst>
                <a:path w="434" h="397">
                  <a:moveTo>
                    <a:pt x="231" y="0"/>
                  </a:moveTo>
                  <a:cubicBezTo>
                    <a:pt x="137" y="0"/>
                    <a:pt x="63" y="65"/>
                    <a:pt x="23" y="164"/>
                  </a:cubicBezTo>
                  <a:cubicBezTo>
                    <a:pt x="0" y="256"/>
                    <a:pt x="68" y="370"/>
                    <a:pt x="183" y="393"/>
                  </a:cubicBezTo>
                  <a:cubicBezTo>
                    <a:pt x="195" y="396"/>
                    <a:pt x="207" y="397"/>
                    <a:pt x="220" y="397"/>
                  </a:cubicBezTo>
                  <a:cubicBezTo>
                    <a:pt x="302" y="397"/>
                    <a:pt x="391" y="335"/>
                    <a:pt x="411" y="256"/>
                  </a:cubicBezTo>
                  <a:cubicBezTo>
                    <a:pt x="434" y="141"/>
                    <a:pt x="365" y="50"/>
                    <a:pt x="274" y="5"/>
                  </a:cubicBezTo>
                  <a:cubicBezTo>
                    <a:pt x="259" y="2"/>
                    <a:pt x="245" y="0"/>
                    <a:pt x="231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7640" rIns="90000" bIns="176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948" name="Google Shape;1208;p8"/>
            <p:cNvSpPr/>
            <p:nvPr/>
          </p:nvSpPr>
          <p:spPr>
            <a:xfrm>
              <a:off x="5774400" y="3864960"/>
              <a:ext cx="25200" cy="24480"/>
            </a:xfrm>
            <a:custGeom>
              <a:avLst/>
              <a:gdLst>
                <a:gd name="textAreaLeft" fmla="*/ 0 w 25200"/>
                <a:gd name="textAreaRight" fmla="*/ 26640 w 25200"/>
                <a:gd name="textAreaTop" fmla="*/ 0 h 24480"/>
                <a:gd name="textAreaBottom" fmla="*/ 25920 h 24480"/>
              </a:gdLst>
              <a:ahLst/>
              <a:cxnLst/>
              <a:rect l="textAreaLeft" t="textAreaTop" r="textAreaRight" b="textAreaBottom"/>
              <a:pathLst>
                <a:path w="298" h="287">
                  <a:moveTo>
                    <a:pt x="147" y="1"/>
                  </a:moveTo>
                  <a:cubicBezTo>
                    <a:pt x="86" y="1"/>
                    <a:pt x="24" y="45"/>
                    <a:pt x="24" y="121"/>
                  </a:cubicBezTo>
                  <a:cubicBezTo>
                    <a:pt x="1" y="189"/>
                    <a:pt x="47" y="258"/>
                    <a:pt x="115" y="280"/>
                  </a:cubicBezTo>
                  <a:cubicBezTo>
                    <a:pt x="127" y="284"/>
                    <a:pt x="140" y="286"/>
                    <a:pt x="153" y="286"/>
                  </a:cubicBezTo>
                  <a:cubicBezTo>
                    <a:pt x="214" y="286"/>
                    <a:pt x="279" y="245"/>
                    <a:pt x="298" y="189"/>
                  </a:cubicBezTo>
                  <a:cubicBezTo>
                    <a:pt x="298" y="98"/>
                    <a:pt x="252" y="29"/>
                    <a:pt x="183" y="7"/>
                  </a:cubicBezTo>
                  <a:cubicBezTo>
                    <a:pt x="172" y="3"/>
                    <a:pt x="159" y="1"/>
                    <a:pt x="147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949" name="Google Shape;1209;p8"/>
            <p:cNvSpPr/>
            <p:nvPr/>
          </p:nvSpPr>
          <p:spPr>
            <a:xfrm>
              <a:off x="2263320" y="1957680"/>
              <a:ext cx="35640" cy="32400"/>
            </a:xfrm>
            <a:custGeom>
              <a:avLst/>
              <a:gdLst>
                <a:gd name="textAreaLeft" fmla="*/ 0 w 35640"/>
                <a:gd name="textAreaRight" fmla="*/ 37080 w 35640"/>
                <a:gd name="textAreaTop" fmla="*/ 0 h 32400"/>
                <a:gd name="textAreaBottom" fmla="*/ 33840 h 32400"/>
              </a:gdLst>
              <a:ahLst/>
              <a:cxnLst/>
              <a:rect l="textAreaLeft" t="textAreaTop" r="textAreaRight" b="textAreaBottom"/>
              <a:pathLst>
                <a:path w="412" h="376">
                  <a:moveTo>
                    <a:pt x="204" y="1"/>
                  </a:moveTo>
                  <a:cubicBezTo>
                    <a:pt x="125" y="1"/>
                    <a:pt x="42" y="48"/>
                    <a:pt x="23" y="143"/>
                  </a:cubicBezTo>
                  <a:cubicBezTo>
                    <a:pt x="0" y="234"/>
                    <a:pt x="69" y="349"/>
                    <a:pt x="160" y="371"/>
                  </a:cubicBezTo>
                  <a:cubicBezTo>
                    <a:pt x="172" y="374"/>
                    <a:pt x="184" y="376"/>
                    <a:pt x="197" y="376"/>
                  </a:cubicBezTo>
                  <a:cubicBezTo>
                    <a:pt x="280" y="376"/>
                    <a:pt x="369" y="314"/>
                    <a:pt x="388" y="234"/>
                  </a:cubicBezTo>
                  <a:cubicBezTo>
                    <a:pt x="411" y="143"/>
                    <a:pt x="343" y="29"/>
                    <a:pt x="251" y="6"/>
                  </a:cubicBezTo>
                  <a:cubicBezTo>
                    <a:pt x="236" y="2"/>
                    <a:pt x="220" y="1"/>
                    <a:pt x="204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6920" rIns="90000" bIns="169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950" name="Google Shape;1210;p8"/>
            <p:cNvSpPr/>
            <p:nvPr/>
          </p:nvSpPr>
          <p:spPr>
            <a:xfrm>
              <a:off x="6063120" y="4924080"/>
              <a:ext cx="39600" cy="36360"/>
            </a:xfrm>
            <a:custGeom>
              <a:avLst/>
              <a:gdLst>
                <a:gd name="textAreaLeft" fmla="*/ 0 w 39600"/>
                <a:gd name="textAreaRight" fmla="*/ 41040 w 39600"/>
                <a:gd name="textAreaTop" fmla="*/ 0 h 36360"/>
                <a:gd name="textAreaBottom" fmla="*/ 37800 h 36360"/>
              </a:gdLst>
              <a:ahLst/>
              <a:cxnLst/>
              <a:rect l="textAreaLeft" t="textAreaTop" r="textAreaRight" b="textAreaBottom"/>
              <a:pathLst>
                <a:path w="457" h="421">
                  <a:moveTo>
                    <a:pt x="230" y="1"/>
                  </a:moveTo>
                  <a:cubicBezTo>
                    <a:pt x="132" y="1"/>
                    <a:pt x="43" y="66"/>
                    <a:pt x="23" y="165"/>
                  </a:cubicBezTo>
                  <a:cubicBezTo>
                    <a:pt x="0" y="279"/>
                    <a:pt x="69" y="370"/>
                    <a:pt x="160" y="416"/>
                  </a:cubicBezTo>
                  <a:cubicBezTo>
                    <a:pt x="175" y="419"/>
                    <a:pt x="190" y="420"/>
                    <a:pt x="204" y="420"/>
                  </a:cubicBezTo>
                  <a:cubicBezTo>
                    <a:pt x="302" y="420"/>
                    <a:pt x="391" y="356"/>
                    <a:pt x="411" y="256"/>
                  </a:cubicBezTo>
                  <a:cubicBezTo>
                    <a:pt x="457" y="142"/>
                    <a:pt x="388" y="28"/>
                    <a:pt x="274" y="5"/>
                  </a:cubicBezTo>
                  <a:cubicBezTo>
                    <a:pt x="259" y="2"/>
                    <a:pt x="245" y="1"/>
                    <a:pt x="230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8720" rIns="90000" bIns="187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951" name="Google Shape;1211;p8"/>
            <p:cNvSpPr/>
            <p:nvPr/>
          </p:nvSpPr>
          <p:spPr>
            <a:xfrm>
              <a:off x="5936400" y="4911840"/>
              <a:ext cx="29520" cy="17640"/>
            </a:xfrm>
            <a:custGeom>
              <a:avLst/>
              <a:gdLst>
                <a:gd name="textAreaLeft" fmla="*/ 0 w 29520"/>
                <a:gd name="textAreaRight" fmla="*/ 30960 w 29520"/>
                <a:gd name="textAreaTop" fmla="*/ 0 h 17640"/>
                <a:gd name="textAreaBottom" fmla="*/ 19080 h 17640"/>
              </a:gdLst>
              <a:ahLst/>
              <a:cxnLst/>
              <a:rect l="textAreaLeft" t="textAreaTop" r="textAreaRight" b="textAreaBottom"/>
              <a:pathLst>
                <a:path w="343" h="211">
                  <a:moveTo>
                    <a:pt x="154" y="1"/>
                  </a:moveTo>
                  <a:cubicBezTo>
                    <a:pt x="91" y="1"/>
                    <a:pt x="20" y="60"/>
                    <a:pt x="0" y="119"/>
                  </a:cubicBezTo>
                  <a:lnTo>
                    <a:pt x="320" y="211"/>
                  </a:lnTo>
                  <a:cubicBezTo>
                    <a:pt x="342" y="119"/>
                    <a:pt x="274" y="28"/>
                    <a:pt x="183" y="5"/>
                  </a:cubicBezTo>
                  <a:cubicBezTo>
                    <a:pt x="174" y="2"/>
                    <a:pt x="164" y="1"/>
                    <a:pt x="154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360" rIns="90000" bIns="93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952" name="Google Shape;1212;p8"/>
            <p:cNvSpPr/>
            <p:nvPr/>
          </p:nvSpPr>
          <p:spPr>
            <a:xfrm>
              <a:off x="7329240" y="3495240"/>
              <a:ext cx="33480" cy="3132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31320"/>
                <a:gd name="textAreaBottom" fmla="*/ 32760 h 31320"/>
              </a:gdLst>
              <a:ahLst/>
              <a:cxnLst/>
              <a:rect l="textAreaLeft" t="textAreaTop" r="textAreaRight" b="textAreaBottom"/>
              <a:pathLst>
                <a:path w="389" h="364">
                  <a:moveTo>
                    <a:pt x="180" y="0"/>
                  </a:moveTo>
                  <a:cubicBezTo>
                    <a:pt x="101" y="0"/>
                    <a:pt x="41" y="58"/>
                    <a:pt x="23" y="129"/>
                  </a:cubicBezTo>
                  <a:cubicBezTo>
                    <a:pt x="0" y="243"/>
                    <a:pt x="46" y="335"/>
                    <a:pt x="160" y="357"/>
                  </a:cubicBezTo>
                  <a:cubicBezTo>
                    <a:pt x="175" y="361"/>
                    <a:pt x="191" y="363"/>
                    <a:pt x="205" y="363"/>
                  </a:cubicBezTo>
                  <a:cubicBezTo>
                    <a:pt x="280" y="363"/>
                    <a:pt x="346" y="316"/>
                    <a:pt x="366" y="220"/>
                  </a:cubicBezTo>
                  <a:cubicBezTo>
                    <a:pt x="388" y="129"/>
                    <a:pt x="343" y="38"/>
                    <a:pt x="251" y="15"/>
                  </a:cubicBezTo>
                  <a:cubicBezTo>
                    <a:pt x="226" y="5"/>
                    <a:pt x="202" y="0"/>
                    <a:pt x="180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6200" rIns="90000" bIns="162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953" name="Google Shape;1213;p8"/>
            <p:cNvSpPr/>
            <p:nvPr/>
          </p:nvSpPr>
          <p:spPr>
            <a:xfrm>
              <a:off x="7306560" y="3414240"/>
              <a:ext cx="33480" cy="3240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32400"/>
                <a:gd name="textAreaBottom" fmla="*/ 33840 h 32400"/>
              </a:gdLst>
              <a:ahLst/>
              <a:cxnLst/>
              <a:rect l="textAreaLeft" t="textAreaTop" r="textAreaRight" b="textAreaBottom"/>
              <a:pathLst>
                <a:path w="389" h="376">
                  <a:moveTo>
                    <a:pt x="183" y="0"/>
                  </a:moveTo>
                  <a:cubicBezTo>
                    <a:pt x="109" y="0"/>
                    <a:pt x="42" y="48"/>
                    <a:pt x="23" y="143"/>
                  </a:cubicBezTo>
                  <a:cubicBezTo>
                    <a:pt x="0" y="234"/>
                    <a:pt x="46" y="326"/>
                    <a:pt x="137" y="371"/>
                  </a:cubicBezTo>
                  <a:cubicBezTo>
                    <a:pt x="152" y="374"/>
                    <a:pt x="167" y="376"/>
                    <a:pt x="181" y="376"/>
                  </a:cubicBezTo>
                  <a:cubicBezTo>
                    <a:pt x="274" y="376"/>
                    <a:pt x="346" y="314"/>
                    <a:pt x="365" y="234"/>
                  </a:cubicBezTo>
                  <a:cubicBezTo>
                    <a:pt x="388" y="120"/>
                    <a:pt x="343" y="29"/>
                    <a:pt x="228" y="6"/>
                  </a:cubicBezTo>
                  <a:cubicBezTo>
                    <a:pt x="213" y="2"/>
                    <a:pt x="198" y="0"/>
                    <a:pt x="183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6920" rIns="90000" bIns="169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954" name="Google Shape;1214;p8"/>
            <p:cNvSpPr/>
            <p:nvPr/>
          </p:nvSpPr>
          <p:spPr>
            <a:xfrm>
              <a:off x="7386480" y="4074480"/>
              <a:ext cx="27360" cy="2592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25920"/>
                <a:gd name="textAreaBottom" fmla="*/ 27360 h 25920"/>
              </a:gdLst>
              <a:ahLst/>
              <a:cxnLst/>
              <a:rect l="textAreaLeft" t="textAreaTop" r="textAreaRight" b="textAreaBottom"/>
              <a:pathLst>
                <a:path w="320" h="304">
                  <a:moveTo>
                    <a:pt x="206" y="1"/>
                  </a:moveTo>
                  <a:cubicBezTo>
                    <a:pt x="115" y="1"/>
                    <a:pt x="46" y="46"/>
                    <a:pt x="23" y="115"/>
                  </a:cubicBezTo>
                  <a:cubicBezTo>
                    <a:pt x="0" y="206"/>
                    <a:pt x="46" y="297"/>
                    <a:pt x="115" y="297"/>
                  </a:cubicBezTo>
                  <a:cubicBezTo>
                    <a:pt x="131" y="301"/>
                    <a:pt x="147" y="303"/>
                    <a:pt x="163" y="303"/>
                  </a:cubicBezTo>
                  <a:cubicBezTo>
                    <a:pt x="236" y="303"/>
                    <a:pt x="301" y="262"/>
                    <a:pt x="320" y="206"/>
                  </a:cubicBezTo>
                  <a:cubicBezTo>
                    <a:pt x="320" y="115"/>
                    <a:pt x="274" y="24"/>
                    <a:pt x="206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3680" rIns="90000" bIns="136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955" name="Google Shape;1215;p8"/>
            <p:cNvSpPr/>
            <p:nvPr/>
          </p:nvSpPr>
          <p:spPr>
            <a:xfrm>
              <a:off x="7382520" y="3213360"/>
              <a:ext cx="29520" cy="26280"/>
            </a:xfrm>
            <a:custGeom>
              <a:avLst/>
              <a:gdLst>
                <a:gd name="textAreaLeft" fmla="*/ 0 w 29520"/>
                <a:gd name="textAreaRight" fmla="*/ 30960 w 29520"/>
                <a:gd name="textAreaTop" fmla="*/ 0 h 26280"/>
                <a:gd name="textAreaBottom" fmla="*/ 27720 h 26280"/>
              </a:gdLst>
              <a:ahLst/>
              <a:cxnLst/>
              <a:rect l="textAreaLeft" t="textAreaTop" r="textAreaRight" b="textAreaBottom"/>
              <a:pathLst>
                <a:path w="344" h="309">
                  <a:moveTo>
                    <a:pt x="160" y="0"/>
                  </a:moveTo>
                  <a:cubicBezTo>
                    <a:pt x="86" y="0"/>
                    <a:pt x="20" y="45"/>
                    <a:pt x="1" y="120"/>
                  </a:cubicBezTo>
                  <a:cubicBezTo>
                    <a:pt x="1" y="212"/>
                    <a:pt x="46" y="280"/>
                    <a:pt x="115" y="303"/>
                  </a:cubicBezTo>
                  <a:cubicBezTo>
                    <a:pt x="131" y="307"/>
                    <a:pt x="146" y="309"/>
                    <a:pt x="162" y="309"/>
                  </a:cubicBezTo>
                  <a:cubicBezTo>
                    <a:pt x="236" y="309"/>
                    <a:pt x="301" y="264"/>
                    <a:pt x="320" y="189"/>
                  </a:cubicBezTo>
                  <a:cubicBezTo>
                    <a:pt x="343" y="97"/>
                    <a:pt x="297" y="29"/>
                    <a:pt x="206" y="6"/>
                  </a:cubicBezTo>
                  <a:cubicBezTo>
                    <a:pt x="191" y="2"/>
                    <a:pt x="175" y="0"/>
                    <a:pt x="160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3680" rIns="90000" bIns="136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956" name="Google Shape;1216;p8"/>
            <p:cNvSpPr/>
            <p:nvPr/>
          </p:nvSpPr>
          <p:spPr>
            <a:xfrm>
              <a:off x="6780240" y="4749840"/>
              <a:ext cx="37440" cy="35280"/>
            </a:xfrm>
            <a:custGeom>
              <a:avLst/>
              <a:gdLst>
                <a:gd name="textAreaLeft" fmla="*/ 0 w 37440"/>
                <a:gd name="textAreaRight" fmla="*/ 38880 w 37440"/>
                <a:gd name="textAreaTop" fmla="*/ 0 h 35280"/>
                <a:gd name="textAreaBottom" fmla="*/ 36720 h 35280"/>
              </a:gdLst>
              <a:ahLst/>
              <a:cxnLst/>
              <a:rect l="textAreaLeft" t="textAreaTop" r="textAreaRight" b="textAreaBottom"/>
              <a:pathLst>
                <a:path w="434" h="408">
                  <a:moveTo>
                    <a:pt x="230" y="1"/>
                  </a:moveTo>
                  <a:cubicBezTo>
                    <a:pt x="132" y="1"/>
                    <a:pt x="43" y="65"/>
                    <a:pt x="23" y="165"/>
                  </a:cubicBezTo>
                  <a:cubicBezTo>
                    <a:pt x="0" y="256"/>
                    <a:pt x="69" y="370"/>
                    <a:pt x="160" y="393"/>
                  </a:cubicBezTo>
                  <a:cubicBezTo>
                    <a:pt x="184" y="403"/>
                    <a:pt x="209" y="407"/>
                    <a:pt x="232" y="407"/>
                  </a:cubicBezTo>
                  <a:cubicBezTo>
                    <a:pt x="319" y="407"/>
                    <a:pt x="393" y="346"/>
                    <a:pt x="411" y="256"/>
                  </a:cubicBezTo>
                  <a:cubicBezTo>
                    <a:pt x="434" y="142"/>
                    <a:pt x="388" y="28"/>
                    <a:pt x="274" y="5"/>
                  </a:cubicBezTo>
                  <a:cubicBezTo>
                    <a:pt x="259" y="2"/>
                    <a:pt x="245" y="1"/>
                    <a:pt x="230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8360" rIns="90000" bIns="183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957" name="Google Shape;1217;p8"/>
            <p:cNvSpPr/>
            <p:nvPr/>
          </p:nvSpPr>
          <p:spPr>
            <a:xfrm>
              <a:off x="6624360" y="3756600"/>
              <a:ext cx="33480" cy="3024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30240"/>
                <a:gd name="textAreaBottom" fmla="*/ 31680 h 30240"/>
              </a:gdLst>
              <a:ahLst/>
              <a:cxnLst/>
              <a:rect l="textAreaLeft" t="textAreaTop" r="textAreaRight" b="textAreaBottom"/>
              <a:pathLst>
                <a:path w="389" h="353">
                  <a:moveTo>
                    <a:pt x="193" y="0"/>
                  </a:moveTo>
                  <a:cubicBezTo>
                    <a:pt x="115" y="0"/>
                    <a:pt x="43" y="62"/>
                    <a:pt x="23" y="142"/>
                  </a:cubicBezTo>
                  <a:cubicBezTo>
                    <a:pt x="0" y="233"/>
                    <a:pt x="46" y="324"/>
                    <a:pt x="137" y="347"/>
                  </a:cubicBezTo>
                  <a:cubicBezTo>
                    <a:pt x="157" y="351"/>
                    <a:pt x="176" y="353"/>
                    <a:pt x="194" y="353"/>
                  </a:cubicBezTo>
                  <a:cubicBezTo>
                    <a:pt x="281" y="353"/>
                    <a:pt x="347" y="309"/>
                    <a:pt x="366" y="233"/>
                  </a:cubicBezTo>
                  <a:cubicBezTo>
                    <a:pt x="388" y="142"/>
                    <a:pt x="320" y="28"/>
                    <a:pt x="229" y="5"/>
                  </a:cubicBezTo>
                  <a:cubicBezTo>
                    <a:pt x="217" y="2"/>
                    <a:pt x="205" y="0"/>
                    <a:pt x="193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840" rIns="90000" bIns="158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958" name="Google Shape;1218;p8"/>
            <p:cNvSpPr/>
            <p:nvPr/>
          </p:nvSpPr>
          <p:spPr>
            <a:xfrm>
              <a:off x="6417720" y="3193200"/>
              <a:ext cx="35280" cy="32400"/>
            </a:xfrm>
            <a:custGeom>
              <a:avLst/>
              <a:gdLst>
                <a:gd name="textAreaLeft" fmla="*/ 0 w 35280"/>
                <a:gd name="textAreaRight" fmla="*/ 36720 w 35280"/>
                <a:gd name="textAreaTop" fmla="*/ 0 h 32400"/>
                <a:gd name="textAreaBottom" fmla="*/ 33840 h 32400"/>
              </a:gdLst>
              <a:ahLst/>
              <a:cxnLst/>
              <a:rect l="textAreaLeft" t="textAreaTop" r="textAreaRight" b="textAreaBottom"/>
              <a:pathLst>
                <a:path w="411" h="376">
                  <a:moveTo>
                    <a:pt x="214" y="0"/>
                  </a:moveTo>
                  <a:cubicBezTo>
                    <a:pt x="131" y="0"/>
                    <a:pt x="43" y="63"/>
                    <a:pt x="23" y="142"/>
                  </a:cubicBezTo>
                  <a:cubicBezTo>
                    <a:pt x="0" y="256"/>
                    <a:pt x="69" y="347"/>
                    <a:pt x="160" y="370"/>
                  </a:cubicBezTo>
                  <a:cubicBezTo>
                    <a:pt x="179" y="374"/>
                    <a:pt x="197" y="376"/>
                    <a:pt x="215" y="376"/>
                  </a:cubicBezTo>
                  <a:cubicBezTo>
                    <a:pt x="302" y="376"/>
                    <a:pt x="369" y="328"/>
                    <a:pt x="388" y="233"/>
                  </a:cubicBezTo>
                  <a:cubicBezTo>
                    <a:pt x="411" y="142"/>
                    <a:pt x="365" y="28"/>
                    <a:pt x="251" y="5"/>
                  </a:cubicBezTo>
                  <a:cubicBezTo>
                    <a:pt x="239" y="2"/>
                    <a:pt x="227" y="0"/>
                    <a:pt x="214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6920" rIns="90000" bIns="169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959" name="Google Shape;1219;p8"/>
            <p:cNvSpPr/>
            <p:nvPr/>
          </p:nvSpPr>
          <p:spPr>
            <a:xfrm>
              <a:off x="6239520" y="2738520"/>
              <a:ext cx="31320" cy="28440"/>
            </a:xfrm>
            <a:custGeom>
              <a:avLst/>
              <a:gdLst>
                <a:gd name="textAreaLeft" fmla="*/ 0 w 31320"/>
                <a:gd name="textAreaRight" fmla="*/ 32760 w 31320"/>
                <a:gd name="textAreaTop" fmla="*/ 0 h 28440"/>
                <a:gd name="textAreaBottom" fmla="*/ 29880 h 28440"/>
              </a:gdLst>
              <a:ahLst/>
              <a:cxnLst/>
              <a:rect l="textAreaLeft" t="textAreaTop" r="textAreaRight" b="textAreaBottom"/>
              <a:pathLst>
                <a:path w="366" h="331">
                  <a:moveTo>
                    <a:pt x="171" y="0"/>
                  </a:moveTo>
                  <a:cubicBezTo>
                    <a:pt x="97" y="0"/>
                    <a:pt x="43" y="62"/>
                    <a:pt x="23" y="142"/>
                  </a:cubicBezTo>
                  <a:cubicBezTo>
                    <a:pt x="0" y="210"/>
                    <a:pt x="46" y="301"/>
                    <a:pt x="137" y="324"/>
                  </a:cubicBezTo>
                  <a:cubicBezTo>
                    <a:pt x="153" y="328"/>
                    <a:pt x="169" y="330"/>
                    <a:pt x="184" y="330"/>
                  </a:cubicBezTo>
                  <a:cubicBezTo>
                    <a:pt x="258" y="330"/>
                    <a:pt x="324" y="286"/>
                    <a:pt x="343" y="210"/>
                  </a:cubicBezTo>
                  <a:cubicBezTo>
                    <a:pt x="365" y="119"/>
                    <a:pt x="297" y="27"/>
                    <a:pt x="206" y="5"/>
                  </a:cubicBezTo>
                  <a:cubicBezTo>
                    <a:pt x="194" y="2"/>
                    <a:pt x="182" y="0"/>
                    <a:pt x="171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4760" rIns="90000" bIns="147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960" name="Google Shape;1220;p8"/>
            <p:cNvSpPr/>
            <p:nvPr/>
          </p:nvSpPr>
          <p:spPr>
            <a:xfrm>
              <a:off x="6278400" y="2837880"/>
              <a:ext cx="39600" cy="35280"/>
            </a:xfrm>
            <a:custGeom>
              <a:avLst/>
              <a:gdLst>
                <a:gd name="textAreaLeft" fmla="*/ 0 w 39600"/>
                <a:gd name="textAreaRight" fmla="*/ 41040 w 39600"/>
                <a:gd name="textAreaTop" fmla="*/ 0 h 35280"/>
                <a:gd name="textAreaBottom" fmla="*/ 36720 h 35280"/>
              </a:gdLst>
              <a:ahLst/>
              <a:cxnLst/>
              <a:rect l="textAreaLeft" t="textAreaTop" r="textAreaRight" b="textAreaBottom"/>
              <a:pathLst>
                <a:path w="458" h="408">
                  <a:moveTo>
                    <a:pt x="203" y="1"/>
                  </a:moveTo>
                  <a:cubicBezTo>
                    <a:pt x="116" y="1"/>
                    <a:pt x="42" y="62"/>
                    <a:pt x="24" y="152"/>
                  </a:cubicBezTo>
                  <a:cubicBezTo>
                    <a:pt x="1" y="266"/>
                    <a:pt x="69" y="380"/>
                    <a:pt x="161" y="403"/>
                  </a:cubicBezTo>
                  <a:cubicBezTo>
                    <a:pt x="175" y="406"/>
                    <a:pt x="190" y="407"/>
                    <a:pt x="205" y="407"/>
                  </a:cubicBezTo>
                  <a:cubicBezTo>
                    <a:pt x="303" y="407"/>
                    <a:pt x="392" y="343"/>
                    <a:pt x="412" y="243"/>
                  </a:cubicBezTo>
                  <a:cubicBezTo>
                    <a:pt x="457" y="152"/>
                    <a:pt x="389" y="38"/>
                    <a:pt x="275" y="15"/>
                  </a:cubicBezTo>
                  <a:cubicBezTo>
                    <a:pt x="250" y="5"/>
                    <a:pt x="226" y="1"/>
                    <a:pt x="203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8360" rIns="90000" bIns="183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961" name="Google Shape;1221;p8"/>
            <p:cNvSpPr/>
            <p:nvPr/>
          </p:nvSpPr>
          <p:spPr>
            <a:xfrm>
              <a:off x="6186240" y="2746440"/>
              <a:ext cx="21240" cy="18360"/>
            </a:xfrm>
            <a:custGeom>
              <a:avLst/>
              <a:gdLst>
                <a:gd name="textAreaLeft" fmla="*/ 0 w 21240"/>
                <a:gd name="textAreaRight" fmla="*/ 22680 w 21240"/>
                <a:gd name="textAreaTop" fmla="*/ 0 h 18360"/>
                <a:gd name="textAreaBottom" fmla="*/ 19800 h 18360"/>
              </a:gdLst>
              <a:ahLst/>
              <a:cxnLst/>
              <a:rect l="textAreaLeft" t="textAreaTop" r="textAreaRight" b="textAreaBottom"/>
              <a:pathLst>
                <a:path w="252" h="219">
                  <a:moveTo>
                    <a:pt x="111" y="1"/>
                  </a:moveTo>
                  <a:cubicBezTo>
                    <a:pt x="68" y="1"/>
                    <a:pt x="19" y="38"/>
                    <a:pt x="1" y="75"/>
                  </a:cubicBezTo>
                  <a:cubicBezTo>
                    <a:pt x="1" y="144"/>
                    <a:pt x="24" y="212"/>
                    <a:pt x="92" y="212"/>
                  </a:cubicBezTo>
                  <a:cubicBezTo>
                    <a:pt x="100" y="217"/>
                    <a:pt x="110" y="218"/>
                    <a:pt x="119" y="218"/>
                  </a:cubicBezTo>
                  <a:cubicBezTo>
                    <a:pt x="161" y="218"/>
                    <a:pt x="210" y="181"/>
                    <a:pt x="229" y="144"/>
                  </a:cubicBezTo>
                  <a:cubicBezTo>
                    <a:pt x="252" y="75"/>
                    <a:pt x="206" y="7"/>
                    <a:pt x="138" y="7"/>
                  </a:cubicBezTo>
                  <a:cubicBezTo>
                    <a:pt x="129" y="3"/>
                    <a:pt x="120" y="1"/>
                    <a:pt x="111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720" rIns="90000" bIns="97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962" name="Google Shape;1222;p8"/>
            <p:cNvSpPr/>
            <p:nvPr/>
          </p:nvSpPr>
          <p:spPr>
            <a:xfrm>
              <a:off x="6231240" y="2842560"/>
              <a:ext cx="25200" cy="22320"/>
            </a:xfrm>
            <a:custGeom>
              <a:avLst/>
              <a:gdLst>
                <a:gd name="textAreaLeft" fmla="*/ 0 w 25200"/>
                <a:gd name="textAreaRight" fmla="*/ 26640 w 25200"/>
                <a:gd name="textAreaTop" fmla="*/ 0 h 22320"/>
                <a:gd name="textAreaBottom" fmla="*/ 23760 h 22320"/>
              </a:gdLst>
              <a:ahLst/>
              <a:cxnLst/>
              <a:rect l="textAreaLeft" t="textAreaTop" r="textAreaRight" b="textAreaBottom"/>
              <a:pathLst>
                <a:path w="298" h="264">
                  <a:moveTo>
                    <a:pt x="146" y="1"/>
                  </a:moveTo>
                  <a:cubicBezTo>
                    <a:pt x="85" y="1"/>
                    <a:pt x="20" y="42"/>
                    <a:pt x="1" y="98"/>
                  </a:cubicBezTo>
                  <a:cubicBezTo>
                    <a:pt x="1" y="167"/>
                    <a:pt x="47" y="258"/>
                    <a:pt x="115" y="258"/>
                  </a:cubicBezTo>
                  <a:cubicBezTo>
                    <a:pt x="127" y="262"/>
                    <a:pt x="139" y="264"/>
                    <a:pt x="151" y="264"/>
                  </a:cubicBezTo>
                  <a:cubicBezTo>
                    <a:pt x="206" y="264"/>
                    <a:pt x="256" y="223"/>
                    <a:pt x="275" y="167"/>
                  </a:cubicBezTo>
                  <a:cubicBezTo>
                    <a:pt x="298" y="98"/>
                    <a:pt x="252" y="30"/>
                    <a:pt x="184" y="7"/>
                  </a:cubicBezTo>
                  <a:cubicBezTo>
                    <a:pt x="171" y="3"/>
                    <a:pt x="159" y="1"/>
                    <a:pt x="146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880" rIns="90000" bIns="118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963" name="Google Shape;1223;p8"/>
            <p:cNvSpPr/>
            <p:nvPr/>
          </p:nvSpPr>
          <p:spPr>
            <a:xfrm>
              <a:off x="6671520" y="4766040"/>
              <a:ext cx="35640" cy="30240"/>
            </a:xfrm>
            <a:custGeom>
              <a:avLst/>
              <a:gdLst>
                <a:gd name="textAreaLeft" fmla="*/ 0 w 35640"/>
                <a:gd name="textAreaRight" fmla="*/ 37080 w 35640"/>
                <a:gd name="textAreaTop" fmla="*/ 0 h 30240"/>
                <a:gd name="textAreaBottom" fmla="*/ 31680 h 30240"/>
              </a:gdLst>
              <a:ahLst/>
              <a:cxnLst/>
              <a:rect l="textAreaLeft" t="textAreaTop" r="textAreaRight" b="textAreaBottom"/>
              <a:pathLst>
                <a:path w="412" h="355">
                  <a:moveTo>
                    <a:pt x="204" y="1"/>
                  </a:moveTo>
                  <a:cubicBezTo>
                    <a:pt x="125" y="1"/>
                    <a:pt x="42" y="49"/>
                    <a:pt x="23" y="144"/>
                  </a:cubicBezTo>
                  <a:cubicBezTo>
                    <a:pt x="0" y="235"/>
                    <a:pt x="69" y="326"/>
                    <a:pt x="160" y="349"/>
                  </a:cubicBezTo>
                  <a:cubicBezTo>
                    <a:pt x="176" y="353"/>
                    <a:pt x="192" y="355"/>
                    <a:pt x="209" y="355"/>
                  </a:cubicBezTo>
                  <a:cubicBezTo>
                    <a:pt x="288" y="355"/>
                    <a:pt x="370" y="311"/>
                    <a:pt x="388" y="235"/>
                  </a:cubicBezTo>
                  <a:cubicBezTo>
                    <a:pt x="411" y="121"/>
                    <a:pt x="343" y="29"/>
                    <a:pt x="251" y="7"/>
                  </a:cubicBezTo>
                  <a:cubicBezTo>
                    <a:pt x="236" y="3"/>
                    <a:pt x="220" y="1"/>
                    <a:pt x="204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840" rIns="90000" bIns="158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964" name="Google Shape;1224;p8"/>
            <p:cNvSpPr/>
            <p:nvPr/>
          </p:nvSpPr>
          <p:spPr>
            <a:xfrm>
              <a:off x="5870520" y="3154320"/>
              <a:ext cx="39600" cy="34200"/>
            </a:xfrm>
            <a:custGeom>
              <a:avLst/>
              <a:gdLst>
                <a:gd name="textAreaLeft" fmla="*/ 0 w 39600"/>
                <a:gd name="textAreaRight" fmla="*/ 41040 w 39600"/>
                <a:gd name="textAreaTop" fmla="*/ 0 h 34200"/>
                <a:gd name="textAreaBottom" fmla="*/ 35640 h 34200"/>
              </a:gdLst>
              <a:ahLst/>
              <a:cxnLst/>
              <a:rect l="textAreaLeft" t="textAreaTop" r="textAreaRight" b="textAreaBottom"/>
              <a:pathLst>
                <a:path w="458" h="399">
                  <a:moveTo>
                    <a:pt x="232" y="1"/>
                  </a:moveTo>
                  <a:cubicBezTo>
                    <a:pt x="138" y="1"/>
                    <a:pt x="63" y="66"/>
                    <a:pt x="24" y="165"/>
                  </a:cubicBezTo>
                  <a:cubicBezTo>
                    <a:pt x="1" y="256"/>
                    <a:pt x="69" y="370"/>
                    <a:pt x="183" y="393"/>
                  </a:cubicBezTo>
                  <a:cubicBezTo>
                    <a:pt x="199" y="397"/>
                    <a:pt x="214" y="399"/>
                    <a:pt x="230" y="399"/>
                  </a:cubicBezTo>
                  <a:cubicBezTo>
                    <a:pt x="310" y="399"/>
                    <a:pt x="393" y="351"/>
                    <a:pt x="412" y="256"/>
                  </a:cubicBezTo>
                  <a:cubicBezTo>
                    <a:pt x="457" y="142"/>
                    <a:pt x="389" y="51"/>
                    <a:pt x="275" y="5"/>
                  </a:cubicBezTo>
                  <a:cubicBezTo>
                    <a:pt x="260" y="2"/>
                    <a:pt x="245" y="1"/>
                    <a:pt x="232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7640" rIns="90000" bIns="176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965" name="Google Shape;1225;p8"/>
            <p:cNvSpPr/>
            <p:nvPr/>
          </p:nvSpPr>
          <p:spPr>
            <a:xfrm>
              <a:off x="6354000" y="3318480"/>
              <a:ext cx="21240" cy="17640"/>
            </a:xfrm>
            <a:custGeom>
              <a:avLst/>
              <a:gdLst>
                <a:gd name="textAreaLeft" fmla="*/ 0 w 21240"/>
                <a:gd name="textAreaRight" fmla="*/ 22680 w 21240"/>
                <a:gd name="textAreaTop" fmla="*/ 0 h 17640"/>
                <a:gd name="textAreaBottom" fmla="*/ 19080 h 17640"/>
              </a:gdLst>
              <a:ahLst/>
              <a:cxnLst/>
              <a:rect l="textAreaLeft" t="textAreaTop" r="textAreaRight" b="textAreaBottom"/>
              <a:pathLst>
                <a:path w="252" h="212">
                  <a:moveTo>
                    <a:pt x="160" y="0"/>
                  </a:moveTo>
                  <a:cubicBezTo>
                    <a:pt x="92" y="0"/>
                    <a:pt x="46" y="23"/>
                    <a:pt x="23" y="91"/>
                  </a:cubicBezTo>
                  <a:cubicBezTo>
                    <a:pt x="0" y="137"/>
                    <a:pt x="46" y="183"/>
                    <a:pt x="92" y="206"/>
                  </a:cubicBezTo>
                  <a:cubicBezTo>
                    <a:pt x="104" y="210"/>
                    <a:pt x="116" y="212"/>
                    <a:pt x="127" y="212"/>
                  </a:cubicBezTo>
                  <a:cubicBezTo>
                    <a:pt x="176" y="212"/>
                    <a:pt x="210" y="174"/>
                    <a:pt x="229" y="137"/>
                  </a:cubicBezTo>
                  <a:cubicBezTo>
                    <a:pt x="252" y="69"/>
                    <a:pt x="206" y="23"/>
                    <a:pt x="160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360" rIns="90000" bIns="93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966" name="Google Shape;1226;p8"/>
            <p:cNvSpPr/>
            <p:nvPr/>
          </p:nvSpPr>
          <p:spPr>
            <a:xfrm>
              <a:off x="7021800" y="4284720"/>
              <a:ext cx="29520" cy="26280"/>
            </a:xfrm>
            <a:custGeom>
              <a:avLst/>
              <a:gdLst>
                <a:gd name="textAreaLeft" fmla="*/ 0 w 29520"/>
                <a:gd name="textAreaRight" fmla="*/ 30960 w 29520"/>
                <a:gd name="textAreaTop" fmla="*/ 0 h 26280"/>
                <a:gd name="textAreaBottom" fmla="*/ 27720 h 26280"/>
              </a:gdLst>
              <a:ahLst/>
              <a:cxnLst/>
              <a:rect l="textAreaLeft" t="textAreaTop" r="textAreaRight" b="textAreaBottom"/>
              <a:pathLst>
                <a:path w="343" h="310">
                  <a:moveTo>
                    <a:pt x="161" y="1"/>
                  </a:moveTo>
                  <a:cubicBezTo>
                    <a:pt x="92" y="1"/>
                    <a:pt x="42" y="45"/>
                    <a:pt x="23" y="121"/>
                  </a:cubicBezTo>
                  <a:cubicBezTo>
                    <a:pt x="1" y="212"/>
                    <a:pt x="46" y="281"/>
                    <a:pt x="137" y="303"/>
                  </a:cubicBezTo>
                  <a:cubicBezTo>
                    <a:pt x="149" y="307"/>
                    <a:pt x="162" y="309"/>
                    <a:pt x="174" y="309"/>
                  </a:cubicBezTo>
                  <a:cubicBezTo>
                    <a:pt x="235" y="309"/>
                    <a:pt x="301" y="265"/>
                    <a:pt x="320" y="189"/>
                  </a:cubicBezTo>
                  <a:cubicBezTo>
                    <a:pt x="343" y="121"/>
                    <a:pt x="297" y="30"/>
                    <a:pt x="206" y="7"/>
                  </a:cubicBezTo>
                  <a:cubicBezTo>
                    <a:pt x="190" y="3"/>
                    <a:pt x="175" y="1"/>
                    <a:pt x="161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3680" rIns="90000" bIns="136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967" name="Google Shape;1227;p8"/>
            <p:cNvSpPr/>
            <p:nvPr/>
          </p:nvSpPr>
          <p:spPr>
            <a:xfrm>
              <a:off x="5825520" y="1951560"/>
              <a:ext cx="27360" cy="2448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24480"/>
                <a:gd name="textAreaBottom" fmla="*/ 25920 h 24480"/>
              </a:gdLst>
              <a:ahLst/>
              <a:cxnLst/>
              <a:rect l="textAreaLeft" t="textAreaTop" r="textAreaRight" b="textAreaBottom"/>
              <a:pathLst>
                <a:path w="321" h="287">
                  <a:moveTo>
                    <a:pt x="160" y="1"/>
                  </a:moveTo>
                  <a:cubicBezTo>
                    <a:pt x="92" y="1"/>
                    <a:pt x="42" y="42"/>
                    <a:pt x="23" y="98"/>
                  </a:cubicBezTo>
                  <a:cubicBezTo>
                    <a:pt x="1" y="189"/>
                    <a:pt x="46" y="258"/>
                    <a:pt x="115" y="281"/>
                  </a:cubicBezTo>
                  <a:cubicBezTo>
                    <a:pt x="131" y="285"/>
                    <a:pt x="146" y="287"/>
                    <a:pt x="161" y="287"/>
                  </a:cubicBezTo>
                  <a:cubicBezTo>
                    <a:pt x="229" y="287"/>
                    <a:pt x="278" y="246"/>
                    <a:pt x="297" y="189"/>
                  </a:cubicBezTo>
                  <a:cubicBezTo>
                    <a:pt x="320" y="98"/>
                    <a:pt x="274" y="7"/>
                    <a:pt x="206" y="7"/>
                  </a:cubicBezTo>
                  <a:cubicBezTo>
                    <a:pt x="190" y="3"/>
                    <a:pt x="174" y="1"/>
                    <a:pt x="160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968" name="Google Shape;1228;p8"/>
            <p:cNvSpPr/>
            <p:nvPr/>
          </p:nvSpPr>
          <p:spPr>
            <a:xfrm>
              <a:off x="6321240" y="2998440"/>
              <a:ext cx="33480" cy="3024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30240"/>
                <a:gd name="textAreaBottom" fmla="*/ 31680 h 30240"/>
              </a:gdLst>
              <a:ahLst/>
              <a:cxnLst/>
              <a:rect l="textAreaLeft" t="textAreaTop" r="textAreaRight" b="textAreaBottom"/>
              <a:pathLst>
                <a:path w="389" h="354">
                  <a:moveTo>
                    <a:pt x="195" y="1"/>
                  </a:moveTo>
                  <a:cubicBezTo>
                    <a:pt x="108" y="1"/>
                    <a:pt x="42" y="45"/>
                    <a:pt x="23" y="121"/>
                  </a:cubicBezTo>
                  <a:cubicBezTo>
                    <a:pt x="0" y="212"/>
                    <a:pt x="69" y="326"/>
                    <a:pt x="160" y="349"/>
                  </a:cubicBezTo>
                  <a:cubicBezTo>
                    <a:pt x="172" y="352"/>
                    <a:pt x="184" y="353"/>
                    <a:pt x="196" y="353"/>
                  </a:cubicBezTo>
                  <a:cubicBezTo>
                    <a:pt x="274" y="353"/>
                    <a:pt x="346" y="291"/>
                    <a:pt x="365" y="212"/>
                  </a:cubicBezTo>
                  <a:cubicBezTo>
                    <a:pt x="388" y="121"/>
                    <a:pt x="343" y="29"/>
                    <a:pt x="251" y="6"/>
                  </a:cubicBezTo>
                  <a:cubicBezTo>
                    <a:pt x="232" y="3"/>
                    <a:pt x="213" y="1"/>
                    <a:pt x="195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840" rIns="90000" bIns="158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969" name="Google Shape;1229;p8"/>
            <p:cNvSpPr/>
            <p:nvPr/>
          </p:nvSpPr>
          <p:spPr>
            <a:xfrm>
              <a:off x="6284520" y="2910240"/>
              <a:ext cx="27360" cy="2628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26280"/>
                <a:gd name="textAreaBottom" fmla="*/ 27720 h 26280"/>
              </a:gdLst>
              <a:ahLst/>
              <a:cxnLst/>
              <a:rect l="textAreaLeft" t="textAreaTop" r="textAreaRight" b="textAreaBottom"/>
              <a:pathLst>
                <a:path w="320" h="308">
                  <a:moveTo>
                    <a:pt x="170" y="0"/>
                  </a:moveTo>
                  <a:cubicBezTo>
                    <a:pt x="97" y="0"/>
                    <a:pt x="43" y="60"/>
                    <a:pt x="23" y="119"/>
                  </a:cubicBezTo>
                  <a:cubicBezTo>
                    <a:pt x="0" y="210"/>
                    <a:pt x="46" y="279"/>
                    <a:pt x="115" y="302"/>
                  </a:cubicBezTo>
                  <a:cubicBezTo>
                    <a:pt x="130" y="306"/>
                    <a:pt x="146" y="308"/>
                    <a:pt x="161" y="308"/>
                  </a:cubicBezTo>
                  <a:cubicBezTo>
                    <a:pt x="234" y="308"/>
                    <a:pt x="297" y="263"/>
                    <a:pt x="297" y="188"/>
                  </a:cubicBezTo>
                  <a:cubicBezTo>
                    <a:pt x="320" y="119"/>
                    <a:pt x="274" y="28"/>
                    <a:pt x="206" y="5"/>
                  </a:cubicBezTo>
                  <a:cubicBezTo>
                    <a:pt x="194" y="2"/>
                    <a:pt x="182" y="0"/>
                    <a:pt x="170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3680" rIns="90000" bIns="136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970" name="Google Shape;1230;p8"/>
            <p:cNvSpPr/>
            <p:nvPr/>
          </p:nvSpPr>
          <p:spPr>
            <a:xfrm>
              <a:off x="5954760" y="2273400"/>
              <a:ext cx="31320" cy="28440"/>
            </a:xfrm>
            <a:custGeom>
              <a:avLst/>
              <a:gdLst>
                <a:gd name="textAreaLeft" fmla="*/ 0 w 31320"/>
                <a:gd name="textAreaRight" fmla="*/ 32760 w 31320"/>
                <a:gd name="textAreaTop" fmla="*/ 0 h 28440"/>
                <a:gd name="textAreaBottom" fmla="*/ 29880 h 28440"/>
              </a:gdLst>
              <a:ahLst/>
              <a:cxnLst/>
              <a:rect l="textAreaLeft" t="textAreaTop" r="textAreaRight" b="textAreaBottom"/>
              <a:pathLst>
                <a:path w="366" h="332">
                  <a:moveTo>
                    <a:pt x="182" y="0"/>
                  </a:moveTo>
                  <a:cubicBezTo>
                    <a:pt x="108" y="0"/>
                    <a:pt x="42" y="45"/>
                    <a:pt x="23" y="120"/>
                  </a:cubicBezTo>
                  <a:cubicBezTo>
                    <a:pt x="1" y="212"/>
                    <a:pt x="69" y="303"/>
                    <a:pt x="137" y="326"/>
                  </a:cubicBezTo>
                  <a:cubicBezTo>
                    <a:pt x="153" y="330"/>
                    <a:pt x="169" y="332"/>
                    <a:pt x="184" y="332"/>
                  </a:cubicBezTo>
                  <a:cubicBezTo>
                    <a:pt x="258" y="332"/>
                    <a:pt x="324" y="287"/>
                    <a:pt x="343" y="212"/>
                  </a:cubicBezTo>
                  <a:cubicBezTo>
                    <a:pt x="366" y="120"/>
                    <a:pt x="320" y="29"/>
                    <a:pt x="229" y="6"/>
                  </a:cubicBezTo>
                  <a:cubicBezTo>
                    <a:pt x="213" y="2"/>
                    <a:pt x="197" y="0"/>
                    <a:pt x="182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4760" rIns="90000" bIns="147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971" name="Google Shape;1231;p8"/>
            <p:cNvSpPr/>
            <p:nvPr/>
          </p:nvSpPr>
          <p:spPr>
            <a:xfrm>
              <a:off x="6813000" y="3278880"/>
              <a:ext cx="35640" cy="30240"/>
            </a:xfrm>
            <a:custGeom>
              <a:avLst/>
              <a:gdLst>
                <a:gd name="textAreaLeft" fmla="*/ 0 w 35640"/>
                <a:gd name="textAreaRight" fmla="*/ 37080 w 35640"/>
                <a:gd name="textAreaTop" fmla="*/ 0 h 30240"/>
                <a:gd name="textAreaBottom" fmla="*/ 31680 h 30240"/>
              </a:gdLst>
              <a:ahLst/>
              <a:cxnLst/>
              <a:rect l="textAreaLeft" t="textAreaTop" r="textAreaRight" b="textAreaBottom"/>
              <a:pathLst>
                <a:path w="412" h="355">
                  <a:moveTo>
                    <a:pt x="204" y="1"/>
                  </a:moveTo>
                  <a:cubicBezTo>
                    <a:pt x="125" y="1"/>
                    <a:pt x="42" y="48"/>
                    <a:pt x="23" y="143"/>
                  </a:cubicBezTo>
                  <a:cubicBezTo>
                    <a:pt x="0" y="235"/>
                    <a:pt x="69" y="326"/>
                    <a:pt x="160" y="349"/>
                  </a:cubicBezTo>
                  <a:cubicBezTo>
                    <a:pt x="176" y="353"/>
                    <a:pt x="192" y="355"/>
                    <a:pt x="209" y="355"/>
                  </a:cubicBezTo>
                  <a:cubicBezTo>
                    <a:pt x="288" y="355"/>
                    <a:pt x="369" y="310"/>
                    <a:pt x="388" y="235"/>
                  </a:cubicBezTo>
                  <a:cubicBezTo>
                    <a:pt x="411" y="121"/>
                    <a:pt x="343" y="29"/>
                    <a:pt x="251" y="7"/>
                  </a:cubicBezTo>
                  <a:cubicBezTo>
                    <a:pt x="236" y="3"/>
                    <a:pt x="220" y="1"/>
                    <a:pt x="204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840" rIns="90000" bIns="158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972" name="Google Shape;1232;p8"/>
            <p:cNvSpPr/>
            <p:nvPr/>
          </p:nvSpPr>
          <p:spPr>
            <a:xfrm>
              <a:off x="3695040" y="3387600"/>
              <a:ext cx="31320" cy="26280"/>
            </a:xfrm>
            <a:custGeom>
              <a:avLst/>
              <a:gdLst>
                <a:gd name="textAreaLeft" fmla="*/ 0 w 31320"/>
                <a:gd name="textAreaRight" fmla="*/ 32760 w 31320"/>
                <a:gd name="textAreaTop" fmla="*/ 0 h 26280"/>
                <a:gd name="textAreaBottom" fmla="*/ 27720 h 26280"/>
              </a:gdLst>
              <a:ahLst/>
              <a:cxnLst/>
              <a:rect l="textAreaLeft" t="textAreaTop" r="textAreaRight" b="textAreaBottom"/>
              <a:pathLst>
                <a:path w="366" h="309">
                  <a:moveTo>
                    <a:pt x="182" y="0"/>
                  </a:moveTo>
                  <a:cubicBezTo>
                    <a:pt x="108" y="0"/>
                    <a:pt x="42" y="45"/>
                    <a:pt x="23" y="120"/>
                  </a:cubicBezTo>
                  <a:cubicBezTo>
                    <a:pt x="0" y="212"/>
                    <a:pt x="69" y="303"/>
                    <a:pt x="137" y="303"/>
                  </a:cubicBezTo>
                  <a:cubicBezTo>
                    <a:pt x="153" y="307"/>
                    <a:pt x="170" y="309"/>
                    <a:pt x="185" y="309"/>
                  </a:cubicBezTo>
                  <a:cubicBezTo>
                    <a:pt x="259" y="309"/>
                    <a:pt x="324" y="268"/>
                    <a:pt x="343" y="212"/>
                  </a:cubicBezTo>
                  <a:cubicBezTo>
                    <a:pt x="365" y="120"/>
                    <a:pt x="297" y="29"/>
                    <a:pt x="228" y="6"/>
                  </a:cubicBezTo>
                  <a:cubicBezTo>
                    <a:pt x="213" y="2"/>
                    <a:pt x="197" y="0"/>
                    <a:pt x="182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3680" rIns="90000" bIns="136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973" name="Google Shape;1233;p8"/>
            <p:cNvSpPr/>
            <p:nvPr/>
          </p:nvSpPr>
          <p:spPr>
            <a:xfrm>
              <a:off x="4109040" y="3154320"/>
              <a:ext cx="33480" cy="3204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32040"/>
                <a:gd name="textAreaBottom" fmla="*/ 33480 h 32040"/>
              </a:gdLst>
              <a:ahLst/>
              <a:cxnLst/>
              <a:rect l="textAreaLeft" t="textAreaTop" r="textAreaRight" b="textAreaBottom"/>
              <a:pathLst>
                <a:path w="389" h="375">
                  <a:moveTo>
                    <a:pt x="193" y="1"/>
                  </a:moveTo>
                  <a:cubicBezTo>
                    <a:pt x="115" y="1"/>
                    <a:pt x="44" y="63"/>
                    <a:pt x="24" y="142"/>
                  </a:cubicBezTo>
                  <a:cubicBezTo>
                    <a:pt x="1" y="233"/>
                    <a:pt x="47" y="348"/>
                    <a:pt x="161" y="370"/>
                  </a:cubicBezTo>
                  <a:cubicBezTo>
                    <a:pt x="173" y="373"/>
                    <a:pt x="185" y="375"/>
                    <a:pt x="197" y="375"/>
                  </a:cubicBezTo>
                  <a:cubicBezTo>
                    <a:pt x="275" y="375"/>
                    <a:pt x="346" y="313"/>
                    <a:pt x="366" y="233"/>
                  </a:cubicBezTo>
                  <a:cubicBezTo>
                    <a:pt x="389" y="142"/>
                    <a:pt x="343" y="28"/>
                    <a:pt x="229" y="5"/>
                  </a:cubicBezTo>
                  <a:cubicBezTo>
                    <a:pt x="217" y="2"/>
                    <a:pt x="205" y="1"/>
                    <a:pt x="193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6560" rIns="90000" bIns="165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974" name="Google Shape;1234;p8"/>
            <p:cNvSpPr/>
            <p:nvPr/>
          </p:nvSpPr>
          <p:spPr>
            <a:xfrm>
              <a:off x="6483240" y="4047120"/>
              <a:ext cx="23400" cy="20160"/>
            </a:xfrm>
            <a:custGeom>
              <a:avLst/>
              <a:gdLst>
                <a:gd name="textAreaLeft" fmla="*/ 0 w 23400"/>
                <a:gd name="textAreaRight" fmla="*/ 24840 w 23400"/>
                <a:gd name="textAreaTop" fmla="*/ 0 h 20160"/>
                <a:gd name="textAreaBottom" fmla="*/ 21600 h 20160"/>
              </a:gdLst>
              <a:ahLst/>
              <a:cxnLst/>
              <a:rect l="textAreaLeft" t="textAreaTop" r="textAreaRight" b="textAreaBottom"/>
              <a:pathLst>
                <a:path w="275" h="241">
                  <a:moveTo>
                    <a:pt x="124" y="0"/>
                  </a:moveTo>
                  <a:cubicBezTo>
                    <a:pt x="70" y="0"/>
                    <a:pt x="23" y="41"/>
                    <a:pt x="23" y="97"/>
                  </a:cubicBezTo>
                  <a:cubicBezTo>
                    <a:pt x="0" y="166"/>
                    <a:pt x="46" y="211"/>
                    <a:pt x="92" y="234"/>
                  </a:cubicBezTo>
                  <a:cubicBezTo>
                    <a:pt x="104" y="238"/>
                    <a:pt x="116" y="240"/>
                    <a:pt x="128" y="240"/>
                  </a:cubicBezTo>
                  <a:cubicBezTo>
                    <a:pt x="183" y="240"/>
                    <a:pt x="233" y="199"/>
                    <a:pt x="252" y="143"/>
                  </a:cubicBezTo>
                  <a:cubicBezTo>
                    <a:pt x="274" y="97"/>
                    <a:pt x="229" y="29"/>
                    <a:pt x="160" y="6"/>
                  </a:cubicBezTo>
                  <a:cubicBezTo>
                    <a:pt x="148" y="2"/>
                    <a:pt x="136" y="0"/>
                    <a:pt x="124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0" rIns="90000" bIns="108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975" name="Google Shape;1235;p8"/>
            <p:cNvSpPr/>
            <p:nvPr/>
          </p:nvSpPr>
          <p:spPr>
            <a:xfrm>
              <a:off x="6386760" y="3643560"/>
              <a:ext cx="33480" cy="3024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30240"/>
                <a:gd name="textAreaBottom" fmla="*/ 31680 h 30240"/>
              </a:gdLst>
              <a:ahLst/>
              <a:cxnLst/>
              <a:rect l="textAreaLeft" t="textAreaTop" r="textAreaRight" b="textAreaBottom"/>
              <a:pathLst>
                <a:path w="389" h="354">
                  <a:moveTo>
                    <a:pt x="184" y="1"/>
                  </a:moveTo>
                  <a:cubicBezTo>
                    <a:pt x="109" y="1"/>
                    <a:pt x="43" y="48"/>
                    <a:pt x="23" y="143"/>
                  </a:cubicBezTo>
                  <a:cubicBezTo>
                    <a:pt x="1" y="235"/>
                    <a:pt x="46" y="326"/>
                    <a:pt x="138" y="349"/>
                  </a:cubicBezTo>
                  <a:cubicBezTo>
                    <a:pt x="150" y="352"/>
                    <a:pt x="162" y="353"/>
                    <a:pt x="175" y="353"/>
                  </a:cubicBezTo>
                  <a:cubicBezTo>
                    <a:pt x="257" y="353"/>
                    <a:pt x="346" y="291"/>
                    <a:pt x="366" y="212"/>
                  </a:cubicBezTo>
                  <a:cubicBezTo>
                    <a:pt x="389" y="121"/>
                    <a:pt x="320" y="29"/>
                    <a:pt x="229" y="6"/>
                  </a:cubicBezTo>
                  <a:cubicBezTo>
                    <a:pt x="214" y="3"/>
                    <a:pt x="198" y="1"/>
                    <a:pt x="184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840" rIns="90000" bIns="158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976" name="Google Shape;1236;p8"/>
            <p:cNvSpPr/>
            <p:nvPr/>
          </p:nvSpPr>
          <p:spPr>
            <a:xfrm>
              <a:off x="6014160" y="3842280"/>
              <a:ext cx="27360" cy="2448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24480"/>
                <a:gd name="textAreaBottom" fmla="*/ 25920 h 24480"/>
              </a:gdLst>
              <a:ahLst/>
              <a:cxnLst/>
              <a:rect l="textAreaLeft" t="textAreaTop" r="textAreaRight" b="textAreaBottom"/>
              <a:pathLst>
                <a:path w="320" h="287">
                  <a:moveTo>
                    <a:pt x="147" y="1"/>
                  </a:moveTo>
                  <a:cubicBezTo>
                    <a:pt x="92" y="1"/>
                    <a:pt x="42" y="41"/>
                    <a:pt x="23" y="98"/>
                  </a:cubicBezTo>
                  <a:cubicBezTo>
                    <a:pt x="0" y="166"/>
                    <a:pt x="46" y="258"/>
                    <a:pt x="115" y="280"/>
                  </a:cubicBezTo>
                  <a:cubicBezTo>
                    <a:pt x="130" y="284"/>
                    <a:pt x="145" y="286"/>
                    <a:pt x="159" y="286"/>
                  </a:cubicBezTo>
                  <a:cubicBezTo>
                    <a:pt x="228" y="286"/>
                    <a:pt x="278" y="242"/>
                    <a:pt x="297" y="166"/>
                  </a:cubicBezTo>
                  <a:cubicBezTo>
                    <a:pt x="320" y="98"/>
                    <a:pt x="274" y="6"/>
                    <a:pt x="183" y="6"/>
                  </a:cubicBezTo>
                  <a:cubicBezTo>
                    <a:pt x="171" y="2"/>
                    <a:pt x="159" y="1"/>
                    <a:pt x="147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977" name="Google Shape;1237;p8"/>
            <p:cNvSpPr/>
            <p:nvPr/>
          </p:nvSpPr>
          <p:spPr>
            <a:xfrm>
              <a:off x="2289960" y="3965400"/>
              <a:ext cx="25200" cy="15480"/>
            </a:xfrm>
            <a:custGeom>
              <a:avLst/>
              <a:gdLst>
                <a:gd name="textAreaLeft" fmla="*/ 0 w 25200"/>
                <a:gd name="textAreaRight" fmla="*/ 26640 w 25200"/>
                <a:gd name="textAreaTop" fmla="*/ 0 h 15480"/>
                <a:gd name="textAreaBottom" fmla="*/ 16920 h 15480"/>
              </a:gdLst>
              <a:ahLst/>
              <a:cxnLst/>
              <a:rect l="textAreaLeft" t="textAreaTop" r="textAreaRight" b="textAreaBottom"/>
              <a:pathLst>
                <a:path w="297" h="189">
                  <a:moveTo>
                    <a:pt x="125" y="0"/>
                  </a:moveTo>
                  <a:cubicBezTo>
                    <a:pt x="69" y="0"/>
                    <a:pt x="19" y="44"/>
                    <a:pt x="0" y="120"/>
                  </a:cubicBezTo>
                  <a:lnTo>
                    <a:pt x="274" y="189"/>
                  </a:lnTo>
                  <a:cubicBezTo>
                    <a:pt x="297" y="120"/>
                    <a:pt x="251" y="29"/>
                    <a:pt x="160" y="6"/>
                  </a:cubicBezTo>
                  <a:cubicBezTo>
                    <a:pt x="148" y="2"/>
                    <a:pt x="136" y="0"/>
                    <a:pt x="125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8280" rIns="90000" bIns="82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978" name="Google Shape;1238;p8"/>
            <p:cNvSpPr/>
            <p:nvPr/>
          </p:nvSpPr>
          <p:spPr>
            <a:xfrm>
              <a:off x="7400880" y="4491720"/>
              <a:ext cx="27360" cy="2412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24120"/>
                <a:gd name="textAreaBottom" fmla="*/ 25560 h 24120"/>
              </a:gdLst>
              <a:ahLst/>
              <a:cxnLst/>
              <a:rect l="textAreaLeft" t="textAreaTop" r="textAreaRight" b="textAreaBottom"/>
              <a:pathLst>
                <a:path w="320" h="286">
                  <a:moveTo>
                    <a:pt x="148" y="0"/>
                  </a:moveTo>
                  <a:cubicBezTo>
                    <a:pt x="92" y="0"/>
                    <a:pt x="42" y="45"/>
                    <a:pt x="23" y="120"/>
                  </a:cubicBezTo>
                  <a:cubicBezTo>
                    <a:pt x="0" y="189"/>
                    <a:pt x="46" y="257"/>
                    <a:pt x="114" y="280"/>
                  </a:cubicBezTo>
                  <a:cubicBezTo>
                    <a:pt x="130" y="284"/>
                    <a:pt x="146" y="286"/>
                    <a:pt x="161" y="286"/>
                  </a:cubicBezTo>
                  <a:cubicBezTo>
                    <a:pt x="228" y="286"/>
                    <a:pt x="278" y="245"/>
                    <a:pt x="297" y="189"/>
                  </a:cubicBezTo>
                  <a:cubicBezTo>
                    <a:pt x="320" y="97"/>
                    <a:pt x="274" y="29"/>
                    <a:pt x="183" y="6"/>
                  </a:cubicBezTo>
                  <a:cubicBezTo>
                    <a:pt x="171" y="2"/>
                    <a:pt x="159" y="0"/>
                    <a:pt x="148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600" rIns="90000" bIns="126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979" name="Google Shape;1239;p8"/>
            <p:cNvSpPr/>
            <p:nvPr/>
          </p:nvSpPr>
          <p:spPr>
            <a:xfrm>
              <a:off x="7388640" y="4593960"/>
              <a:ext cx="21240" cy="19800"/>
            </a:xfrm>
            <a:custGeom>
              <a:avLst/>
              <a:gdLst>
                <a:gd name="textAreaLeft" fmla="*/ 0 w 21240"/>
                <a:gd name="textAreaRight" fmla="*/ 22680 w 21240"/>
                <a:gd name="textAreaTop" fmla="*/ 0 h 19800"/>
                <a:gd name="textAreaBottom" fmla="*/ 21240 h 19800"/>
              </a:gdLst>
              <a:ahLst/>
              <a:cxnLst/>
              <a:rect l="textAreaLeft" t="textAreaTop" r="textAreaRight" b="textAreaBottom"/>
              <a:pathLst>
                <a:path w="252" h="235">
                  <a:moveTo>
                    <a:pt x="111" y="0"/>
                  </a:moveTo>
                  <a:cubicBezTo>
                    <a:pt x="69" y="0"/>
                    <a:pt x="19" y="41"/>
                    <a:pt x="0" y="98"/>
                  </a:cubicBezTo>
                  <a:cubicBezTo>
                    <a:pt x="0" y="143"/>
                    <a:pt x="23" y="212"/>
                    <a:pt x="92" y="235"/>
                  </a:cubicBezTo>
                  <a:cubicBezTo>
                    <a:pt x="137" y="235"/>
                    <a:pt x="206" y="212"/>
                    <a:pt x="228" y="143"/>
                  </a:cubicBezTo>
                  <a:cubicBezTo>
                    <a:pt x="251" y="75"/>
                    <a:pt x="206" y="29"/>
                    <a:pt x="137" y="6"/>
                  </a:cubicBezTo>
                  <a:cubicBezTo>
                    <a:pt x="129" y="2"/>
                    <a:pt x="120" y="0"/>
                    <a:pt x="111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440" rIns="90000" bIns="10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980" name="Google Shape;1240;p8"/>
            <p:cNvSpPr/>
            <p:nvPr/>
          </p:nvSpPr>
          <p:spPr>
            <a:xfrm>
              <a:off x="5145480" y="4733640"/>
              <a:ext cx="37440" cy="21600"/>
            </a:xfrm>
            <a:custGeom>
              <a:avLst/>
              <a:gdLst>
                <a:gd name="textAreaLeft" fmla="*/ 0 w 37440"/>
                <a:gd name="textAreaRight" fmla="*/ 38880 w 37440"/>
                <a:gd name="textAreaTop" fmla="*/ 0 h 21600"/>
                <a:gd name="textAreaBottom" fmla="*/ 23040 h 21600"/>
              </a:gdLst>
              <a:ahLst/>
              <a:cxnLst/>
              <a:rect l="textAreaLeft" t="textAreaTop" r="textAreaRight" b="textAreaBottom"/>
              <a:pathLst>
                <a:path w="435" h="256">
                  <a:moveTo>
                    <a:pt x="209" y="0"/>
                  </a:moveTo>
                  <a:cubicBezTo>
                    <a:pt x="115" y="0"/>
                    <a:pt x="40" y="65"/>
                    <a:pt x="1" y="164"/>
                  </a:cubicBezTo>
                  <a:lnTo>
                    <a:pt x="389" y="256"/>
                  </a:lnTo>
                  <a:cubicBezTo>
                    <a:pt x="434" y="141"/>
                    <a:pt x="366" y="27"/>
                    <a:pt x="252" y="4"/>
                  </a:cubicBezTo>
                  <a:cubicBezTo>
                    <a:pt x="237" y="2"/>
                    <a:pt x="222" y="0"/>
                    <a:pt x="209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520" rIns="90000" bIns="115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981" name="Google Shape;1241;p8"/>
            <p:cNvSpPr/>
            <p:nvPr/>
          </p:nvSpPr>
          <p:spPr>
            <a:xfrm>
              <a:off x="3699360" y="2357280"/>
              <a:ext cx="27360" cy="2628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26280"/>
                <a:gd name="textAreaBottom" fmla="*/ 27720 h 26280"/>
              </a:gdLst>
              <a:ahLst/>
              <a:cxnLst/>
              <a:rect l="textAreaLeft" t="textAreaTop" r="textAreaRight" b="textAreaBottom"/>
              <a:pathLst>
                <a:path w="321" h="308">
                  <a:moveTo>
                    <a:pt x="161" y="0"/>
                  </a:moveTo>
                  <a:cubicBezTo>
                    <a:pt x="93" y="0"/>
                    <a:pt x="43" y="45"/>
                    <a:pt x="24" y="120"/>
                  </a:cubicBezTo>
                  <a:cubicBezTo>
                    <a:pt x="1" y="189"/>
                    <a:pt x="47" y="280"/>
                    <a:pt x="138" y="303"/>
                  </a:cubicBezTo>
                  <a:cubicBezTo>
                    <a:pt x="147" y="306"/>
                    <a:pt x="157" y="307"/>
                    <a:pt x="166" y="307"/>
                  </a:cubicBezTo>
                  <a:cubicBezTo>
                    <a:pt x="230" y="307"/>
                    <a:pt x="301" y="248"/>
                    <a:pt x="320" y="189"/>
                  </a:cubicBezTo>
                  <a:cubicBezTo>
                    <a:pt x="320" y="97"/>
                    <a:pt x="275" y="29"/>
                    <a:pt x="206" y="6"/>
                  </a:cubicBezTo>
                  <a:cubicBezTo>
                    <a:pt x="191" y="2"/>
                    <a:pt x="176" y="0"/>
                    <a:pt x="161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3680" rIns="90000" bIns="136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982" name="Google Shape;1242;p8"/>
            <p:cNvSpPr/>
            <p:nvPr/>
          </p:nvSpPr>
          <p:spPr>
            <a:xfrm>
              <a:off x="3355200" y="2025360"/>
              <a:ext cx="27360" cy="2628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26280"/>
                <a:gd name="textAreaBottom" fmla="*/ 27720 h 26280"/>
              </a:gdLst>
              <a:ahLst/>
              <a:cxnLst/>
              <a:rect l="textAreaLeft" t="textAreaTop" r="textAreaRight" b="textAreaBottom"/>
              <a:pathLst>
                <a:path w="320" h="308">
                  <a:moveTo>
                    <a:pt x="161" y="1"/>
                  </a:moveTo>
                  <a:cubicBezTo>
                    <a:pt x="92" y="1"/>
                    <a:pt x="42" y="45"/>
                    <a:pt x="23" y="121"/>
                  </a:cubicBezTo>
                  <a:cubicBezTo>
                    <a:pt x="0" y="189"/>
                    <a:pt x="46" y="280"/>
                    <a:pt x="114" y="303"/>
                  </a:cubicBezTo>
                  <a:cubicBezTo>
                    <a:pt x="127" y="306"/>
                    <a:pt x="139" y="308"/>
                    <a:pt x="151" y="308"/>
                  </a:cubicBezTo>
                  <a:cubicBezTo>
                    <a:pt x="228" y="308"/>
                    <a:pt x="297" y="248"/>
                    <a:pt x="297" y="189"/>
                  </a:cubicBezTo>
                  <a:cubicBezTo>
                    <a:pt x="320" y="98"/>
                    <a:pt x="274" y="29"/>
                    <a:pt x="206" y="6"/>
                  </a:cubicBezTo>
                  <a:cubicBezTo>
                    <a:pt x="190" y="3"/>
                    <a:pt x="175" y="1"/>
                    <a:pt x="161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3680" rIns="90000" bIns="136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983" name="Google Shape;1243;p8"/>
            <p:cNvSpPr/>
            <p:nvPr/>
          </p:nvSpPr>
          <p:spPr>
            <a:xfrm>
              <a:off x="4348800" y="3080520"/>
              <a:ext cx="35640" cy="32400"/>
            </a:xfrm>
            <a:custGeom>
              <a:avLst/>
              <a:gdLst>
                <a:gd name="textAreaLeft" fmla="*/ 0 w 35640"/>
                <a:gd name="textAreaRight" fmla="*/ 37080 w 35640"/>
                <a:gd name="textAreaTop" fmla="*/ 0 h 32400"/>
                <a:gd name="textAreaBottom" fmla="*/ 33840 h 32400"/>
              </a:gdLst>
              <a:ahLst/>
              <a:cxnLst/>
              <a:rect l="textAreaLeft" t="textAreaTop" r="textAreaRight" b="textAreaBottom"/>
              <a:pathLst>
                <a:path w="412" h="376">
                  <a:moveTo>
                    <a:pt x="215" y="0"/>
                  </a:moveTo>
                  <a:cubicBezTo>
                    <a:pt x="132" y="0"/>
                    <a:pt x="43" y="62"/>
                    <a:pt x="23" y="141"/>
                  </a:cubicBezTo>
                  <a:cubicBezTo>
                    <a:pt x="0" y="256"/>
                    <a:pt x="69" y="347"/>
                    <a:pt x="160" y="370"/>
                  </a:cubicBezTo>
                  <a:cubicBezTo>
                    <a:pt x="175" y="373"/>
                    <a:pt x="191" y="375"/>
                    <a:pt x="207" y="375"/>
                  </a:cubicBezTo>
                  <a:cubicBezTo>
                    <a:pt x="287" y="375"/>
                    <a:pt x="369" y="328"/>
                    <a:pt x="389" y="233"/>
                  </a:cubicBezTo>
                  <a:cubicBezTo>
                    <a:pt x="411" y="141"/>
                    <a:pt x="366" y="27"/>
                    <a:pt x="252" y="4"/>
                  </a:cubicBezTo>
                  <a:cubicBezTo>
                    <a:pt x="240" y="1"/>
                    <a:pt x="227" y="0"/>
                    <a:pt x="215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6920" rIns="90000" bIns="169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984" name="Google Shape;1244;p8"/>
            <p:cNvSpPr/>
            <p:nvPr/>
          </p:nvSpPr>
          <p:spPr>
            <a:xfrm>
              <a:off x="3979800" y="2691360"/>
              <a:ext cx="31320" cy="30240"/>
            </a:xfrm>
            <a:custGeom>
              <a:avLst/>
              <a:gdLst>
                <a:gd name="textAreaLeft" fmla="*/ 0 w 31320"/>
                <a:gd name="textAreaRight" fmla="*/ 32760 w 31320"/>
                <a:gd name="textAreaTop" fmla="*/ 0 h 30240"/>
                <a:gd name="textAreaBottom" fmla="*/ 31680 h 30240"/>
              </a:gdLst>
              <a:ahLst/>
              <a:cxnLst/>
              <a:rect l="textAreaLeft" t="textAreaTop" r="textAreaRight" b="textAreaBottom"/>
              <a:pathLst>
                <a:path w="367" h="352">
                  <a:moveTo>
                    <a:pt x="193" y="0"/>
                  </a:moveTo>
                  <a:cubicBezTo>
                    <a:pt x="115" y="0"/>
                    <a:pt x="44" y="62"/>
                    <a:pt x="24" y="142"/>
                  </a:cubicBezTo>
                  <a:cubicBezTo>
                    <a:pt x="1" y="233"/>
                    <a:pt x="47" y="324"/>
                    <a:pt x="138" y="347"/>
                  </a:cubicBezTo>
                  <a:cubicBezTo>
                    <a:pt x="150" y="350"/>
                    <a:pt x="162" y="351"/>
                    <a:pt x="174" y="351"/>
                  </a:cubicBezTo>
                  <a:cubicBezTo>
                    <a:pt x="252" y="351"/>
                    <a:pt x="323" y="289"/>
                    <a:pt x="343" y="210"/>
                  </a:cubicBezTo>
                  <a:cubicBezTo>
                    <a:pt x="366" y="119"/>
                    <a:pt x="298" y="27"/>
                    <a:pt x="229" y="5"/>
                  </a:cubicBezTo>
                  <a:cubicBezTo>
                    <a:pt x="217" y="2"/>
                    <a:pt x="205" y="0"/>
                    <a:pt x="193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840" rIns="90000" bIns="158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985" name="Google Shape;1245;p8"/>
            <p:cNvSpPr/>
            <p:nvPr/>
          </p:nvSpPr>
          <p:spPr>
            <a:xfrm>
              <a:off x="5278680" y="4717080"/>
              <a:ext cx="33480" cy="3024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30240"/>
                <a:gd name="textAreaBottom" fmla="*/ 31680 h 30240"/>
              </a:gdLst>
              <a:ahLst/>
              <a:cxnLst/>
              <a:rect l="textAreaLeft" t="textAreaTop" r="textAreaRight" b="textAreaBottom"/>
              <a:pathLst>
                <a:path w="389" h="352">
                  <a:moveTo>
                    <a:pt x="193" y="0"/>
                  </a:moveTo>
                  <a:cubicBezTo>
                    <a:pt x="114" y="0"/>
                    <a:pt x="43" y="63"/>
                    <a:pt x="23" y="142"/>
                  </a:cubicBezTo>
                  <a:cubicBezTo>
                    <a:pt x="0" y="233"/>
                    <a:pt x="69" y="324"/>
                    <a:pt x="160" y="347"/>
                  </a:cubicBezTo>
                  <a:cubicBezTo>
                    <a:pt x="169" y="350"/>
                    <a:pt x="179" y="352"/>
                    <a:pt x="189" y="352"/>
                  </a:cubicBezTo>
                  <a:cubicBezTo>
                    <a:pt x="257" y="352"/>
                    <a:pt x="346" y="290"/>
                    <a:pt x="365" y="210"/>
                  </a:cubicBezTo>
                  <a:cubicBezTo>
                    <a:pt x="388" y="119"/>
                    <a:pt x="320" y="28"/>
                    <a:pt x="228" y="5"/>
                  </a:cubicBezTo>
                  <a:cubicBezTo>
                    <a:pt x="216" y="2"/>
                    <a:pt x="204" y="0"/>
                    <a:pt x="193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840" rIns="90000" bIns="158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986" name="Google Shape;1246;p8"/>
            <p:cNvSpPr/>
            <p:nvPr/>
          </p:nvSpPr>
          <p:spPr>
            <a:xfrm>
              <a:off x="4125240" y="3473640"/>
              <a:ext cx="21240" cy="18360"/>
            </a:xfrm>
            <a:custGeom>
              <a:avLst/>
              <a:gdLst>
                <a:gd name="textAreaLeft" fmla="*/ 0 w 21240"/>
                <a:gd name="textAreaRight" fmla="*/ 22680 w 21240"/>
                <a:gd name="textAreaTop" fmla="*/ 0 h 18360"/>
                <a:gd name="textAreaBottom" fmla="*/ 19800 h 18360"/>
              </a:gdLst>
              <a:ahLst/>
              <a:cxnLst/>
              <a:rect l="textAreaLeft" t="textAreaTop" r="textAreaRight" b="textAreaBottom"/>
              <a:pathLst>
                <a:path w="252" h="219">
                  <a:moveTo>
                    <a:pt x="123" y="1"/>
                  </a:moveTo>
                  <a:cubicBezTo>
                    <a:pt x="69" y="1"/>
                    <a:pt x="23" y="38"/>
                    <a:pt x="23" y="75"/>
                  </a:cubicBezTo>
                  <a:cubicBezTo>
                    <a:pt x="1" y="144"/>
                    <a:pt x="46" y="190"/>
                    <a:pt x="92" y="212"/>
                  </a:cubicBezTo>
                  <a:cubicBezTo>
                    <a:pt x="104" y="217"/>
                    <a:pt x="117" y="218"/>
                    <a:pt x="129" y="218"/>
                  </a:cubicBezTo>
                  <a:cubicBezTo>
                    <a:pt x="183" y="218"/>
                    <a:pt x="229" y="181"/>
                    <a:pt x="229" y="144"/>
                  </a:cubicBezTo>
                  <a:cubicBezTo>
                    <a:pt x="252" y="75"/>
                    <a:pt x="206" y="7"/>
                    <a:pt x="160" y="7"/>
                  </a:cubicBezTo>
                  <a:cubicBezTo>
                    <a:pt x="148" y="3"/>
                    <a:pt x="135" y="1"/>
                    <a:pt x="123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720" rIns="90000" bIns="97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987" name="Google Shape;1247;p8"/>
            <p:cNvSpPr/>
            <p:nvPr/>
          </p:nvSpPr>
          <p:spPr>
            <a:xfrm>
              <a:off x="4164480" y="3439440"/>
              <a:ext cx="23400" cy="21600"/>
            </a:xfrm>
            <a:custGeom>
              <a:avLst/>
              <a:gdLst>
                <a:gd name="textAreaLeft" fmla="*/ 0 w 23400"/>
                <a:gd name="textAreaRight" fmla="*/ 24840 w 23400"/>
                <a:gd name="textAreaTop" fmla="*/ 0 h 21600"/>
                <a:gd name="textAreaBottom" fmla="*/ 23040 h 21600"/>
              </a:gdLst>
              <a:ahLst/>
              <a:cxnLst/>
              <a:rect l="textAreaLeft" t="textAreaTop" r="textAreaRight" b="textAreaBottom"/>
              <a:pathLst>
                <a:path w="275" h="258">
                  <a:moveTo>
                    <a:pt x="160" y="1"/>
                  </a:moveTo>
                  <a:cubicBezTo>
                    <a:pt x="92" y="1"/>
                    <a:pt x="23" y="24"/>
                    <a:pt x="23" y="92"/>
                  </a:cubicBezTo>
                  <a:cubicBezTo>
                    <a:pt x="0" y="161"/>
                    <a:pt x="46" y="229"/>
                    <a:pt x="92" y="252"/>
                  </a:cubicBezTo>
                  <a:cubicBezTo>
                    <a:pt x="104" y="256"/>
                    <a:pt x="116" y="258"/>
                    <a:pt x="128" y="258"/>
                  </a:cubicBezTo>
                  <a:cubicBezTo>
                    <a:pt x="183" y="258"/>
                    <a:pt x="232" y="217"/>
                    <a:pt x="251" y="161"/>
                  </a:cubicBezTo>
                  <a:cubicBezTo>
                    <a:pt x="274" y="92"/>
                    <a:pt x="228" y="24"/>
                    <a:pt x="160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520" rIns="90000" bIns="115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988" name="Google Shape;1248;p8"/>
            <p:cNvSpPr/>
            <p:nvPr/>
          </p:nvSpPr>
          <p:spPr>
            <a:xfrm>
              <a:off x="6876360" y="3364920"/>
              <a:ext cx="37440" cy="32400"/>
            </a:xfrm>
            <a:custGeom>
              <a:avLst/>
              <a:gdLst>
                <a:gd name="textAreaLeft" fmla="*/ 0 w 37440"/>
                <a:gd name="textAreaRight" fmla="*/ 38880 w 37440"/>
                <a:gd name="textAreaTop" fmla="*/ 0 h 32400"/>
                <a:gd name="textAreaBottom" fmla="*/ 33840 h 32400"/>
              </a:gdLst>
              <a:ahLst/>
              <a:cxnLst/>
              <a:rect l="textAreaLeft" t="textAreaTop" r="textAreaRight" b="textAreaBottom"/>
              <a:pathLst>
                <a:path w="435" h="376">
                  <a:moveTo>
                    <a:pt x="220" y="0"/>
                  </a:moveTo>
                  <a:cubicBezTo>
                    <a:pt x="132" y="0"/>
                    <a:pt x="66" y="48"/>
                    <a:pt x="47" y="143"/>
                  </a:cubicBezTo>
                  <a:cubicBezTo>
                    <a:pt x="1" y="234"/>
                    <a:pt x="69" y="349"/>
                    <a:pt x="161" y="371"/>
                  </a:cubicBezTo>
                  <a:cubicBezTo>
                    <a:pt x="176" y="374"/>
                    <a:pt x="190" y="376"/>
                    <a:pt x="204" y="376"/>
                  </a:cubicBezTo>
                  <a:cubicBezTo>
                    <a:pt x="298" y="376"/>
                    <a:pt x="369" y="314"/>
                    <a:pt x="389" y="234"/>
                  </a:cubicBezTo>
                  <a:cubicBezTo>
                    <a:pt x="435" y="120"/>
                    <a:pt x="366" y="29"/>
                    <a:pt x="275" y="6"/>
                  </a:cubicBezTo>
                  <a:cubicBezTo>
                    <a:pt x="256" y="2"/>
                    <a:pt x="237" y="0"/>
                    <a:pt x="220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6920" rIns="90000" bIns="169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989" name="Google Shape;1249;p8"/>
            <p:cNvSpPr/>
            <p:nvPr/>
          </p:nvSpPr>
          <p:spPr>
            <a:xfrm>
              <a:off x="6800760" y="4383000"/>
              <a:ext cx="35640" cy="30240"/>
            </a:xfrm>
            <a:custGeom>
              <a:avLst/>
              <a:gdLst>
                <a:gd name="textAreaLeft" fmla="*/ 0 w 35640"/>
                <a:gd name="textAreaRight" fmla="*/ 37080 w 35640"/>
                <a:gd name="textAreaTop" fmla="*/ 0 h 30240"/>
                <a:gd name="textAreaBottom" fmla="*/ 31680 h 30240"/>
              </a:gdLst>
              <a:ahLst/>
              <a:cxnLst/>
              <a:rect l="textAreaLeft" t="textAreaTop" r="textAreaRight" b="textAreaBottom"/>
              <a:pathLst>
                <a:path w="412" h="355">
                  <a:moveTo>
                    <a:pt x="206" y="1"/>
                  </a:moveTo>
                  <a:cubicBezTo>
                    <a:pt x="132" y="1"/>
                    <a:pt x="65" y="48"/>
                    <a:pt x="46" y="143"/>
                  </a:cubicBezTo>
                  <a:cubicBezTo>
                    <a:pt x="0" y="235"/>
                    <a:pt x="69" y="326"/>
                    <a:pt x="160" y="349"/>
                  </a:cubicBezTo>
                  <a:cubicBezTo>
                    <a:pt x="175" y="353"/>
                    <a:pt x="191" y="354"/>
                    <a:pt x="207" y="354"/>
                  </a:cubicBezTo>
                  <a:cubicBezTo>
                    <a:pt x="287" y="354"/>
                    <a:pt x="369" y="307"/>
                    <a:pt x="388" y="212"/>
                  </a:cubicBezTo>
                  <a:cubicBezTo>
                    <a:pt x="411" y="120"/>
                    <a:pt x="343" y="29"/>
                    <a:pt x="251" y="6"/>
                  </a:cubicBezTo>
                  <a:cubicBezTo>
                    <a:pt x="236" y="3"/>
                    <a:pt x="221" y="1"/>
                    <a:pt x="206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840" rIns="90000" bIns="158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990" name="Google Shape;1250;p8"/>
            <p:cNvSpPr/>
            <p:nvPr/>
          </p:nvSpPr>
          <p:spPr>
            <a:xfrm>
              <a:off x="4946760" y="3785040"/>
              <a:ext cx="37440" cy="34200"/>
            </a:xfrm>
            <a:custGeom>
              <a:avLst/>
              <a:gdLst>
                <a:gd name="textAreaLeft" fmla="*/ 0 w 37440"/>
                <a:gd name="textAreaRight" fmla="*/ 38880 w 37440"/>
                <a:gd name="textAreaTop" fmla="*/ 0 h 34200"/>
                <a:gd name="textAreaBottom" fmla="*/ 35640 h 34200"/>
              </a:gdLst>
              <a:ahLst/>
              <a:cxnLst/>
              <a:rect l="textAreaLeft" t="textAreaTop" r="textAreaRight" b="textAreaBottom"/>
              <a:pathLst>
                <a:path w="435" h="398">
                  <a:moveTo>
                    <a:pt x="231" y="1"/>
                  </a:moveTo>
                  <a:cubicBezTo>
                    <a:pt x="137" y="1"/>
                    <a:pt x="63" y="63"/>
                    <a:pt x="23" y="142"/>
                  </a:cubicBezTo>
                  <a:cubicBezTo>
                    <a:pt x="0" y="256"/>
                    <a:pt x="69" y="371"/>
                    <a:pt x="183" y="393"/>
                  </a:cubicBezTo>
                  <a:cubicBezTo>
                    <a:pt x="195" y="396"/>
                    <a:pt x="207" y="398"/>
                    <a:pt x="220" y="398"/>
                  </a:cubicBezTo>
                  <a:cubicBezTo>
                    <a:pt x="303" y="398"/>
                    <a:pt x="391" y="336"/>
                    <a:pt x="411" y="256"/>
                  </a:cubicBezTo>
                  <a:cubicBezTo>
                    <a:pt x="434" y="142"/>
                    <a:pt x="366" y="28"/>
                    <a:pt x="274" y="5"/>
                  </a:cubicBezTo>
                  <a:cubicBezTo>
                    <a:pt x="259" y="2"/>
                    <a:pt x="245" y="1"/>
                    <a:pt x="231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7640" rIns="90000" bIns="176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991" name="Google Shape;1251;p8"/>
            <p:cNvSpPr/>
            <p:nvPr/>
          </p:nvSpPr>
          <p:spPr>
            <a:xfrm>
              <a:off x="5665680" y="4043520"/>
              <a:ext cx="23400" cy="21600"/>
            </a:xfrm>
            <a:custGeom>
              <a:avLst/>
              <a:gdLst>
                <a:gd name="textAreaLeft" fmla="*/ 0 w 23400"/>
                <a:gd name="textAreaRight" fmla="*/ 24840 w 23400"/>
                <a:gd name="textAreaTop" fmla="*/ 0 h 21600"/>
                <a:gd name="textAreaBottom" fmla="*/ 23040 h 21600"/>
              </a:gdLst>
              <a:ahLst/>
              <a:cxnLst/>
              <a:rect l="textAreaLeft" t="textAreaTop" r="textAreaRight" b="textAreaBottom"/>
              <a:pathLst>
                <a:path w="275" h="258">
                  <a:moveTo>
                    <a:pt x="160" y="0"/>
                  </a:moveTo>
                  <a:cubicBezTo>
                    <a:pt x="91" y="0"/>
                    <a:pt x="23" y="23"/>
                    <a:pt x="0" y="92"/>
                  </a:cubicBezTo>
                  <a:cubicBezTo>
                    <a:pt x="0" y="160"/>
                    <a:pt x="46" y="229"/>
                    <a:pt x="114" y="251"/>
                  </a:cubicBezTo>
                  <a:cubicBezTo>
                    <a:pt x="122" y="255"/>
                    <a:pt x="132" y="257"/>
                    <a:pt x="142" y="257"/>
                  </a:cubicBezTo>
                  <a:cubicBezTo>
                    <a:pt x="189" y="257"/>
                    <a:pt x="251" y="216"/>
                    <a:pt x="251" y="160"/>
                  </a:cubicBezTo>
                  <a:cubicBezTo>
                    <a:pt x="274" y="92"/>
                    <a:pt x="228" y="23"/>
                    <a:pt x="160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520" rIns="90000" bIns="115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992" name="Google Shape;1252;p8"/>
            <p:cNvSpPr/>
            <p:nvPr/>
          </p:nvSpPr>
          <p:spPr>
            <a:xfrm>
              <a:off x="5665680" y="4119120"/>
              <a:ext cx="39600" cy="34200"/>
            </a:xfrm>
            <a:custGeom>
              <a:avLst/>
              <a:gdLst>
                <a:gd name="textAreaLeft" fmla="*/ 0 w 39600"/>
                <a:gd name="textAreaRight" fmla="*/ 41040 w 39600"/>
                <a:gd name="textAreaTop" fmla="*/ 0 h 34200"/>
                <a:gd name="textAreaBottom" fmla="*/ 35640 h 34200"/>
              </a:gdLst>
              <a:ahLst/>
              <a:cxnLst/>
              <a:rect l="textAreaLeft" t="textAreaTop" r="textAreaRight" b="textAreaBottom"/>
              <a:pathLst>
                <a:path w="457" h="399">
                  <a:moveTo>
                    <a:pt x="230" y="0"/>
                  </a:moveTo>
                  <a:cubicBezTo>
                    <a:pt x="132" y="0"/>
                    <a:pt x="43" y="65"/>
                    <a:pt x="23" y="165"/>
                  </a:cubicBezTo>
                  <a:cubicBezTo>
                    <a:pt x="0" y="256"/>
                    <a:pt x="69" y="370"/>
                    <a:pt x="183" y="393"/>
                  </a:cubicBezTo>
                  <a:cubicBezTo>
                    <a:pt x="198" y="397"/>
                    <a:pt x="214" y="399"/>
                    <a:pt x="230" y="399"/>
                  </a:cubicBezTo>
                  <a:cubicBezTo>
                    <a:pt x="310" y="399"/>
                    <a:pt x="392" y="351"/>
                    <a:pt x="411" y="256"/>
                  </a:cubicBezTo>
                  <a:cubicBezTo>
                    <a:pt x="457" y="142"/>
                    <a:pt x="388" y="28"/>
                    <a:pt x="274" y="5"/>
                  </a:cubicBezTo>
                  <a:cubicBezTo>
                    <a:pt x="259" y="2"/>
                    <a:pt x="245" y="0"/>
                    <a:pt x="230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7640" rIns="90000" bIns="176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993" name="Google Shape;1253;p8"/>
            <p:cNvSpPr/>
            <p:nvPr/>
          </p:nvSpPr>
          <p:spPr>
            <a:xfrm>
              <a:off x="6057000" y="2830320"/>
              <a:ext cx="23400" cy="19800"/>
            </a:xfrm>
            <a:custGeom>
              <a:avLst/>
              <a:gdLst>
                <a:gd name="textAreaLeft" fmla="*/ 0 w 23400"/>
                <a:gd name="textAreaRight" fmla="*/ 24840 w 23400"/>
                <a:gd name="textAreaTop" fmla="*/ 0 h 19800"/>
                <a:gd name="textAreaBottom" fmla="*/ 21240 h 19800"/>
              </a:gdLst>
              <a:ahLst/>
              <a:cxnLst/>
              <a:rect l="textAreaLeft" t="textAreaTop" r="textAreaRight" b="textAreaBottom"/>
              <a:pathLst>
                <a:path w="275" h="236">
                  <a:moveTo>
                    <a:pt x="134" y="1"/>
                  </a:moveTo>
                  <a:cubicBezTo>
                    <a:pt x="91" y="1"/>
                    <a:pt x="42" y="38"/>
                    <a:pt x="24" y="75"/>
                  </a:cubicBezTo>
                  <a:cubicBezTo>
                    <a:pt x="1" y="144"/>
                    <a:pt x="46" y="212"/>
                    <a:pt x="115" y="235"/>
                  </a:cubicBezTo>
                  <a:cubicBezTo>
                    <a:pt x="161" y="235"/>
                    <a:pt x="229" y="212"/>
                    <a:pt x="252" y="144"/>
                  </a:cubicBezTo>
                  <a:cubicBezTo>
                    <a:pt x="275" y="75"/>
                    <a:pt x="229" y="7"/>
                    <a:pt x="161" y="7"/>
                  </a:cubicBezTo>
                  <a:cubicBezTo>
                    <a:pt x="152" y="3"/>
                    <a:pt x="143" y="1"/>
                    <a:pt x="134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440" rIns="90000" bIns="10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994" name="Google Shape;1254;p8"/>
            <p:cNvSpPr/>
            <p:nvPr/>
          </p:nvSpPr>
          <p:spPr>
            <a:xfrm>
              <a:off x="6952320" y="3639600"/>
              <a:ext cx="31320" cy="28440"/>
            </a:xfrm>
            <a:custGeom>
              <a:avLst/>
              <a:gdLst>
                <a:gd name="textAreaLeft" fmla="*/ 0 w 31320"/>
                <a:gd name="textAreaRight" fmla="*/ 32760 w 31320"/>
                <a:gd name="textAreaTop" fmla="*/ 0 h 28440"/>
                <a:gd name="textAreaBottom" fmla="*/ 29880 h 28440"/>
              </a:gdLst>
              <a:ahLst/>
              <a:cxnLst/>
              <a:rect l="textAreaLeft" t="textAreaTop" r="textAreaRight" b="textAreaBottom"/>
              <a:pathLst>
                <a:path w="366" h="333">
                  <a:moveTo>
                    <a:pt x="182" y="1"/>
                  </a:moveTo>
                  <a:cubicBezTo>
                    <a:pt x="108" y="1"/>
                    <a:pt x="42" y="45"/>
                    <a:pt x="23" y="121"/>
                  </a:cubicBezTo>
                  <a:cubicBezTo>
                    <a:pt x="0" y="212"/>
                    <a:pt x="46" y="303"/>
                    <a:pt x="137" y="326"/>
                  </a:cubicBezTo>
                  <a:cubicBezTo>
                    <a:pt x="153" y="330"/>
                    <a:pt x="169" y="332"/>
                    <a:pt x="184" y="332"/>
                  </a:cubicBezTo>
                  <a:cubicBezTo>
                    <a:pt x="258" y="332"/>
                    <a:pt x="324" y="288"/>
                    <a:pt x="343" y="212"/>
                  </a:cubicBezTo>
                  <a:cubicBezTo>
                    <a:pt x="366" y="121"/>
                    <a:pt x="320" y="30"/>
                    <a:pt x="229" y="7"/>
                  </a:cubicBezTo>
                  <a:cubicBezTo>
                    <a:pt x="213" y="3"/>
                    <a:pt x="197" y="1"/>
                    <a:pt x="182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4760" rIns="90000" bIns="147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995" name="Google Shape;1255;p8"/>
            <p:cNvSpPr/>
            <p:nvPr/>
          </p:nvSpPr>
          <p:spPr>
            <a:xfrm>
              <a:off x="6823080" y="4229640"/>
              <a:ext cx="27360" cy="2448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24480"/>
                <a:gd name="textAreaBottom" fmla="*/ 25920 h 24480"/>
              </a:gdLst>
              <a:ahLst/>
              <a:cxnLst/>
              <a:rect l="textAreaLeft" t="textAreaTop" r="textAreaRight" b="textAreaBottom"/>
              <a:pathLst>
                <a:path w="320" h="287">
                  <a:moveTo>
                    <a:pt x="145" y="1"/>
                  </a:moveTo>
                  <a:cubicBezTo>
                    <a:pt x="85" y="1"/>
                    <a:pt x="23" y="41"/>
                    <a:pt x="23" y="98"/>
                  </a:cubicBezTo>
                  <a:cubicBezTo>
                    <a:pt x="0" y="189"/>
                    <a:pt x="46" y="258"/>
                    <a:pt x="115" y="280"/>
                  </a:cubicBezTo>
                  <a:cubicBezTo>
                    <a:pt x="126" y="284"/>
                    <a:pt x="139" y="286"/>
                    <a:pt x="151" y="286"/>
                  </a:cubicBezTo>
                  <a:cubicBezTo>
                    <a:pt x="212" y="286"/>
                    <a:pt x="278" y="242"/>
                    <a:pt x="297" y="166"/>
                  </a:cubicBezTo>
                  <a:cubicBezTo>
                    <a:pt x="320" y="98"/>
                    <a:pt x="274" y="29"/>
                    <a:pt x="183" y="6"/>
                  </a:cubicBezTo>
                  <a:cubicBezTo>
                    <a:pt x="171" y="2"/>
                    <a:pt x="158" y="1"/>
                    <a:pt x="145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996" name="Google Shape;1256;p8"/>
            <p:cNvSpPr/>
            <p:nvPr/>
          </p:nvSpPr>
          <p:spPr>
            <a:xfrm>
              <a:off x="5131080" y="4336560"/>
              <a:ext cx="27360" cy="2556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25560"/>
                <a:gd name="textAreaBottom" fmla="*/ 27000 h 25560"/>
              </a:gdLst>
              <a:ahLst/>
              <a:cxnLst/>
              <a:rect l="textAreaLeft" t="textAreaTop" r="textAreaRight" b="textAreaBottom"/>
              <a:pathLst>
                <a:path w="321" h="302">
                  <a:moveTo>
                    <a:pt x="206" y="0"/>
                  </a:moveTo>
                  <a:cubicBezTo>
                    <a:pt x="138" y="0"/>
                    <a:pt x="46" y="46"/>
                    <a:pt x="24" y="114"/>
                  </a:cubicBezTo>
                  <a:cubicBezTo>
                    <a:pt x="1" y="183"/>
                    <a:pt x="46" y="274"/>
                    <a:pt x="138" y="297"/>
                  </a:cubicBezTo>
                  <a:cubicBezTo>
                    <a:pt x="147" y="300"/>
                    <a:pt x="156" y="302"/>
                    <a:pt x="166" y="302"/>
                  </a:cubicBezTo>
                  <a:cubicBezTo>
                    <a:pt x="229" y="302"/>
                    <a:pt x="297" y="242"/>
                    <a:pt x="297" y="183"/>
                  </a:cubicBezTo>
                  <a:cubicBezTo>
                    <a:pt x="320" y="114"/>
                    <a:pt x="275" y="23"/>
                    <a:pt x="206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3320" rIns="90000" bIns="133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997" name="Google Shape;1257;p8"/>
            <p:cNvSpPr/>
            <p:nvPr/>
          </p:nvSpPr>
          <p:spPr>
            <a:xfrm>
              <a:off x="6091920" y="2808000"/>
              <a:ext cx="39600" cy="35280"/>
            </a:xfrm>
            <a:custGeom>
              <a:avLst/>
              <a:gdLst>
                <a:gd name="textAreaLeft" fmla="*/ 0 w 39600"/>
                <a:gd name="textAreaRight" fmla="*/ 41040 w 39600"/>
                <a:gd name="textAreaTop" fmla="*/ 0 h 35280"/>
                <a:gd name="textAreaBottom" fmla="*/ 36720 h 35280"/>
              </a:gdLst>
              <a:ahLst/>
              <a:cxnLst/>
              <a:rect l="textAreaLeft" t="textAreaTop" r="textAreaRight" b="textAreaBottom"/>
              <a:pathLst>
                <a:path w="458" h="410">
                  <a:moveTo>
                    <a:pt x="218" y="1"/>
                  </a:moveTo>
                  <a:cubicBezTo>
                    <a:pt x="125" y="1"/>
                    <a:pt x="43" y="49"/>
                    <a:pt x="24" y="144"/>
                  </a:cubicBezTo>
                  <a:cubicBezTo>
                    <a:pt x="1" y="258"/>
                    <a:pt x="69" y="372"/>
                    <a:pt x="161" y="395"/>
                  </a:cubicBezTo>
                  <a:cubicBezTo>
                    <a:pt x="185" y="404"/>
                    <a:pt x="209" y="409"/>
                    <a:pt x="233" y="409"/>
                  </a:cubicBezTo>
                  <a:cubicBezTo>
                    <a:pt x="319" y="409"/>
                    <a:pt x="394" y="348"/>
                    <a:pt x="412" y="258"/>
                  </a:cubicBezTo>
                  <a:cubicBezTo>
                    <a:pt x="457" y="144"/>
                    <a:pt x="389" y="30"/>
                    <a:pt x="275" y="7"/>
                  </a:cubicBezTo>
                  <a:cubicBezTo>
                    <a:pt x="256" y="3"/>
                    <a:pt x="237" y="1"/>
                    <a:pt x="218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8360" rIns="90000" bIns="183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998" name="Google Shape;1258;p8"/>
            <p:cNvSpPr/>
            <p:nvPr/>
          </p:nvSpPr>
          <p:spPr>
            <a:xfrm>
              <a:off x="3045960" y="4098240"/>
              <a:ext cx="25200" cy="22320"/>
            </a:xfrm>
            <a:custGeom>
              <a:avLst/>
              <a:gdLst>
                <a:gd name="textAreaLeft" fmla="*/ 0 w 25200"/>
                <a:gd name="textAreaRight" fmla="*/ 26640 w 25200"/>
                <a:gd name="textAreaTop" fmla="*/ 0 h 22320"/>
                <a:gd name="textAreaBottom" fmla="*/ 23760 h 22320"/>
              </a:gdLst>
              <a:ahLst/>
              <a:cxnLst/>
              <a:rect l="textAreaLeft" t="textAreaTop" r="textAreaRight" b="textAreaBottom"/>
              <a:pathLst>
                <a:path w="298" h="264">
                  <a:moveTo>
                    <a:pt x="147" y="1"/>
                  </a:moveTo>
                  <a:cubicBezTo>
                    <a:pt x="92" y="1"/>
                    <a:pt x="42" y="42"/>
                    <a:pt x="23" y="98"/>
                  </a:cubicBezTo>
                  <a:cubicBezTo>
                    <a:pt x="1" y="166"/>
                    <a:pt x="46" y="235"/>
                    <a:pt x="115" y="258"/>
                  </a:cubicBezTo>
                  <a:cubicBezTo>
                    <a:pt x="131" y="262"/>
                    <a:pt x="146" y="264"/>
                    <a:pt x="161" y="264"/>
                  </a:cubicBezTo>
                  <a:cubicBezTo>
                    <a:pt x="228" y="264"/>
                    <a:pt x="274" y="223"/>
                    <a:pt x="274" y="166"/>
                  </a:cubicBezTo>
                  <a:cubicBezTo>
                    <a:pt x="297" y="98"/>
                    <a:pt x="252" y="29"/>
                    <a:pt x="183" y="7"/>
                  </a:cubicBezTo>
                  <a:cubicBezTo>
                    <a:pt x="171" y="3"/>
                    <a:pt x="159" y="1"/>
                    <a:pt x="147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880" rIns="90000" bIns="118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999" name="Google Shape;1259;p8"/>
            <p:cNvSpPr/>
            <p:nvPr/>
          </p:nvSpPr>
          <p:spPr>
            <a:xfrm>
              <a:off x="7032240" y="3924720"/>
              <a:ext cx="25200" cy="23760"/>
            </a:xfrm>
            <a:custGeom>
              <a:avLst/>
              <a:gdLst>
                <a:gd name="textAreaLeft" fmla="*/ 0 w 25200"/>
                <a:gd name="textAreaRight" fmla="*/ 26640 w 25200"/>
                <a:gd name="textAreaTop" fmla="*/ 0 h 23760"/>
                <a:gd name="textAreaBottom" fmla="*/ 25200 h 23760"/>
              </a:gdLst>
              <a:ahLst/>
              <a:cxnLst/>
              <a:rect l="textAreaLeft" t="textAreaTop" r="textAreaRight" b="textAreaBottom"/>
              <a:pathLst>
                <a:path w="298" h="281">
                  <a:moveTo>
                    <a:pt x="183" y="0"/>
                  </a:moveTo>
                  <a:cubicBezTo>
                    <a:pt x="115" y="0"/>
                    <a:pt x="46" y="46"/>
                    <a:pt x="23" y="115"/>
                  </a:cubicBezTo>
                  <a:cubicBezTo>
                    <a:pt x="1" y="183"/>
                    <a:pt x="46" y="252"/>
                    <a:pt x="115" y="274"/>
                  </a:cubicBezTo>
                  <a:cubicBezTo>
                    <a:pt x="127" y="278"/>
                    <a:pt x="140" y="280"/>
                    <a:pt x="153" y="280"/>
                  </a:cubicBezTo>
                  <a:cubicBezTo>
                    <a:pt x="213" y="280"/>
                    <a:pt x="275" y="239"/>
                    <a:pt x="275" y="183"/>
                  </a:cubicBezTo>
                  <a:cubicBezTo>
                    <a:pt x="297" y="92"/>
                    <a:pt x="252" y="23"/>
                    <a:pt x="183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600" rIns="90000" bIns="126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00" name="Google Shape;1260;p8"/>
            <p:cNvSpPr/>
            <p:nvPr/>
          </p:nvSpPr>
          <p:spPr>
            <a:xfrm>
              <a:off x="6577200" y="3657960"/>
              <a:ext cx="31320" cy="28440"/>
            </a:xfrm>
            <a:custGeom>
              <a:avLst/>
              <a:gdLst>
                <a:gd name="textAreaLeft" fmla="*/ 0 w 31320"/>
                <a:gd name="textAreaRight" fmla="*/ 32760 w 31320"/>
                <a:gd name="textAreaTop" fmla="*/ 0 h 28440"/>
                <a:gd name="textAreaBottom" fmla="*/ 29880 h 28440"/>
              </a:gdLst>
              <a:ahLst/>
              <a:cxnLst/>
              <a:rect l="textAreaLeft" t="textAreaTop" r="textAreaRight" b="textAreaBottom"/>
              <a:pathLst>
                <a:path w="366" h="331">
                  <a:moveTo>
                    <a:pt x="182" y="0"/>
                  </a:moveTo>
                  <a:cubicBezTo>
                    <a:pt x="108" y="0"/>
                    <a:pt x="42" y="45"/>
                    <a:pt x="23" y="120"/>
                  </a:cubicBezTo>
                  <a:cubicBezTo>
                    <a:pt x="0" y="212"/>
                    <a:pt x="69" y="303"/>
                    <a:pt x="160" y="326"/>
                  </a:cubicBezTo>
                  <a:cubicBezTo>
                    <a:pt x="172" y="329"/>
                    <a:pt x="184" y="330"/>
                    <a:pt x="196" y="330"/>
                  </a:cubicBezTo>
                  <a:cubicBezTo>
                    <a:pt x="269" y="330"/>
                    <a:pt x="323" y="271"/>
                    <a:pt x="343" y="212"/>
                  </a:cubicBezTo>
                  <a:cubicBezTo>
                    <a:pt x="366" y="120"/>
                    <a:pt x="320" y="29"/>
                    <a:pt x="229" y="6"/>
                  </a:cubicBezTo>
                  <a:cubicBezTo>
                    <a:pt x="213" y="2"/>
                    <a:pt x="197" y="0"/>
                    <a:pt x="182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4760" rIns="90000" bIns="147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01" name="Google Shape;1261;p8"/>
            <p:cNvSpPr/>
            <p:nvPr/>
          </p:nvSpPr>
          <p:spPr>
            <a:xfrm>
              <a:off x="6735240" y="3864960"/>
              <a:ext cx="23400" cy="21600"/>
            </a:xfrm>
            <a:custGeom>
              <a:avLst/>
              <a:gdLst>
                <a:gd name="textAreaLeft" fmla="*/ 0 w 23400"/>
                <a:gd name="textAreaRight" fmla="*/ 24840 w 23400"/>
                <a:gd name="textAreaTop" fmla="*/ 0 h 21600"/>
                <a:gd name="textAreaBottom" fmla="*/ 23040 h 21600"/>
              </a:gdLst>
              <a:ahLst/>
              <a:cxnLst/>
              <a:rect l="textAreaLeft" t="textAreaTop" r="textAreaRight" b="textAreaBottom"/>
              <a:pathLst>
                <a:path w="275" h="258">
                  <a:moveTo>
                    <a:pt x="147" y="1"/>
                  </a:moveTo>
                  <a:cubicBezTo>
                    <a:pt x="92" y="1"/>
                    <a:pt x="43" y="41"/>
                    <a:pt x="24" y="98"/>
                  </a:cubicBezTo>
                  <a:cubicBezTo>
                    <a:pt x="1" y="166"/>
                    <a:pt x="47" y="235"/>
                    <a:pt x="115" y="258"/>
                  </a:cubicBezTo>
                  <a:cubicBezTo>
                    <a:pt x="184" y="258"/>
                    <a:pt x="252" y="235"/>
                    <a:pt x="275" y="166"/>
                  </a:cubicBezTo>
                  <a:cubicBezTo>
                    <a:pt x="275" y="98"/>
                    <a:pt x="229" y="29"/>
                    <a:pt x="184" y="7"/>
                  </a:cubicBezTo>
                  <a:cubicBezTo>
                    <a:pt x="171" y="2"/>
                    <a:pt x="159" y="1"/>
                    <a:pt x="147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520" rIns="90000" bIns="115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02" name="Google Shape;1262;p8"/>
            <p:cNvSpPr/>
            <p:nvPr/>
          </p:nvSpPr>
          <p:spPr>
            <a:xfrm>
              <a:off x="1431720" y="1714680"/>
              <a:ext cx="21240" cy="19800"/>
            </a:xfrm>
            <a:custGeom>
              <a:avLst/>
              <a:gdLst>
                <a:gd name="textAreaLeft" fmla="*/ 0 w 21240"/>
                <a:gd name="textAreaRight" fmla="*/ 22680 w 21240"/>
                <a:gd name="textAreaTop" fmla="*/ 0 h 19800"/>
                <a:gd name="textAreaBottom" fmla="*/ 21240 h 19800"/>
              </a:gdLst>
              <a:ahLst/>
              <a:cxnLst/>
              <a:rect l="textAreaLeft" t="textAreaTop" r="textAreaRight" b="textAreaBottom"/>
              <a:pathLst>
                <a:path w="252" h="235">
                  <a:moveTo>
                    <a:pt x="160" y="0"/>
                  </a:moveTo>
                  <a:cubicBezTo>
                    <a:pt x="92" y="0"/>
                    <a:pt x="23" y="23"/>
                    <a:pt x="0" y="91"/>
                  </a:cubicBezTo>
                  <a:cubicBezTo>
                    <a:pt x="0" y="160"/>
                    <a:pt x="23" y="228"/>
                    <a:pt x="92" y="228"/>
                  </a:cubicBezTo>
                  <a:cubicBezTo>
                    <a:pt x="104" y="232"/>
                    <a:pt x="116" y="234"/>
                    <a:pt x="128" y="234"/>
                  </a:cubicBezTo>
                  <a:cubicBezTo>
                    <a:pt x="182" y="234"/>
                    <a:pt x="228" y="193"/>
                    <a:pt x="228" y="137"/>
                  </a:cubicBezTo>
                  <a:cubicBezTo>
                    <a:pt x="251" y="91"/>
                    <a:pt x="206" y="23"/>
                    <a:pt x="160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440" rIns="90000" bIns="10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03" name="Google Shape;1263;p8"/>
            <p:cNvSpPr/>
            <p:nvPr/>
          </p:nvSpPr>
          <p:spPr>
            <a:xfrm>
              <a:off x="5338080" y="1931040"/>
              <a:ext cx="33480" cy="3024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30240"/>
                <a:gd name="textAreaBottom" fmla="*/ 31680 h 30240"/>
              </a:gdLst>
              <a:ahLst/>
              <a:cxnLst/>
              <a:rect l="textAreaLeft" t="textAreaTop" r="textAreaRight" b="textAreaBottom"/>
              <a:pathLst>
                <a:path w="389" h="354">
                  <a:moveTo>
                    <a:pt x="182" y="1"/>
                  </a:moveTo>
                  <a:cubicBezTo>
                    <a:pt x="108" y="1"/>
                    <a:pt x="42" y="45"/>
                    <a:pt x="23" y="121"/>
                  </a:cubicBezTo>
                  <a:cubicBezTo>
                    <a:pt x="0" y="212"/>
                    <a:pt x="69" y="303"/>
                    <a:pt x="160" y="349"/>
                  </a:cubicBezTo>
                  <a:cubicBezTo>
                    <a:pt x="172" y="352"/>
                    <a:pt x="184" y="353"/>
                    <a:pt x="196" y="353"/>
                  </a:cubicBezTo>
                  <a:cubicBezTo>
                    <a:pt x="274" y="353"/>
                    <a:pt x="345" y="291"/>
                    <a:pt x="365" y="212"/>
                  </a:cubicBezTo>
                  <a:cubicBezTo>
                    <a:pt x="388" y="121"/>
                    <a:pt x="320" y="29"/>
                    <a:pt x="228" y="6"/>
                  </a:cubicBezTo>
                  <a:cubicBezTo>
                    <a:pt x="213" y="3"/>
                    <a:pt x="197" y="1"/>
                    <a:pt x="182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840" rIns="90000" bIns="158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04" name="Google Shape;1264;p8"/>
            <p:cNvSpPr/>
            <p:nvPr/>
          </p:nvSpPr>
          <p:spPr>
            <a:xfrm>
              <a:off x="6444360" y="4168080"/>
              <a:ext cx="37440" cy="32400"/>
            </a:xfrm>
            <a:custGeom>
              <a:avLst/>
              <a:gdLst>
                <a:gd name="textAreaLeft" fmla="*/ 0 w 37440"/>
                <a:gd name="textAreaRight" fmla="*/ 38880 w 37440"/>
                <a:gd name="textAreaTop" fmla="*/ 0 h 32400"/>
                <a:gd name="textAreaBottom" fmla="*/ 33840 h 32400"/>
              </a:gdLst>
              <a:ahLst/>
              <a:cxnLst/>
              <a:rect l="textAreaLeft" t="textAreaTop" r="textAreaRight" b="textAreaBottom"/>
              <a:pathLst>
                <a:path w="435" h="377">
                  <a:moveTo>
                    <a:pt x="220" y="1"/>
                  </a:moveTo>
                  <a:cubicBezTo>
                    <a:pt x="131" y="1"/>
                    <a:pt x="62" y="49"/>
                    <a:pt x="24" y="144"/>
                  </a:cubicBezTo>
                  <a:cubicBezTo>
                    <a:pt x="1" y="235"/>
                    <a:pt x="69" y="349"/>
                    <a:pt x="161" y="372"/>
                  </a:cubicBezTo>
                  <a:cubicBezTo>
                    <a:pt x="176" y="375"/>
                    <a:pt x="190" y="376"/>
                    <a:pt x="204" y="376"/>
                  </a:cubicBezTo>
                  <a:cubicBezTo>
                    <a:pt x="298" y="376"/>
                    <a:pt x="369" y="314"/>
                    <a:pt x="389" y="235"/>
                  </a:cubicBezTo>
                  <a:cubicBezTo>
                    <a:pt x="434" y="121"/>
                    <a:pt x="366" y="30"/>
                    <a:pt x="275" y="7"/>
                  </a:cubicBezTo>
                  <a:cubicBezTo>
                    <a:pt x="256" y="3"/>
                    <a:pt x="237" y="1"/>
                    <a:pt x="220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6920" rIns="90000" bIns="169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05" name="Google Shape;1265;p8"/>
            <p:cNvSpPr/>
            <p:nvPr/>
          </p:nvSpPr>
          <p:spPr>
            <a:xfrm>
              <a:off x="4789080" y="699840"/>
              <a:ext cx="23400" cy="19800"/>
            </a:xfrm>
            <a:custGeom>
              <a:avLst/>
              <a:gdLst>
                <a:gd name="textAreaLeft" fmla="*/ 0 w 23400"/>
                <a:gd name="textAreaRight" fmla="*/ 24840 w 23400"/>
                <a:gd name="textAreaTop" fmla="*/ 0 h 19800"/>
                <a:gd name="textAreaBottom" fmla="*/ 21240 h 19800"/>
              </a:gdLst>
              <a:ahLst/>
              <a:cxnLst/>
              <a:rect l="textAreaLeft" t="textAreaTop" r="textAreaRight" b="textAreaBottom"/>
              <a:pathLst>
                <a:path w="275" h="235">
                  <a:moveTo>
                    <a:pt x="134" y="0"/>
                  </a:moveTo>
                  <a:cubicBezTo>
                    <a:pt x="91" y="0"/>
                    <a:pt x="42" y="38"/>
                    <a:pt x="24" y="75"/>
                  </a:cubicBezTo>
                  <a:cubicBezTo>
                    <a:pt x="1" y="143"/>
                    <a:pt x="47" y="212"/>
                    <a:pt x="115" y="235"/>
                  </a:cubicBezTo>
                  <a:cubicBezTo>
                    <a:pt x="184" y="235"/>
                    <a:pt x="229" y="212"/>
                    <a:pt x="252" y="143"/>
                  </a:cubicBezTo>
                  <a:cubicBezTo>
                    <a:pt x="275" y="75"/>
                    <a:pt x="229" y="7"/>
                    <a:pt x="161" y="7"/>
                  </a:cubicBezTo>
                  <a:cubicBezTo>
                    <a:pt x="152" y="2"/>
                    <a:pt x="143" y="0"/>
                    <a:pt x="134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440" rIns="90000" bIns="10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06" name="Google Shape;1266;p8"/>
            <p:cNvSpPr/>
            <p:nvPr/>
          </p:nvSpPr>
          <p:spPr>
            <a:xfrm>
              <a:off x="4737960" y="4553280"/>
              <a:ext cx="35640" cy="32040"/>
            </a:xfrm>
            <a:custGeom>
              <a:avLst/>
              <a:gdLst>
                <a:gd name="textAreaLeft" fmla="*/ 0 w 35640"/>
                <a:gd name="textAreaRight" fmla="*/ 37080 w 35640"/>
                <a:gd name="textAreaTop" fmla="*/ 0 h 32040"/>
                <a:gd name="textAreaBottom" fmla="*/ 33480 h 32040"/>
              </a:gdLst>
              <a:ahLst/>
              <a:cxnLst/>
              <a:rect l="textAreaLeft" t="textAreaTop" r="textAreaRight" b="textAreaBottom"/>
              <a:pathLst>
                <a:path w="412" h="375">
                  <a:moveTo>
                    <a:pt x="214" y="0"/>
                  </a:moveTo>
                  <a:cubicBezTo>
                    <a:pt x="132" y="0"/>
                    <a:pt x="43" y="62"/>
                    <a:pt x="23" y="142"/>
                  </a:cubicBezTo>
                  <a:cubicBezTo>
                    <a:pt x="0" y="233"/>
                    <a:pt x="69" y="347"/>
                    <a:pt x="160" y="370"/>
                  </a:cubicBezTo>
                  <a:cubicBezTo>
                    <a:pt x="175" y="373"/>
                    <a:pt x="190" y="374"/>
                    <a:pt x="204" y="374"/>
                  </a:cubicBezTo>
                  <a:cubicBezTo>
                    <a:pt x="297" y="374"/>
                    <a:pt x="368" y="312"/>
                    <a:pt x="388" y="233"/>
                  </a:cubicBezTo>
                  <a:cubicBezTo>
                    <a:pt x="411" y="142"/>
                    <a:pt x="365" y="28"/>
                    <a:pt x="251" y="5"/>
                  </a:cubicBezTo>
                  <a:cubicBezTo>
                    <a:pt x="239" y="2"/>
                    <a:pt x="227" y="0"/>
                    <a:pt x="214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6560" rIns="90000" bIns="165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07" name="Google Shape;1267;p8"/>
            <p:cNvSpPr/>
            <p:nvPr/>
          </p:nvSpPr>
          <p:spPr>
            <a:xfrm>
              <a:off x="5473080" y="4794840"/>
              <a:ext cx="33480" cy="1944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19440"/>
                <a:gd name="textAreaBottom" fmla="*/ 20880 h 19440"/>
              </a:gdLst>
              <a:ahLst/>
              <a:cxnLst/>
              <a:rect l="textAreaLeft" t="textAreaTop" r="textAreaRight" b="textAreaBottom"/>
              <a:pathLst>
                <a:path w="389" h="234">
                  <a:moveTo>
                    <a:pt x="193" y="1"/>
                  </a:moveTo>
                  <a:cubicBezTo>
                    <a:pt x="114" y="1"/>
                    <a:pt x="40" y="63"/>
                    <a:pt x="1" y="142"/>
                  </a:cubicBezTo>
                  <a:lnTo>
                    <a:pt x="366" y="233"/>
                  </a:lnTo>
                  <a:cubicBezTo>
                    <a:pt x="389" y="142"/>
                    <a:pt x="343" y="51"/>
                    <a:pt x="229" y="5"/>
                  </a:cubicBezTo>
                  <a:cubicBezTo>
                    <a:pt x="217" y="2"/>
                    <a:pt x="205" y="1"/>
                    <a:pt x="193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440" rIns="90000" bIns="10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08" name="Google Shape;1268;p8"/>
            <p:cNvSpPr/>
            <p:nvPr/>
          </p:nvSpPr>
          <p:spPr>
            <a:xfrm>
              <a:off x="4817880" y="4610520"/>
              <a:ext cx="21240" cy="11520"/>
            </a:xfrm>
            <a:custGeom>
              <a:avLst/>
              <a:gdLst>
                <a:gd name="textAreaLeft" fmla="*/ 0 w 21240"/>
                <a:gd name="textAreaRight" fmla="*/ 22680 w 21240"/>
                <a:gd name="textAreaTop" fmla="*/ 0 h 11520"/>
                <a:gd name="textAreaBottom" fmla="*/ 12960 h 11520"/>
              </a:gdLst>
              <a:ahLst/>
              <a:cxnLst/>
              <a:rect l="textAreaLeft" t="textAreaTop" r="textAreaRight" b="textAreaBottom"/>
              <a:pathLst>
                <a:path w="252" h="144">
                  <a:moveTo>
                    <a:pt x="101" y="1"/>
                  </a:moveTo>
                  <a:cubicBezTo>
                    <a:pt x="47" y="1"/>
                    <a:pt x="0" y="42"/>
                    <a:pt x="0" y="98"/>
                  </a:cubicBezTo>
                  <a:lnTo>
                    <a:pt x="229" y="144"/>
                  </a:lnTo>
                  <a:cubicBezTo>
                    <a:pt x="252" y="75"/>
                    <a:pt x="206" y="7"/>
                    <a:pt x="137" y="7"/>
                  </a:cubicBezTo>
                  <a:cubicBezTo>
                    <a:pt x="125" y="3"/>
                    <a:pt x="113" y="1"/>
                    <a:pt x="101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6480" rIns="90000" bIns="64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09" name="Google Shape;1269;p8"/>
            <p:cNvSpPr/>
            <p:nvPr/>
          </p:nvSpPr>
          <p:spPr>
            <a:xfrm>
              <a:off x="5379120" y="4708800"/>
              <a:ext cx="21240" cy="18360"/>
            </a:xfrm>
            <a:custGeom>
              <a:avLst/>
              <a:gdLst>
                <a:gd name="textAreaLeft" fmla="*/ 0 w 21240"/>
                <a:gd name="textAreaRight" fmla="*/ 22680 w 21240"/>
                <a:gd name="textAreaTop" fmla="*/ 0 h 18360"/>
                <a:gd name="textAreaBottom" fmla="*/ 19800 h 18360"/>
              </a:gdLst>
              <a:ahLst/>
              <a:cxnLst/>
              <a:rect l="textAreaLeft" t="textAreaTop" r="textAreaRight" b="textAreaBottom"/>
              <a:pathLst>
                <a:path w="252" h="221">
                  <a:moveTo>
                    <a:pt x="112" y="1"/>
                  </a:moveTo>
                  <a:cubicBezTo>
                    <a:pt x="69" y="1"/>
                    <a:pt x="19" y="42"/>
                    <a:pt x="1" y="98"/>
                  </a:cubicBezTo>
                  <a:cubicBezTo>
                    <a:pt x="1" y="144"/>
                    <a:pt x="23" y="212"/>
                    <a:pt x="92" y="212"/>
                  </a:cubicBezTo>
                  <a:cubicBezTo>
                    <a:pt x="109" y="218"/>
                    <a:pt x="125" y="221"/>
                    <a:pt x="139" y="221"/>
                  </a:cubicBezTo>
                  <a:cubicBezTo>
                    <a:pt x="182" y="221"/>
                    <a:pt x="212" y="195"/>
                    <a:pt x="229" y="144"/>
                  </a:cubicBezTo>
                  <a:cubicBezTo>
                    <a:pt x="252" y="75"/>
                    <a:pt x="206" y="29"/>
                    <a:pt x="138" y="7"/>
                  </a:cubicBezTo>
                  <a:cubicBezTo>
                    <a:pt x="129" y="3"/>
                    <a:pt x="121" y="1"/>
                    <a:pt x="112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720" rIns="90000" bIns="97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10" name="Google Shape;1270;p8"/>
            <p:cNvSpPr/>
            <p:nvPr/>
          </p:nvSpPr>
          <p:spPr>
            <a:xfrm>
              <a:off x="5915520" y="4751640"/>
              <a:ext cx="25200" cy="23760"/>
            </a:xfrm>
            <a:custGeom>
              <a:avLst/>
              <a:gdLst>
                <a:gd name="textAreaLeft" fmla="*/ 0 w 25200"/>
                <a:gd name="textAreaRight" fmla="*/ 26640 w 25200"/>
                <a:gd name="textAreaTop" fmla="*/ 0 h 23760"/>
                <a:gd name="textAreaBottom" fmla="*/ 25200 h 23760"/>
              </a:gdLst>
              <a:ahLst/>
              <a:cxnLst/>
              <a:rect l="textAreaLeft" t="textAreaTop" r="textAreaRight" b="textAreaBottom"/>
              <a:pathLst>
                <a:path w="298" h="281">
                  <a:moveTo>
                    <a:pt x="147" y="1"/>
                  </a:moveTo>
                  <a:cubicBezTo>
                    <a:pt x="92" y="1"/>
                    <a:pt x="42" y="42"/>
                    <a:pt x="24" y="98"/>
                  </a:cubicBezTo>
                  <a:cubicBezTo>
                    <a:pt x="1" y="189"/>
                    <a:pt x="46" y="258"/>
                    <a:pt x="115" y="281"/>
                  </a:cubicBezTo>
                  <a:cubicBezTo>
                    <a:pt x="206" y="281"/>
                    <a:pt x="275" y="258"/>
                    <a:pt x="298" y="167"/>
                  </a:cubicBezTo>
                  <a:cubicBezTo>
                    <a:pt x="298" y="98"/>
                    <a:pt x="275" y="30"/>
                    <a:pt x="183" y="7"/>
                  </a:cubicBezTo>
                  <a:cubicBezTo>
                    <a:pt x="171" y="3"/>
                    <a:pt x="159" y="1"/>
                    <a:pt x="147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600" rIns="90000" bIns="126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11" name="Google Shape;1271;p8"/>
            <p:cNvSpPr/>
            <p:nvPr/>
          </p:nvSpPr>
          <p:spPr>
            <a:xfrm>
              <a:off x="4506480" y="4466880"/>
              <a:ext cx="19080" cy="18000"/>
            </a:xfrm>
            <a:custGeom>
              <a:avLst/>
              <a:gdLst>
                <a:gd name="textAreaLeft" fmla="*/ 0 w 19080"/>
                <a:gd name="textAreaRight" fmla="*/ 20520 w 19080"/>
                <a:gd name="textAreaTop" fmla="*/ 0 h 18000"/>
                <a:gd name="textAreaBottom" fmla="*/ 19440 h 18000"/>
              </a:gdLst>
              <a:ahLst/>
              <a:cxnLst/>
              <a:rect l="textAreaLeft" t="textAreaTop" r="textAreaRight" b="textAreaBottom"/>
              <a:pathLst>
                <a:path w="229" h="215">
                  <a:moveTo>
                    <a:pt x="100" y="1"/>
                  </a:moveTo>
                  <a:cubicBezTo>
                    <a:pt x="61" y="1"/>
                    <a:pt x="23" y="26"/>
                    <a:pt x="23" y="78"/>
                  </a:cubicBezTo>
                  <a:cubicBezTo>
                    <a:pt x="0" y="123"/>
                    <a:pt x="23" y="192"/>
                    <a:pt x="91" y="215"/>
                  </a:cubicBezTo>
                  <a:cubicBezTo>
                    <a:pt x="137" y="215"/>
                    <a:pt x="205" y="192"/>
                    <a:pt x="228" y="123"/>
                  </a:cubicBezTo>
                  <a:cubicBezTo>
                    <a:pt x="228" y="78"/>
                    <a:pt x="205" y="9"/>
                    <a:pt x="137" y="9"/>
                  </a:cubicBezTo>
                  <a:cubicBezTo>
                    <a:pt x="126" y="3"/>
                    <a:pt x="113" y="1"/>
                    <a:pt x="100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720" rIns="90000" bIns="97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12" name="Google Shape;1272;p8"/>
            <p:cNvSpPr/>
            <p:nvPr/>
          </p:nvSpPr>
          <p:spPr>
            <a:xfrm>
              <a:off x="5766120" y="4858200"/>
              <a:ext cx="29520" cy="15480"/>
            </a:xfrm>
            <a:custGeom>
              <a:avLst/>
              <a:gdLst>
                <a:gd name="textAreaLeft" fmla="*/ 0 w 29520"/>
                <a:gd name="textAreaRight" fmla="*/ 30960 w 29520"/>
                <a:gd name="textAreaTop" fmla="*/ 0 h 15480"/>
                <a:gd name="textAreaBottom" fmla="*/ 16920 h 15480"/>
              </a:gdLst>
              <a:ahLst/>
              <a:cxnLst/>
              <a:rect l="textAreaLeft" t="textAreaTop" r="textAreaRight" b="textAreaBottom"/>
              <a:pathLst>
                <a:path w="343" h="190">
                  <a:moveTo>
                    <a:pt x="159" y="1"/>
                  </a:moveTo>
                  <a:cubicBezTo>
                    <a:pt x="85" y="1"/>
                    <a:pt x="19" y="45"/>
                    <a:pt x="1" y="121"/>
                  </a:cubicBezTo>
                  <a:lnTo>
                    <a:pt x="320" y="189"/>
                  </a:lnTo>
                  <a:cubicBezTo>
                    <a:pt x="343" y="121"/>
                    <a:pt x="274" y="30"/>
                    <a:pt x="206" y="7"/>
                  </a:cubicBezTo>
                  <a:cubicBezTo>
                    <a:pt x="190" y="3"/>
                    <a:pt x="175" y="1"/>
                    <a:pt x="159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8280" rIns="90000" bIns="82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13" name="Google Shape;1273;p8"/>
            <p:cNvSpPr/>
            <p:nvPr/>
          </p:nvSpPr>
          <p:spPr>
            <a:xfrm>
              <a:off x="5596200" y="4786560"/>
              <a:ext cx="33480" cy="1980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19800"/>
                <a:gd name="textAreaBottom" fmla="*/ 21240 h 19800"/>
              </a:gdLst>
              <a:ahLst/>
              <a:cxnLst/>
              <a:rect l="textAreaLeft" t="textAreaTop" r="textAreaRight" b="textAreaBottom"/>
              <a:pathLst>
                <a:path w="389" h="235">
                  <a:moveTo>
                    <a:pt x="173" y="0"/>
                  </a:moveTo>
                  <a:cubicBezTo>
                    <a:pt x="86" y="0"/>
                    <a:pt x="19" y="48"/>
                    <a:pt x="0" y="143"/>
                  </a:cubicBezTo>
                  <a:lnTo>
                    <a:pt x="365" y="234"/>
                  </a:lnTo>
                  <a:cubicBezTo>
                    <a:pt x="388" y="120"/>
                    <a:pt x="320" y="29"/>
                    <a:pt x="228" y="6"/>
                  </a:cubicBezTo>
                  <a:cubicBezTo>
                    <a:pt x="209" y="2"/>
                    <a:pt x="191" y="0"/>
                    <a:pt x="173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440" rIns="90000" bIns="10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14" name="Google Shape;1274;p8"/>
            <p:cNvSpPr/>
            <p:nvPr/>
          </p:nvSpPr>
          <p:spPr>
            <a:xfrm>
              <a:off x="5542920" y="4782600"/>
              <a:ext cx="27360" cy="1548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15480"/>
                <a:gd name="textAreaBottom" fmla="*/ 16920 h 15480"/>
              </a:gdLst>
              <a:ahLst/>
              <a:cxnLst/>
              <a:rect l="textAreaLeft" t="textAreaTop" r="textAreaRight" b="textAreaBottom"/>
              <a:pathLst>
                <a:path w="321" h="189">
                  <a:moveTo>
                    <a:pt x="146" y="0"/>
                  </a:moveTo>
                  <a:cubicBezTo>
                    <a:pt x="85" y="0"/>
                    <a:pt x="20" y="45"/>
                    <a:pt x="1" y="120"/>
                  </a:cubicBezTo>
                  <a:lnTo>
                    <a:pt x="297" y="189"/>
                  </a:lnTo>
                  <a:cubicBezTo>
                    <a:pt x="320" y="98"/>
                    <a:pt x="275" y="29"/>
                    <a:pt x="183" y="6"/>
                  </a:cubicBezTo>
                  <a:cubicBezTo>
                    <a:pt x="171" y="2"/>
                    <a:pt x="159" y="0"/>
                    <a:pt x="146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8280" rIns="90000" bIns="82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15" name="Google Shape;1275;p8"/>
            <p:cNvSpPr/>
            <p:nvPr/>
          </p:nvSpPr>
          <p:spPr>
            <a:xfrm>
              <a:off x="5415840" y="4413960"/>
              <a:ext cx="27360" cy="2448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24480"/>
                <a:gd name="textAreaBottom" fmla="*/ 25920 h 24480"/>
              </a:gdLst>
              <a:ahLst/>
              <a:cxnLst/>
              <a:rect l="textAreaLeft" t="textAreaTop" r="textAreaRight" b="textAreaBottom"/>
              <a:pathLst>
                <a:path w="321" h="287">
                  <a:moveTo>
                    <a:pt x="160" y="1"/>
                  </a:moveTo>
                  <a:cubicBezTo>
                    <a:pt x="92" y="1"/>
                    <a:pt x="42" y="42"/>
                    <a:pt x="23" y="98"/>
                  </a:cubicBezTo>
                  <a:cubicBezTo>
                    <a:pt x="0" y="189"/>
                    <a:pt x="46" y="258"/>
                    <a:pt x="137" y="281"/>
                  </a:cubicBezTo>
                  <a:cubicBezTo>
                    <a:pt x="150" y="285"/>
                    <a:pt x="162" y="287"/>
                    <a:pt x="175" y="287"/>
                  </a:cubicBezTo>
                  <a:cubicBezTo>
                    <a:pt x="236" y="287"/>
                    <a:pt x="301" y="246"/>
                    <a:pt x="320" y="189"/>
                  </a:cubicBezTo>
                  <a:cubicBezTo>
                    <a:pt x="320" y="98"/>
                    <a:pt x="274" y="30"/>
                    <a:pt x="206" y="7"/>
                  </a:cubicBezTo>
                  <a:cubicBezTo>
                    <a:pt x="190" y="3"/>
                    <a:pt x="174" y="1"/>
                    <a:pt x="160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16" name="Google Shape;1276;p8"/>
            <p:cNvSpPr/>
            <p:nvPr/>
          </p:nvSpPr>
          <p:spPr>
            <a:xfrm>
              <a:off x="6472800" y="4409640"/>
              <a:ext cx="31320" cy="28440"/>
            </a:xfrm>
            <a:custGeom>
              <a:avLst/>
              <a:gdLst>
                <a:gd name="textAreaLeft" fmla="*/ 0 w 31320"/>
                <a:gd name="textAreaRight" fmla="*/ 32760 w 31320"/>
                <a:gd name="textAreaTop" fmla="*/ 0 h 28440"/>
                <a:gd name="textAreaBottom" fmla="*/ 29880 h 28440"/>
              </a:gdLst>
              <a:ahLst/>
              <a:cxnLst/>
              <a:rect l="textAreaLeft" t="textAreaTop" r="textAreaRight" b="textAreaBottom"/>
              <a:pathLst>
                <a:path w="366" h="331">
                  <a:moveTo>
                    <a:pt x="182" y="0"/>
                  </a:moveTo>
                  <a:cubicBezTo>
                    <a:pt x="108" y="0"/>
                    <a:pt x="42" y="45"/>
                    <a:pt x="23" y="120"/>
                  </a:cubicBezTo>
                  <a:cubicBezTo>
                    <a:pt x="0" y="211"/>
                    <a:pt x="46" y="303"/>
                    <a:pt x="137" y="326"/>
                  </a:cubicBezTo>
                  <a:cubicBezTo>
                    <a:pt x="150" y="329"/>
                    <a:pt x="162" y="330"/>
                    <a:pt x="174" y="330"/>
                  </a:cubicBezTo>
                  <a:cubicBezTo>
                    <a:pt x="252" y="330"/>
                    <a:pt x="323" y="271"/>
                    <a:pt x="343" y="211"/>
                  </a:cubicBezTo>
                  <a:cubicBezTo>
                    <a:pt x="366" y="120"/>
                    <a:pt x="297" y="29"/>
                    <a:pt x="229" y="6"/>
                  </a:cubicBezTo>
                  <a:cubicBezTo>
                    <a:pt x="213" y="2"/>
                    <a:pt x="197" y="0"/>
                    <a:pt x="182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4760" rIns="90000" bIns="147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17" name="Google Shape;1277;p8"/>
            <p:cNvSpPr/>
            <p:nvPr/>
          </p:nvSpPr>
          <p:spPr>
            <a:xfrm>
              <a:off x="5010480" y="4391280"/>
              <a:ext cx="21240" cy="20160"/>
            </a:xfrm>
            <a:custGeom>
              <a:avLst/>
              <a:gdLst>
                <a:gd name="textAreaLeft" fmla="*/ 0 w 21240"/>
                <a:gd name="textAreaRight" fmla="*/ 22680 w 21240"/>
                <a:gd name="textAreaTop" fmla="*/ 0 h 20160"/>
                <a:gd name="textAreaBottom" fmla="*/ 21600 h 20160"/>
              </a:gdLst>
              <a:ahLst/>
              <a:cxnLst/>
              <a:rect l="textAreaLeft" t="textAreaTop" r="textAreaRight" b="textAreaBottom"/>
              <a:pathLst>
                <a:path w="252" h="241">
                  <a:moveTo>
                    <a:pt x="122" y="1"/>
                  </a:moveTo>
                  <a:cubicBezTo>
                    <a:pt x="68" y="1"/>
                    <a:pt x="19" y="38"/>
                    <a:pt x="0" y="75"/>
                  </a:cubicBezTo>
                  <a:cubicBezTo>
                    <a:pt x="0" y="144"/>
                    <a:pt x="23" y="212"/>
                    <a:pt x="91" y="235"/>
                  </a:cubicBezTo>
                  <a:cubicBezTo>
                    <a:pt x="103" y="239"/>
                    <a:pt x="116" y="241"/>
                    <a:pt x="127" y="241"/>
                  </a:cubicBezTo>
                  <a:cubicBezTo>
                    <a:pt x="183" y="241"/>
                    <a:pt x="232" y="200"/>
                    <a:pt x="251" y="144"/>
                  </a:cubicBezTo>
                  <a:cubicBezTo>
                    <a:pt x="251" y="75"/>
                    <a:pt x="228" y="7"/>
                    <a:pt x="160" y="7"/>
                  </a:cubicBezTo>
                  <a:cubicBezTo>
                    <a:pt x="147" y="2"/>
                    <a:pt x="135" y="1"/>
                    <a:pt x="122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0" rIns="90000" bIns="108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18" name="Google Shape;1278;p8"/>
            <p:cNvSpPr/>
            <p:nvPr/>
          </p:nvSpPr>
          <p:spPr>
            <a:xfrm>
              <a:off x="3996360" y="3826440"/>
              <a:ext cx="21240" cy="19800"/>
            </a:xfrm>
            <a:custGeom>
              <a:avLst/>
              <a:gdLst>
                <a:gd name="textAreaLeft" fmla="*/ 0 w 21240"/>
                <a:gd name="textAreaRight" fmla="*/ 22680 w 21240"/>
                <a:gd name="textAreaTop" fmla="*/ 0 h 19800"/>
                <a:gd name="textAreaBottom" fmla="*/ 21240 h 19800"/>
              </a:gdLst>
              <a:ahLst/>
              <a:cxnLst/>
              <a:rect l="textAreaLeft" t="textAreaTop" r="textAreaRight" b="textAreaBottom"/>
              <a:pathLst>
                <a:path w="252" h="236">
                  <a:moveTo>
                    <a:pt x="160" y="1"/>
                  </a:moveTo>
                  <a:cubicBezTo>
                    <a:pt x="92" y="1"/>
                    <a:pt x="46" y="24"/>
                    <a:pt x="23" y="92"/>
                  </a:cubicBezTo>
                  <a:cubicBezTo>
                    <a:pt x="1" y="161"/>
                    <a:pt x="46" y="206"/>
                    <a:pt x="115" y="229"/>
                  </a:cubicBezTo>
                  <a:cubicBezTo>
                    <a:pt x="123" y="233"/>
                    <a:pt x="132" y="235"/>
                    <a:pt x="141" y="235"/>
                  </a:cubicBezTo>
                  <a:cubicBezTo>
                    <a:pt x="183" y="235"/>
                    <a:pt x="233" y="194"/>
                    <a:pt x="252" y="138"/>
                  </a:cubicBezTo>
                  <a:cubicBezTo>
                    <a:pt x="252" y="92"/>
                    <a:pt x="229" y="24"/>
                    <a:pt x="160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440" rIns="90000" bIns="10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19" name="Google Shape;1279;p8"/>
            <p:cNvSpPr/>
            <p:nvPr/>
          </p:nvSpPr>
          <p:spPr>
            <a:xfrm>
              <a:off x="5471280" y="4500000"/>
              <a:ext cx="29520" cy="25920"/>
            </a:xfrm>
            <a:custGeom>
              <a:avLst/>
              <a:gdLst>
                <a:gd name="textAreaLeft" fmla="*/ 0 w 29520"/>
                <a:gd name="textAreaRight" fmla="*/ 30960 w 29520"/>
                <a:gd name="textAreaTop" fmla="*/ 0 h 25920"/>
                <a:gd name="textAreaBottom" fmla="*/ 27360 h 25920"/>
              </a:gdLst>
              <a:ahLst/>
              <a:cxnLst/>
              <a:rect l="textAreaLeft" t="textAreaTop" r="textAreaRight" b="textAreaBottom"/>
              <a:pathLst>
                <a:path w="344" h="304">
                  <a:moveTo>
                    <a:pt x="169" y="1"/>
                  </a:moveTo>
                  <a:cubicBezTo>
                    <a:pt x="108" y="1"/>
                    <a:pt x="42" y="45"/>
                    <a:pt x="24" y="120"/>
                  </a:cubicBezTo>
                  <a:cubicBezTo>
                    <a:pt x="1" y="189"/>
                    <a:pt x="69" y="280"/>
                    <a:pt x="138" y="303"/>
                  </a:cubicBezTo>
                  <a:cubicBezTo>
                    <a:pt x="229" y="303"/>
                    <a:pt x="297" y="257"/>
                    <a:pt x="320" y="189"/>
                  </a:cubicBezTo>
                  <a:cubicBezTo>
                    <a:pt x="343" y="98"/>
                    <a:pt x="297" y="29"/>
                    <a:pt x="206" y="6"/>
                  </a:cubicBezTo>
                  <a:cubicBezTo>
                    <a:pt x="194" y="2"/>
                    <a:pt x="182" y="1"/>
                    <a:pt x="169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3680" rIns="90000" bIns="136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20" name="Google Shape;1280;p8"/>
            <p:cNvSpPr/>
            <p:nvPr/>
          </p:nvSpPr>
          <p:spPr>
            <a:xfrm>
              <a:off x="5610600" y="4808520"/>
              <a:ext cx="33480" cy="1836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18360"/>
                <a:gd name="textAreaBottom" fmla="*/ 19800 h 18360"/>
              </a:gdLst>
              <a:ahLst/>
              <a:cxnLst/>
              <a:rect l="textAreaLeft" t="textAreaTop" r="textAreaRight" b="textAreaBottom"/>
              <a:pathLst>
                <a:path w="389" h="221">
                  <a:moveTo>
                    <a:pt x="167" y="0"/>
                  </a:moveTo>
                  <a:cubicBezTo>
                    <a:pt x="92" y="0"/>
                    <a:pt x="19" y="58"/>
                    <a:pt x="1" y="129"/>
                  </a:cubicBezTo>
                  <a:lnTo>
                    <a:pt x="366" y="220"/>
                  </a:lnTo>
                  <a:cubicBezTo>
                    <a:pt x="389" y="129"/>
                    <a:pt x="320" y="38"/>
                    <a:pt x="229" y="15"/>
                  </a:cubicBezTo>
                  <a:cubicBezTo>
                    <a:pt x="209" y="5"/>
                    <a:pt x="188" y="0"/>
                    <a:pt x="167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720" rIns="90000" bIns="97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21" name="Google Shape;1281;p8"/>
            <p:cNvSpPr/>
            <p:nvPr/>
          </p:nvSpPr>
          <p:spPr>
            <a:xfrm>
              <a:off x="5128920" y="4596120"/>
              <a:ext cx="25200" cy="21600"/>
            </a:xfrm>
            <a:custGeom>
              <a:avLst/>
              <a:gdLst>
                <a:gd name="textAreaLeft" fmla="*/ 0 w 25200"/>
                <a:gd name="textAreaRight" fmla="*/ 26640 w 25200"/>
                <a:gd name="textAreaTop" fmla="*/ 0 h 21600"/>
                <a:gd name="textAreaBottom" fmla="*/ 23040 h 21600"/>
              </a:gdLst>
              <a:ahLst/>
              <a:cxnLst/>
              <a:rect l="textAreaLeft" t="textAreaTop" r="textAreaRight" b="textAreaBottom"/>
              <a:pathLst>
                <a:path w="298" h="258">
                  <a:moveTo>
                    <a:pt x="147" y="0"/>
                  </a:moveTo>
                  <a:cubicBezTo>
                    <a:pt x="92" y="0"/>
                    <a:pt x="43" y="41"/>
                    <a:pt x="24" y="97"/>
                  </a:cubicBezTo>
                  <a:cubicBezTo>
                    <a:pt x="1" y="166"/>
                    <a:pt x="47" y="234"/>
                    <a:pt x="115" y="257"/>
                  </a:cubicBezTo>
                  <a:cubicBezTo>
                    <a:pt x="184" y="257"/>
                    <a:pt x="252" y="212"/>
                    <a:pt x="275" y="166"/>
                  </a:cubicBezTo>
                  <a:cubicBezTo>
                    <a:pt x="298" y="97"/>
                    <a:pt x="252" y="29"/>
                    <a:pt x="184" y="6"/>
                  </a:cubicBezTo>
                  <a:cubicBezTo>
                    <a:pt x="171" y="2"/>
                    <a:pt x="159" y="0"/>
                    <a:pt x="147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520" rIns="90000" bIns="115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22" name="Google Shape;1282;p8"/>
            <p:cNvSpPr/>
            <p:nvPr/>
          </p:nvSpPr>
          <p:spPr>
            <a:xfrm>
              <a:off x="5922000" y="4004280"/>
              <a:ext cx="29520" cy="28080"/>
            </a:xfrm>
            <a:custGeom>
              <a:avLst/>
              <a:gdLst>
                <a:gd name="textAreaLeft" fmla="*/ 0 w 29520"/>
                <a:gd name="textAreaRight" fmla="*/ 30960 w 29520"/>
                <a:gd name="textAreaTop" fmla="*/ 0 h 28080"/>
                <a:gd name="textAreaBottom" fmla="*/ 29520 h 28080"/>
              </a:gdLst>
              <a:ahLst/>
              <a:cxnLst/>
              <a:rect l="textAreaLeft" t="textAreaTop" r="textAreaRight" b="textAreaBottom"/>
              <a:pathLst>
                <a:path w="343" h="327">
                  <a:moveTo>
                    <a:pt x="169" y="1"/>
                  </a:moveTo>
                  <a:cubicBezTo>
                    <a:pt x="108" y="1"/>
                    <a:pt x="42" y="45"/>
                    <a:pt x="23" y="121"/>
                  </a:cubicBezTo>
                  <a:cubicBezTo>
                    <a:pt x="0" y="212"/>
                    <a:pt x="46" y="303"/>
                    <a:pt x="137" y="326"/>
                  </a:cubicBezTo>
                  <a:cubicBezTo>
                    <a:pt x="229" y="326"/>
                    <a:pt x="297" y="281"/>
                    <a:pt x="320" y="212"/>
                  </a:cubicBezTo>
                  <a:cubicBezTo>
                    <a:pt x="343" y="121"/>
                    <a:pt x="297" y="29"/>
                    <a:pt x="206" y="7"/>
                  </a:cubicBezTo>
                  <a:cubicBezTo>
                    <a:pt x="194" y="3"/>
                    <a:pt x="182" y="1"/>
                    <a:pt x="169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4760" rIns="90000" bIns="147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23" name="Google Shape;1283;p8"/>
            <p:cNvSpPr/>
            <p:nvPr/>
          </p:nvSpPr>
          <p:spPr>
            <a:xfrm>
              <a:off x="5436360" y="4758120"/>
              <a:ext cx="37440" cy="36360"/>
            </a:xfrm>
            <a:custGeom>
              <a:avLst/>
              <a:gdLst>
                <a:gd name="textAreaLeft" fmla="*/ 0 w 37440"/>
                <a:gd name="textAreaRight" fmla="*/ 38880 w 37440"/>
                <a:gd name="textAreaTop" fmla="*/ 0 h 36360"/>
                <a:gd name="textAreaBottom" fmla="*/ 37800 h 36360"/>
              </a:gdLst>
              <a:ahLst/>
              <a:cxnLst/>
              <a:rect l="textAreaLeft" t="textAreaTop" r="textAreaRight" b="textAreaBottom"/>
              <a:pathLst>
                <a:path w="435" h="421">
                  <a:moveTo>
                    <a:pt x="231" y="1"/>
                  </a:moveTo>
                  <a:cubicBezTo>
                    <a:pt x="133" y="1"/>
                    <a:pt x="43" y="66"/>
                    <a:pt x="24" y="165"/>
                  </a:cubicBezTo>
                  <a:cubicBezTo>
                    <a:pt x="1" y="279"/>
                    <a:pt x="69" y="371"/>
                    <a:pt x="160" y="416"/>
                  </a:cubicBezTo>
                  <a:cubicBezTo>
                    <a:pt x="175" y="419"/>
                    <a:pt x="190" y="421"/>
                    <a:pt x="205" y="421"/>
                  </a:cubicBezTo>
                  <a:cubicBezTo>
                    <a:pt x="303" y="421"/>
                    <a:pt x="392" y="356"/>
                    <a:pt x="412" y="256"/>
                  </a:cubicBezTo>
                  <a:cubicBezTo>
                    <a:pt x="434" y="165"/>
                    <a:pt x="366" y="51"/>
                    <a:pt x="275" y="5"/>
                  </a:cubicBezTo>
                  <a:cubicBezTo>
                    <a:pt x="260" y="2"/>
                    <a:pt x="245" y="1"/>
                    <a:pt x="231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8720" rIns="90000" bIns="187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24" name="Google Shape;1284;p8"/>
            <p:cNvSpPr/>
            <p:nvPr/>
          </p:nvSpPr>
          <p:spPr>
            <a:xfrm>
              <a:off x="5522400" y="4559400"/>
              <a:ext cx="33480" cy="3024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30240"/>
                <a:gd name="textAreaBottom" fmla="*/ 31680 h 30240"/>
              </a:gdLst>
              <a:ahLst/>
              <a:cxnLst/>
              <a:rect l="textAreaLeft" t="textAreaTop" r="textAreaRight" b="textAreaBottom"/>
              <a:pathLst>
                <a:path w="389" h="354">
                  <a:moveTo>
                    <a:pt x="215" y="1"/>
                  </a:moveTo>
                  <a:cubicBezTo>
                    <a:pt x="132" y="1"/>
                    <a:pt x="43" y="63"/>
                    <a:pt x="23" y="142"/>
                  </a:cubicBezTo>
                  <a:cubicBezTo>
                    <a:pt x="0" y="234"/>
                    <a:pt x="69" y="325"/>
                    <a:pt x="160" y="348"/>
                  </a:cubicBezTo>
                  <a:cubicBezTo>
                    <a:pt x="176" y="352"/>
                    <a:pt x="191" y="354"/>
                    <a:pt x="207" y="354"/>
                  </a:cubicBezTo>
                  <a:cubicBezTo>
                    <a:pt x="281" y="354"/>
                    <a:pt x="347" y="309"/>
                    <a:pt x="366" y="234"/>
                  </a:cubicBezTo>
                  <a:cubicBezTo>
                    <a:pt x="388" y="119"/>
                    <a:pt x="343" y="28"/>
                    <a:pt x="251" y="5"/>
                  </a:cubicBezTo>
                  <a:cubicBezTo>
                    <a:pt x="239" y="2"/>
                    <a:pt x="227" y="1"/>
                    <a:pt x="215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840" rIns="90000" bIns="158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25" name="Google Shape;1285;p8"/>
            <p:cNvSpPr/>
            <p:nvPr/>
          </p:nvSpPr>
          <p:spPr>
            <a:xfrm>
              <a:off x="5798880" y="4674240"/>
              <a:ext cx="35640" cy="32040"/>
            </a:xfrm>
            <a:custGeom>
              <a:avLst/>
              <a:gdLst>
                <a:gd name="textAreaLeft" fmla="*/ 0 w 35640"/>
                <a:gd name="textAreaRight" fmla="*/ 37080 w 35640"/>
                <a:gd name="textAreaTop" fmla="*/ 0 h 32040"/>
                <a:gd name="textAreaBottom" fmla="*/ 33480 h 32040"/>
              </a:gdLst>
              <a:ahLst/>
              <a:cxnLst/>
              <a:rect l="textAreaLeft" t="textAreaTop" r="textAreaRight" b="textAreaBottom"/>
              <a:pathLst>
                <a:path w="412" h="375">
                  <a:moveTo>
                    <a:pt x="216" y="0"/>
                  </a:moveTo>
                  <a:cubicBezTo>
                    <a:pt x="137" y="0"/>
                    <a:pt x="63" y="62"/>
                    <a:pt x="24" y="141"/>
                  </a:cubicBezTo>
                  <a:cubicBezTo>
                    <a:pt x="1" y="233"/>
                    <a:pt x="69" y="347"/>
                    <a:pt x="161" y="370"/>
                  </a:cubicBezTo>
                  <a:cubicBezTo>
                    <a:pt x="173" y="373"/>
                    <a:pt x="185" y="374"/>
                    <a:pt x="198" y="374"/>
                  </a:cubicBezTo>
                  <a:cubicBezTo>
                    <a:pt x="280" y="374"/>
                    <a:pt x="369" y="312"/>
                    <a:pt x="389" y="233"/>
                  </a:cubicBezTo>
                  <a:cubicBezTo>
                    <a:pt x="412" y="141"/>
                    <a:pt x="343" y="50"/>
                    <a:pt x="252" y="5"/>
                  </a:cubicBezTo>
                  <a:cubicBezTo>
                    <a:pt x="240" y="2"/>
                    <a:pt x="228" y="0"/>
                    <a:pt x="216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6560" rIns="90000" bIns="165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26" name="Google Shape;1286;p8"/>
            <p:cNvSpPr/>
            <p:nvPr/>
          </p:nvSpPr>
          <p:spPr>
            <a:xfrm>
              <a:off x="4910040" y="4573800"/>
              <a:ext cx="31320" cy="28440"/>
            </a:xfrm>
            <a:custGeom>
              <a:avLst/>
              <a:gdLst>
                <a:gd name="textAreaLeft" fmla="*/ 0 w 31320"/>
                <a:gd name="textAreaRight" fmla="*/ 32760 w 31320"/>
                <a:gd name="textAreaTop" fmla="*/ 0 h 28440"/>
                <a:gd name="textAreaBottom" fmla="*/ 29880 h 28440"/>
              </a:gdLst>
              <a:ahLst/>
              <a:cxnLst/>
              <a:rect l="textAreaLeft" t="textAreaTop" r="textAreaRight" b="textAreaBottom"/>
              <a:pathLst>
                <a:path w="366" h="332">
                  <a:moveTo>
                    <a:pt x="182" y="0"/>
                  </a:moveTo>
                  <a:cubicBezTo>
                    <a:pt x="108" y="0"/>
                    <a:pt x="42" y="45"/>
                    <a:pt x="23" y="120"/>
                  </a:cubicBezTo>
                  <a:cubicBezTo>
                    <a:pt x="1" y="212"/>
                    <a:pt x="46" y="303"/>
                    <a:pt x="138" y="326"/>
                  </a:cubicBezTo>
                  <a:cubicBezTo>
                    <a:pt x="153" y="330"/>
                    <a:pt x="169" y="331"/>
                    <a:pt x="184" y="331"/>
                  </a:cubicBezTo>
                  <a:cubicBezTo>
                    <a:pt x="258" y="331"/>
                    <a:pt x="324" y="287"/>
                    <a:pt x="343" y="212"/>
                  </a:cubicBezTo>
                  <a:cubicBezTo>
                    <a:pt x="366" y="120"/>
                    <a:pt x="320" y="29"/>
                    <a:pt x="229" y="6"/>
                  </a:cubicBezTo>
                  <a:cubicBezTo>
                    <a:pt x="213" y="2"/>
                    <a:pt x="198" y="0"/>
                    <a:pt x="182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4760" rIns="90000" bIns="147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27" name="Google Shape;1287;p8"/>
            <p:cNvSpPr/>
            <p:nvPr/>
          </p:nvSpPr>
          <p:spPr>
            <a:xfrm>
              <a:off x="5323680" y="4516560"/>
              <a:ext cx="37440" cy="34200"/>
            </a:xfrm>
            <a:custGeom>
              <a:avLst/>
              <a:gdLst>
                <a:gd name="textAreaLeft" fmla="*/ 0 w 37440"/>
                <a:gd name="textAreaRight" fmla="*/ 38880 w 37440"/>
                <a:gd name="textAreaTop" fmla="*/ 0 h 34200"/>
                <a:gd name="textAreaBottom" fmla="*/ 35640 h 34200"/>
              </a:gdLst>
              <a:ahLst/>
              <a:cxnLst/>
              <a:rect l="textAreaLeft" t="textAreaTop" r="textAreaRight" b="textAreaBottom"/>
              <a:pathLst>
                <a:path w="434" h="398">
                  <a:moveTo>
                    <a:pt x="215" y="1"/>
                  </a:moveTo>
                  <a:cubicBezTo>
                    <a:pt x="132" y="1"/>
                    <a:pt x="43" y="65"/>
                    <a:pt x="23" y="165"/>
                  </a:cubicBezTo>
                  <a:cubicBezTo>
                    <a:pt x="0" y="256"/>
                    <a:pt x="69" y="370"/>
                    <a:pt x="160" y="393"/>
                  </a:cubicBezTo>
                  <a:cubicBezTo>
                    <a:pt x="175" y="396"/>
                    <a:pt x="190" y="397"/>
                    <a:pt x="204" y="397"/>
                  </a:cubicBezTo>
                  <a:cubicBezTo>
                    <a:pt x="297" y="397"/>
                    <a:pt x="372" y="335"/>
                    <a:pt x="411" y="256"/>
                  </a:cubicBezTo>
                  <a:cubicBezTo>
                    <a:pt x="434" y="142"/>
                    <a:pt x="366" y="51"/>
                    <a:pt x="251" y="5"/>
                  </a:cubicBezTo>
                  <a:cubicBezTo>
                    <a:pt x="240" y="2"/>
                    <a:pt x="227" y="1"/>
                    <a:pt x="215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7640" rIns="90000" bIns="176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28" name="Google Shape;1288;p8"/>
            <p:cNvSpPr/>
            <p:nvPr/>
          </p:nvSpPr>
          <p:spPr>
            <a:xfrm>
              <a:off x="4588200" y="4579920"/>
              <a:ext cx="27360" cy="1728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17280"/>
                <a:gd name="textAreaBottom" fmla="*/ 18720 h 17280"/>
              </a:gdLst>
              <a:ahLst/>
              <a:cxnLst/>
              <a:rect l="textAreaLeft" t="textAreaTop" r="textAreaRight" b="textAreaBottom"/>
              <a:pathLst>
                <a:path w="320" h="210">
                  <a:moveTo>
                    <a:pt x="154" y="0"/>
                  </a:moveTo>
                  <a:cubicBezTo>
                    <a:pt x="91" y="0"/>
                    <a:pt x="20" y="59"/>
                    <a:pt x="0" y="119"/>
                  </a:cubicBezTo>
                  <a:lnTo>
                    <a:pt x="297" y="210"/>
                  </a:lnTo>
                  <a:cubicBezTo>
                    <a:pt x="320" y="119"/>
                    <a:pt x="274" y="27"/>
                    <a:pt x="183" y="5"/>
                  </a:cubicBezTo>
                  <a:cubicBezTo>
                    <a:pt x="173" y="1"/>
                    <a:pt x="164" y="0"/>
                    <a:pt x="154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360" rIns="90000" bIns="93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29" name="Google Shape;1289;p8"/>
            <p:cNvSpPr/>
            <p:nvPr/>
          </p:nvSpPr>
          <p:spPr>
            <a:xfrm>
              <a:off x="5940360" y="4551120"/>
              <a:ext cx="29520" cy="26280"/>
            </a:xfrm>
            <a:custGeom>
              <a:avLst/>
              <a:gdLst>
                <a:gd name="textAreaLeft" fmla="*/ 0 w 29520"/>
                <a:gd name="textAreaRight" fmla="*/ 30960 w 29520"/>
                <a:gd name="textAreaTop" fmla="*/ 0 h 26280"/>
                <a:gd name="textAreaBottom" fmla="*/ 27720 h 26280"/>
              </a:gdLst>
              <a:ahLst/>
              <a:cxnLst/>
              <a:rect l="textAreaLeft" t="textAreaTop" r="textAreaRight" b="textAreaBottom"/>
              <a:pathLst>
                <a:path w="344" h="309">
                  <a:moveTo>
                    <a:pt x="161" y="0"/>
                  </a:moveTo>
                  <a:cubicBezTo>
                    <a:pt x="93" y="0"/>
                    <a:pt x="42" y="44"/>
                    <a:pt x="24" y="120"/>
                  </a:cubicBezTo>
                  <a:cubicBezTo>
                    <a:pt x="1" y="189"/>
                    <a:pt x="46" y="280"/>
                    <a:pt x="138" y="303"/>
                  </a:cubicBezTo>
                  <a:cubicBezTo>
                    <a:pt x="149" y="307"/>
                    <a:pt x="162" y="309"/>
                    <a:pt x="174" y="309"/>
                  </a:cubicBezTo>
                  <a:cubicBezTo>
                    <a:pt x="235" y="309"/>
                    <a:pt x="301" y="264"/>
                    <a:pt x="320" y="189"/>
                  </a:cubicBezTo>
                  <a:cubicBezTo>
                    <a:pt x="343" y="120"/>
                    <a:pt x="297" y="29"/>
                    <a:pt x="206" y="6"/>
                  </a:cubicBezTo>
                  <a:cubicBezTo>
                    <a:pt x="191" y="2"/>
                    <a:pt x="176" y="0"/>
                    <a:pt x="161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3680" rIns="90000" bIns="136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30" name="Google Shape;1290;p8"/>
            <p:cNvSpPr/>
            <p:nvPr/>
          </p:nvSpPr>
          <p:spPr>
            <a:xfrm>
              <a:off x="6065280" y="4887720"/>
              <a:ext cx="23040" cy="21600"/>
            </a:xfrm>
            <a:custGeom>
              <a:avLst/>
              <a:gdLst>
                <a:gd name="textAreaLeft" fmla="*/ 0 w 23040"/>
                <a:gd name="textAreaRight" fmla="*/ 24480 w 23040"/>
                <a:gd name="textAreaTop" fmla="*/ 0 h 21600"/>
                <a:gd name="textAreaBottom" fmla="*/ 23040 h 21600"/>
              </a:gdLst>
              <a:ahLst/>
              <a:cxnLst/>
              <a:rect l="textAreaLeft" t="textAreaTop" r="textAreaRight" b="textAreaBottom"/>
              <a:pathLst>
                <a:path w="274" h="258">
                  <a:moveTo>
                    <a:pt x="183" y="0"/>
                  </a:moveTo>
                  <a:cubicBezTo>
                    <a:pt x="114" y="0"/>
                    <a:pt x="46" y="23"/>
                    <a:pt x="23" y="92"/>
                  </a:cubicBezTo>
                  <a:cubicBezTo>
                    <a:pt x="0" y="160"/>
                    <a:pt x="46" y="229"/>
                    <a:pt x="114" y="251"/>
                  </a:cubicBezTo>
                  <a:cubicBezTo>
                    <a:pt x="126" y="255"/>
                    <a:pt x="138" y="257"/>
                    <a:pt x="150" y="257"/>
                  </a:cubicBezTo>
                  <a:cubicBezTo>
                    <a:pt x="206" y="257"/>
                    <a:pt x="255" y="216"/>
                    <a:pt x="274" y="160"/>
                  </a:cubicBezTo>
                  <a:cubicBezTo>
                    <a:pt x="274" y="92"/>
                    <a:pt x="251" y="23"/>
                    <a:pt x="183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520" rIns="90000" bIns="115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31" name="Google Shape;1291;p8"/>
            <p:cNvSpPr/>
            <p:nvPr/>
          </p:nvSpPr>
          <p:spPr>
            <a:xfrm>
              <a:off x="6352200" y="4973760"/>
              <a:ext cx="17280" cy="10800"/>
            </a:xfrm>
            <a:custGeom>
              <a:avLst/>
              <a:gdLst>
                <a:gd name="textAreaLeft" fmla="*/ 0 w 17280"/>
                <a:gd name="textAreaRight" fmla="*/ 18720 w 17280"/>
                <a:gd name="textAreaTop" fmla="*/ 0 h 10800"/>
                <a:gd name="textAreaBottom" fmla="*/ 12240 h 10800"/>
              </a:gdLst>
              <a:ahLst/>
              <a:cxnLst/>
              <a:rect l="textAreaLeft" t="textAreaTop" r="textAreaRight" b="textAreaBottom"/>
              <a:pathLst>
                <a:path w="207" h="137">
                  <a:moveTo>
                    <a:pt x="115" y="0"/>
                  </a:moveTo>
                  <a:cubicBezTo>
                    <a:pt x="69" y="0"/>
                    <a:pt x="1" y="23"/>
                    <a:pt x="1" y="91"/>
                  </a:cubicBezTo>
                  <a:lnTo>
                    <a:pt x="206" y="137"/>
                  </a:lnTo>
                  <a:cubicBezTo>
                    <a:pt x="206" y="68"/>
                    <a:pt x="183" y="23"/>
                    <a:pt x="115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6120" rIns="90000" bIns="61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32" name="Google Shape;1292;p8"/>
            <p:cNvSpPr/>
            <p:nvPr/>
          </p:nvSpPr>
          <p:spPr>
            <a:xfrm>
              <a:off x="7243200" y="3699000"/>
              <a:ext cx="27360" cy="2448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24480"/>
                <a:gd name="textAreaBottom" fmla="*/ 25920 h 24480"/>
              </a:gdLst>
              <a:ahLst/>
              <a:cxnLst/>
              <a:rect l="textAreaLeft" t="textAreaTop" r="textAreaRight" b="textAreaBottom"/>
              <a:pathLst>
                <a:path w="321" h="287">
                  <a:moveTo>
                    <a:pt x="161" y="1"/>
                  </a:moveTo>
                  <a:cubicBezTo>
                    <a:pt x="93" y="1"/>
                    <a:pt x="42" y="45"/>
                    <a:pt x="23" y="121"/>
                  </a:cubicBezTo>
                  <a:cubicBezTo>
                    <a:pt x="1" y="189"/>
                    <a:pt x="46" y="281"/>
                    <a:pt x="115" y="281"/>
                  </a:cubicBezTo>
                  <a:cubicBezTo>
                    <a:pt x="131" y="285"/>
                    <a:pt x="146" y="287"/>
                    <a:pt x="161" y="287"/>
                  </a:cubicBezTo>
                  <a:cubicBezTo>
                    <a:pt x="229" y="287"/>
                    <a:pt x="279" y="246"/>
                    <a:pt x="297" y="189"/>
                  </a:cubicBezTo>
                  <a:cubicBezTo>
                    <a:pt x="320" y="98"/>
                    <a:pt x="275" y="30"/>
                    <a:pt x="206" y="7"/>
                  </a:cubicBezTo>
                  <a:cubicBezTo>
                    <a:pt x="190" y="3"/>
                    <a:pt x="175" y="1"/>
                    <a:pt x="161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33" name="Google Shape;1293;p8"/>
            <p:cNvSpPr/>
            <p:nvPr/>
          </p:nvSpPr>
          <p:spPr>
            <a:xfrm>
              <a:off x="7140600" y="4565520"/>
              <a:ext cx="35640" cy="32040"/>
            </a:xfrm>
            <a:custGeom>
              <a:avLst/>
              <a:gdLst>
                <a:gd name="textAreaLeft" fmla="*/ 0 w 35640"/>
                <a:gd name="textAreaRight" fmla="*/ 37080 w 35640"/>
                <a:gd name="textAreaTop" fmla="*/ 0 h 32040"/>
                <a:gd name="textAreaBottom" fmla="*/ 33480 h 32040"/>
              </a:gdLst>
              <a:ahLst/>
              <a:cxnLst/>
              <a:rect l="textAreaLeft" t="textAreaTop" r="textAreaRight" b="textAreaBottom"/>
              <a:pathLst>
                <a:path w="412" h="375">
                  <a:moveTo>
                    <a:pt x="215" y="0"/>
                  </a:moveTo>
                  <a:cubicBezTo>
                    <a:pt x="132" y="0"/>
                    <a:pt x="43" y="62"/>
                    <a:pt x="23" y="142"/>
                  </a:cubicBezTo>
                  <a:cubicBezTo>
                    <a:pt x="0" y="233"/>
                    <a:pt x="69" y="347"/>
                    <a:pt x="160" y="370"/>
                  </a:cubicBezTo>
                  <a:cubicBezTo>
                    <a:pt x="172" y="373"/>
                    <a:pt x="185" y="374"/>
                    <a:pt x="197" y="374"/>
                  </a:cubicBezTo>
                  <a:cubicBezTo>
                    <a:pt x="280" y="374"/>
                    <a:pt x="369" y="312"/>
                    <a:pt x="388" y="233"/>
                  </a:cubicBezTo>
                  <a:cubicBezTo>
                    <a:pt x="411" y="142"/>
                    <a:pt x="343" y="28"/>
                    <a:pt x="251" y="5"/>
                  </a:cubicBezTo>
                  <a:cubicBezTo>
                    <a:pt x="239" y="2"/>
                    <a:pt x="227" y="0"/>
                    <a:pt x="215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6560" rIns="90000" bIns="165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34" name="Google Shape;1294;p8"/>
            <p:cNvSpPr/>
            <p:nvPr/>
          </p:nvSpPr>
          <p:spPr>
            <a:xfrm>
              <a:off x="5217120" y="4301280"/>
              <a:ext cx="27360" cy="2448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24480"/>
                <a:gd name="textAreaBottom" fmla="*/ 25920 h 24480"/>
              </a:gdLst>
              <a:ahLst/>
              <a:cxnLst/>
              <a:rect l="textAreaLeft" t="textAreaTop" r="textAreaRight" b="textAreaBottom"/>
              <a:pathLst>
                <a:path w="320" h="287">
                  <a:moveTo>
                    <a:pt x="169" y="1"/>
                  </a:moveTo>
                  <a:cubicBezTo>
                    <a:pt x="108" y="1"/>
                    <a:pt x="42" y="45"/>
                    <a:pt x="23" y="120"/>
                  </a:cubicBezTo>
                  <a:cubicBezTo>
                    <a:pt x="0" y="189"/>
                    <a:pt x="46" y="280"/>
                    <a:pt x="137" y="280"/>
                  </a:cubicBezTo>
                  <a:cubicBezTo>
                    <a:pt x="149" y="284"/>
                    <a:pt x="162" y="286"/>
                    <a:pt x="173" y="286"/>
                  </a:cubicBezTo>
                  <a:cubicBezTo>
                    <a:pt x="229" y="286"/>
                    <a:pt x="278" y="245"/>
                    <a:pt x="297" y="189"/>
                  </a:cubicBezTo>
                  <a:cubicBezTo>
                    <a:pt x="320" y="120"/>
                    <a:pt x="274" y="29"/>
                    <a:pt x="206" y="6"/>
                  </a:cubicBezTo>
                  <a:cubicBezTo>
                    <a:pt x="194" y="2"/>
                    <a:pt x="182" y="1"/>
                    <a:pt x="169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35" name="Google Shape;1295;p8"/>
            <p:cNvSpPr/>
            <p:nvPr/>
          </p:nvSpPr>
          <p:spPr>
            <a:xfrm>
              <a:off x="5743800" y="3531240"/>
              <a:ext cx="33480" cy="3024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30240"/>
                <a:gd name="textAreaBottom" fmla="*/ 31680 h 30240"/>
              </a:gdLst>
              <a:ahLst/>
              <a:cxnLst/>
              <a:rect l="textAreaLeft" t="textAreaTop" r="textAreaRight" b="textAreaBottom"/>
              <a:pathLst>
                <a:path w="389" h="354">
                  <a:moveTo>
                    <a:pt x="193" y="1"/>
                  </a:moveTo>
                  <a:cubicBezTo>
                    <a:pt x="115" y="1"/>
                    <a:pt x="43" y="63"/>
                    <a:pt x="23" y="142"/>
                  </a:cubicBezTo>
                  <a:cubicBezTo>
                    <a:pt x="1" y="233"/>
                    <a:pt x="46" y="325"/>
                    <a:pt x="137" y="347"/>
                  </a:cubicBezTo>
                  <a:cubicBezTo>
                    <a:pt x="153" y="351"/>
                    <a:pt x="169" y="353"/>
                    <a:pt x="186" y="353"/>
                  </a:cubicBezTo>
                  <a:cubicBezTo>
                    <a:pt x="265" y="353"/>
                    <a:pt x="347" y="309"/>
                    <a:pt x="366" y="233"/>
                  </a:cubicBezTo>
                  <a:cubicBezTo>
                    <a:pt x="389" y="142"/>
                    <a:pt x="320" y="28"/>
                    <a:pt x="229" y="5"/>
                  </a:cubicBezTo>
                  <a:cubicBezTo>
                    <a:pt x="217" y="2"/>
                    <a:pt x="205" y="1"/>
                    <a:pt x="193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840" rIns="90000" bIns="158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36" name="Google Shape;1296;p8"/>
            <p:cNvSpPr/>
            <p:nvPr/>
          </p:nvSpPr>
          <p:spPr>
            <a:xfrm>
              <a:off x="4739760" y="4046400"/>
              <a:ext cx="37440" cy="33120"/>
            </a:xfrm>
            <a:custGeom>
              <a:avLst/>
              <a:gdLst>
                <a:gd name="textAreaLeft" fmla="*/ 0 w 37440"/>
                <a:gd name="textAreaRight" fmla="*/ 38880 w 37440"/>
                <a:gd name="textAreaTop" fmla="*/ 0 h 33120"/>
                <a:gd name="textAreaBottom" fmla="*/ 34560 h 33120"/>
              </a:gdLst>
              <a:ahLst/>
              <a:cxnLst/>
              <a:rect l="textAreaLeft" t="textAreaTop" r="textAreaRight" b="textAreaBottom"/>
              <a:pathLst>
                <a:path w="434" h="386">
                  <a:moveTo>
                    <a:pt x="191" y="1"/>
                  </a:moveTo>
                  <a:cubicBezTo>
                    <a:pt x="115" y="1"/>
                    <a:pt x="41" y="62"/>
                    <a:pt x="23" y="152"/>
                  </a:cubicBezTo>
                  <a:cubicBezTo>
                    <a:pt x="0" y="243"/>
                    <a:pt x="46" y="357"/>
                    <a:pt x="160" y="380"/>
                  </a:cubicBezTo>
                  <a:cubicBezTo>
                    <a:pt x="179" y="384"/>
                    <a:pt x="197" y="386"/>
                    <a:pt x="215" y="386"/>
                  </a:cubicBezTo>
                  <a:cubicBezTo>
                    <a:pt x="303" y="386"/>
                    <a:pt x="369" y="338"/>
                    <a:pt x="388" y="243"/>
                  </a:cubicBezTo>
                  <a:cubicBezTo>
                    <a:pt x="434" y="129"/>
                    <a:pt x="365" y="38"/>
                    <a:pt x="251" y="15"/>
                  </a:cubicBezTo>
                  <a:cubicBezTo>
                    <a:pt x="232" y="5"/>
                    <a:pt x="211" y="1"/>
                    <a:pt x="191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7280" rIns="90000" bIns="172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37" name="Google Shape;1297;p8"/>
            <p:cNvSpPr/>
            <p:nvPr/>
          </p:nvSpPr>
          <p:spPr>
            <a:xfrm>
              <a:off x="6640920" y="4514400"/>
              <a:ext cx="25200" cy="22320"/>
            </a:xfrm>
            <a:custGeom>
              <a:avLst/>
              <a:gdLst>
                <a:gd name="textAreaLeft" fmla="*/ 0 w 25200"/>
                <a:gd name="textAreaRight" fmla="*/ 26640 w 25200"/>
                <a:gd name="textAreaTop" fmla="*/ 0 h 22320"/>
                <a:gd name="textAreaBottom" fmla="*/ 23760 h 22320"/>
              </a:gdLst>
              <a:ahLst/>
              <a:cxnLst/>
              <a:rect l="textAreaLeft" t="textAreaTop" r="textAreaRight" b="textAreaBottom"/>
              <a:pathLst>
                <a:path w="297" h="264">
                  <a:moveTo>
                    <a:pt x="146" y="0"/>
                  </a:moveTo>
                  <a:cubicBezTo>
                    <a:pt x="91" y="0"/>
                    <a:pt x="42" y="41"/>
                    <a:pt x="23" y="97"/>
                  </a:cubicBezTo>
                  <a:cubicBezTo>
                    <a:pt x="0" y="189"/>
                    <a:pt x="46" y="257"/>
                    <a:pt x="114" y="257"/>
                  </a:cubicBezTo>
                  <a:cubicBezTo>
                    <a:pt x="126" y="261"/>
                    <a:pt x="138" y="263"/>
                    <a:pt x="150" y="263"/>
                  </a:cubicBezTo>
                  <a:cubicBezTo>
                    <a:pt x="205" y="263"/>
                    <a:pt x="255" y="222"/>
                    <a:pt x="274" y="166"/>
                  </a:cubicBezTo>
                  <a:cubicBezTo>
                    <a:pt x="297" y="97"/>
                    <a:pt x="251" y="29"/>
                    <a:pt x="183" y="6"/>
                  </a:cubicBezTo>
                  <a:cubicBezTo>
                    <a:pt x="170" y="2"/>
                    <a:pt x="158" y="0"/>
                    <a:pt x="146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880" rIns="90000" bIns="118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38" name="Google Shape;1298;p8"/>
            <p:cNvSpPr/>
            <p:nvPr/>
          </p:nvSpPr>
          <p:spPr>
            <a:xfrm>
              <a:off x="5440320" y="3598560"/>
              <a:ext cx="25200" cy="22320"/>
            </a:xfrm>
            <a:custGeom>
              <a:avLst/>
              <a:gdLst>
                <a:gd name="textAreaLeft" fmla="*/ 0 w 25200"/>
                <a:gd name="textAreaRight" fmla="*/ 26640 w 25200"/>
                <a:gd name="textAreaTop" fmla="*/ 0 h 22320"/>
                <a:gd name="textAreaBottom" fmla="*/ 23760 h 22320"/>
              </a:gdLst>
              <a:ahLst/>
              <a:cxnLst/>
              <a:rect l="textAreaLeft" t="textAreaTop" r="textAreaRight" b="textAreaBottom"/>
              <a:pathLst>
                <a:path w="298" h="264">
                  <a:moveTo>
                    <a:pt x="147" y="0"/>
                  </a:moveTo>
                  <a:cubicBezTo>
                    <a:pt x="92" y="0"/>
                    <a:pt x="42" y="41"/>
                    <a:pt x="23" y="98"/>
                  </a:cubicBezTo>
                  <a:cubicBezTo>
                    <a:pt x="0" y="166"/>
                    <a:pt x="46" y="235"/>
                    <a:pt x="114" y="257"/>
                  </a:cubicBezTo>
                  <a:cubicBezTo>
                    <a:pt x="127" y="261"/>
                    <a:pt x="139" y="263"/>
                    <a:pt x="151" y="263"/>
                  </a:cubicBezTo>
                  <a:cubicBezTo>
                    <a:pt x="206" y="263"/>
                    <a:pt x="255" y="222"/>
                    <a:pt x="274" y="166"/>
                  </a:cubicBezTo>
                  <a:cubicBezTo>
                    <a:pt x="297" y="98"/>
                    <a:pt x="251" y="29"/>
                    <a:pt x="183" y="6"/>
                  </a:cubicBezTo>
                  <a:cubicBezTo>
                    <a:pt x="171" y="2"/>
                    <a:pt x="159" y="0"/>
                    <a:pt x="147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880" rIns="90000" bIns="118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39" name="Google Shape;1299;p8"/>
            <p:cNvSpPr/>
            <p:nvPr/>
          </p:nvSpPr>
          <p:spPr>
            <a:xfrm>
              <a:off x="6948000" y="4737600"/>
              <a:ext cx="35640" cy="32040"/>
            </a:xfrm>
            <a:custGeom>
              <a:avLst/>
              <a:gdLst>
                <a:gd name="textAreaLeft" fmla="*/ 0 w 35640"/>
                <a:gd name="textAreaRight" fmla="*/ 37080 w 35640"/>
                <a:gd name="textAreaTop" fmla="*/ 0 h 32040"/>
                <a:gd name="textAreaBottom" fmla="*/ 33480 h 32040"/>
              </a:gdLst>
              <a:ahLst/>
              <a:cxnLst/>
              <a:rect l="textAreaLeft" t="textAreaTop" r="textAreaRight" b="textAreaBottom"/>
              <a:pathLst>
                <a:path w="412" h="375">
                  <a:moveTo>
                    <a:pt x="215" y="1"/>
                  </a:moveTo>
                  <a:cubicBezTo>
                    <a:pt x="132" y="1"/>
                    <a:pt x="43" y="63"/>
                    <a:pt x="24" y="142"/>
                  </a:cubicBezTo>
                  <a:cubicBezTo>
                    <a:pt x="1" y="233"/>
                    <a:pt x="69" y="347"/>
                    <a:pt x="161" y="370"/>
                  </a:cubicBezTo>
                  <a:cubicBezTo>
                    <a:pt x="173" y="373"/>
                    <a:pt x="185" y="375"/>
                    <a:pt x="198" y="375"/>
                  </a:cubicBezTo>
                  <a:cubicBezTo>
                    <a:pt x="280" y="375"/>
                    <a:pt x="369" y="313"/>
                    <a:pt x="389" y="233"/>
                  </a:cubicBezTo>
                  <a:cubicBezTo>
                    <a:pt x="412" y="142"/>
                    <a:pt x="343" y="51"/>
                    <a:pt x="252" y="5"/>
                  </a:cubicBezTo>
                  <a:cubicBezTo>
                    <a:pt x="240" y="2"/>
                    <a:pt x="227" y="1"/>
                    <a:pt x="215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6560" rIns="90000" bIns="165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40" name="Google Shape;1300;p8"/>
            <p:cNvSpPr/>
            <p:nvPr/>
          </p:nvSpPr>
          <p:spPr>
            <a:xfrm>
              <a:off x="5430240" y="1775520"/>
              <a:ext cx="25200" cy="22320"/>
            </a:xfrm>
            <a:custGeom>
              <a:avLst/>
              <a:gdLst>
                <a:gd name="textAreaLeft" fmla="*/ 0 w 25200"/>
                <a:gd name="textAreaRight" fmla="*/ 26640 w 25200"/>
                <a:gd name="textAreaTop" fmla="*/ 0 h 22320"/>
                <a:gd name="textAreaBottom" fmla="*/ 23760 h 22320"/>
              </a:gdLst>
              <a:ahLst/>
              <a:cxnLst/>
              <a:rect l="textAreaLeft" t="textAreaTop" r="textAreaRight" b="textAreaBottom"/>
              <a:pathLst>
                <a:path w="297" h="264">
                  <a:moveTo>
                    <a:pt x="147" y="1"/>
                  </a:moveTo>
                  <a:cubicBezTo>
                    <a:pt x="92" y="1"/>
                    <a:pt x="42" y="42"/>
                    <a:pt x="23" y="98"/>
                  </a:cubicBezTo>
                  <a:cubicBezTo>
                    <a:pt x="0" y="167"/>
                    <a:pt x="46" y="258"/>
                    <a:pt x="114" y="258"/>
                  </a:cubicBezTo>
                  <a:cubicBezTo>
                    <a:pt x="126" y="262"/>
                    <a:pt x="139" y="264"/>
                    <a:pt x="150" y="264"/>
                  </a:cubicBezTo>
                  <a:cubicBezTo>
                    <a:pt x="206" y="264"/>
                    <a:pt x="255" y="223"/>
                    <a:pt x="274" y="167"/>
                  </a:cubicBezTo>
                  <a:cubicBezTo>
                    <a:pt x="297" y="98"/>
                    <a:pt x="251" y="30"/>
                    <a:pt x="183" y="7"/>
                  </a:cubicBezTo>
                  <a:cubicBezTo>
                    <a:pt x="171" y="3"/>
                    <a:pt x="159" y="1"/>
                    <a:pt x="147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880" rIns="90000" bIns="118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41" name="Google Shape;1301;p8"/>
            <p:cNvSpPr/>
            <p:nvPr/>
          </p:nvSpPr>
          <p:spPr>
            <a:xfrm>
              <a:off x="4475520" y="4284720"/>
              <a:ext cx="21240" cy="18360"/>
            </a:xfrm>
            <a:custGeom>
              <a:avLst/>
              <a:gdLst>
                <a:gd name="textAreaLeft" fmla="*/ 0 w 21240"/>
                <a:gd name="textAreaRight" fmla="*/ 22680 w 21240"/>
                <a:gd name="textAreaTop" fmla="*/ 0 h 18360"/>
                <a:gd name="textAreaBottom" fmla="*/ 19800 h 18360"/>
              </a:gdLst>
              <a:ahLst/>
              <a:cxnLst/>
              <a:rect l="textAreaLeft" t="textAreaTop" r="textAreaRight" b="textAreaBottom"/>
              <a:pathLst>
                <a:path w="252" h="221">
                  <a:moveTo>
                    <a:pt x="125" y="1"/>
                  </a:moveTo>
                  <a:cubicBezTo>
                    <a:pt x="76" y="1"/>
                    <a:pt x="42" y="38"/>
                    <a:pt x="23" y="75"/>
                  </a:cubicBezTo>
                  <a:cubicBezTo>
                    <a:pt x="1" y="144"/>
                    <a:pt x="46" y="212"/>
                    <a:pt x="92" y="212"/>
                  </a:cubicBezTo>
                  <a:cubicBezTo>
                    <a:pt x="109" y="218"/>
                    <a:pt x="126" y="221"/>
                    <a:pt x="143" y="221"/>
                  </a:cubicBezTo>
                  <a:cubicBezTo>
                    <a:pt x="192" y="221"/>
                    <a:pt x="235" y="195"/>
                    <a:pt x="252" y="144"/>
                  </a:cubicBezTo>
                  <a:cubicBezTo>
                    <a:pt x="252" y="75"/>
                    <a:pt x="229" y="7"/>
                    <a:pt x="160" y="7"/>
                  </a:cubicBezTo>
                  <a:cubicBezTo>
                    <a:pt x="148" y="3"/>
                    <a:pt x="136" y="1"/>
                    <a:pt x="125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720" rIns="90000" bIns="97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42" name="Google Shape;1302;p8"/>
            <p:cNvSpPr/>
            <p:nvPr/>
          </p:nvSpPr>
          <p:spPr>
            <a:xfrm>
              <a:off x="3328560" y="3145680"/>
              <a:ext cx="21240" cy="18360"/>
            </a:xfrm>
            <a:custGeom>
              <a:avLst/>
              <a:gdLst>
                <a:gd name="textAreaLeft" fmla="*/ 0 w 21240"/>
                <a:gd name="textAreaRight" fmla="*/ 22680 w 21240"/>
                <a:gd name="textAreaTop" fmla="*/ 0 h 18360"/>
                <a:gd name="textAreaBottom" fmla="*/ 19800 h 18360"/>
              </a:gdLst>
              <a:ahLst/>
              <a:cxnLst/>
              <a:rect l="textAreaLeft" t="textAreaTop" r="textAreaRight" b="textAreaBottom"/>
              <a:pathLst>
                <a:path w="252" h="221">
                  <a:moveTo>
                    <a:pt x="123" y="1"/>
                  </a:moveTo>
                  <a:cubicBezTo>
                    <a:pt x="69" y="1"/>
                    <a:pt x="23" y="38"/>
                    <a:pt x="23" y="75"/>
                  </a:cubicBezTo>
                  <a:cubicBezTo>
                    <a:pt x="0" y="144"/>
                    <a:pt x="46" y="212"/>
                    <a:pt x="92" y="212"/>
                  </a:cubicBezTo>
                  <a:cubicBezTo>
                    <a:pt x="109" y="218"/>
                    <a:pt x="126" y="221"/>
                    <a:pt x="142" y="221"/>
                  </a:cubicBezTo>
                  <a:cubicBezTo>
                    <a:pt x="190" y="221"/>
                    <a:pt x="229" y="195"/>
                    <a:pt x="229" y="144"/>
                  </a:cubicBezTo>
                  <a:cubicBezTo>
                    <a:pt x="252" y="75"/>
                    <a:pt x="206" y="7"/>
                    <a:pt x="160" y="7"/>
                  </a:cubicBezTo>
                  <a:cubicBezTo>
                    <a:pt x="148" y="3"/>
                    <a:pt x="135" y="1"/>
                    <a:pt x="123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720" rIns="90000" bIns="97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43" name="Google Shape;1303;p8"/>
            <p:cNvSpPr/>
            <p:nvPr/>
          </p:nvSpPr>
          <p:spPr>
            <a:xfrm>
              <a:off x="3533400" y="4213080"/>
              <a:ext cx="27360" cy="2412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24120"/>
                <a:gd name="textAreaBottom" fmla="*/ 25560 h 24120"/>
              </a:gdLst>
              <a:ahLst/>
              <a:cxnLst/>
              <a:rect l="textAreaLeft" t="textAreaTop" r="textAreaRight" b="textAreaBottom"/>
              <a:pathLst>
                <a:path w="320" h="286">
                  <a:moveTo>
                    <a:pt x="146" y="0"/>
                  </a:moveTo>
                  <a:cubicBezTo>
                    <a:pt x="85" y="0"/>
                    <a:pt x="23" y="44"/>
                    <a:pt x="23" y="120"/>
                  </a:cubicBezTo>
                  <a:cubicBezTo>
                    <a:pt x="0" y="188"/>
                    <a:pt x="46" y="257"/>
                    <a:pt x="114" y="280"/>
                  </a:cubicBezTo>
                  <a:cubicBezTo>
                    <a:pt x="126" y="284"/>
                    <a:pt x="139" y="286"/>
                    <a:pt x="152" y="286"/>
                  </a:cubicBezTo>
                  <a:cubicBezTo>
                    <a:pt x="213" y="286"/>
                    <a:pt x="278" y="245"/>
                    <a:pt x="297" y="188"/>
                  </a:cubicBezTo>
                  <a:cubicBezTo>
                    <a:pt x="320" y="97"/>
                    <a:pt x="274" y="29"/>
                    <a:pt x="183" y="6"/>
                  </a:cubicBezTo>
                  <a:cubicBezTo>
                    <a:pt x="171" y="2"/>
                    <a:pt x="158" y="0"/>
                    <a:pt x="146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600" rIns="90000" bIns="126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44" name="Google Shape;1304;p8"/>
            <p:cNvSpPr/>
            <p:nvPr/>
          </p:nvSpPr>
          <p:spPr>
            <a:xfrm>
              <a:off x="3275280" y="4198680"/>
              <a:ext cx="23040" cy="20160"/>
            </a:xfrm>
            <a:custGeom>
              <a:avLst/>
              <a:gdLst>
                <a:gd name="textAreaLeft" fmla="*/ 0 w 23040"/>
                <a:gd name="textAreaRight" fmla="*/ 24480 w 23040"/>
                <a:gd name="textAreaTop" fmla="*/ 0 h 20160"/>
                <a:gd name="textAreaBottom" fmla="*/ 21600 h 20160"/>
              </a:gdLst>
              <a:ahLst/>
              <a:cxnLst/>
              <a:rect l="textAreaLeft" t="textAreaTop" r="textAreaRight" b="textAreaBottom"/>
              <a:pathLst>
                <a:path w="274" h="241">
                  <a:moveTo>
                    <a:pt x="126" y="0"/>
                  </a:moveTo>
                  <a:cubicBezTo>
                    <a:pt x="76" y="0"/>
                    <a:pt x="42" y="41"/>
                    <a:pt x="23" y="97"/>
                  </a:cubicBezTo>
                  <a:cubicBezTo>
                    <a:pt x="0" y="143"/>
                    <a:pt x="46" y="211"/>
                    <a:pt x="114" y="234"/>
                  </a:cubicBezTo>
                  <a:cubicBezTo>
                    <a:pt x="122" y="238"/>
                    <a:pt x="131" y="240"/>
                    <a:pt x="140" y="240"/>
                  </a:cubicBezTo>
                  <a:cubicBezTo>
                    <a:pt x="183" y="240"/>
                    <a:pt x="232" y="199"/>
                    <a:pt x="251" y="143"/>
                  </a:cubicBezTo>
                  <a:cubicBezTo>
                    <a:pt x="274" y="75"/>
                    <a:pt x="228" y="29"/>
                    <a:pt x="160" y="6"/>
                  </a:cubicBezTo>
                  <a:cubicBezTo>
                    <a:pt x="148" y="2"/>
                    <a:pt x="136" y="0"/>
                    <a:pt x="126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0" rIns="90000" bIns="108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45" name="Google Shape;1305;p8"/>
            <p:cNvSpPr/>
            <p:nvPr/>
          </p:nvSpPr>
          <p:spPr>
            <a:xfrm>
              <a:off x="3504600" y="3971520"/>
              <a:ext cx="31320" cy="28440"/>
            </a:xfrm>
            <a:custGeom>
              <a:avLst/>
              <a:gdLst>
                <a:gd name="textAreaLeft" fmla="*/ 0 w 31320"/>
                <a:gd name="textAreaRight" fmla="*/ 32760 w 31320"/>
                <a:gd name="textAreaTop" fmla="*/ 0 h 28440"/>
                <a:gd name="textAreaBottom" fmla="*/ 29880 h 28440"/>
              </a:gdLst>
              <a:ahLst/>
              <a:cxnLst/>
              <a:rect l="textAreaLeft" t="textAreaTop" r="textAreaRight" b="textAreaBottom"/>
              <a:pathLst>
                <a:path w="366" h="332">
                  <a:moveTo>
                    <a:pt x="182" y="1"/>
                  </a:moveTo>
                  <a:cubicBezTo>
                    <a:pt x="108" y="1"/>
                    <a:pt x="42" y="45"/>
                    <a:pt x="23" y="121"/>
                  </a:cubicBezTo>
                  <a:cubicBezTo>
                    <a:pt x="0" y="212"/>
                    <a:pt x="46" y="303"/>
                    <a:pt x="137" y="326"/>
                  </a:cubicBezTo>
                  <a:cubicBezTo>
                    <a:pt x="153" y="330"/>
                    <a:pt x="169" y="332"/>
                    <a:pt x="184" y="332"/>
                  </a:cubicBezTo>
                  <a:cubicBezTo>
                    <a:pt x="258" y="332"/>
                    <a:pt x="324" y="288"/>
                    <a:pt x="343" y="212"/>
                  </a:cubicBezTo>
                  <a:cubicBezTo>
                    <a:pt x="366" y="121"/>
                    <a:pt x="320" y="29"/>
                    <a:pt x="229" y="6"/>
                  </a:cubicBezTo>
                  <a:cubicBezTo>
                    <a:pt x="213" y="3"/>
                    <a:pt x="197" y="1"/>
                    <a:pt x="182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4760" rIns="90000" bIns="147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46" name="Google Shape;1306;p8"/>
            <p:cNvSpPr/>
            <p:nvPr/>
          </p:nvSpPr>
          <p:spPr>
            <a:xfrm>
              <a:off x="2308320" y="3369240"/>
              <a:ext cx="23400" cy="20160"/>
            </a:xfrm>
            <a:custGeom>
              <a:avLst/>
              <a:gdLst>
                <a:gd name="textAreaLeft" fmla="*/ 0 w 23400"/>
                <a:gd name="textAreaRight" fmla="*/ 24840 w 23400"/>
                <a:gd name="textAreaTop" fmla="*/ 0 h 20160"/>
                <a:gd name="textAreaBottom" fmla="*/ 21600 h 20160"/>
              </a:gdLst>
              <a:ahLst/>
              <a:cxnLst/>
              <a:rect l="textAreaLeft" t="textAreaTop" r="textAreaRight" b="textAreaBottom"/>
              <a:pathLst>
                <a:path w="275" h="242">
                  <a:moveTo>
                    <a:pt x="124" y="1"/>
                  </a:moveTo>
                  <a:cubicBezTo>
                    <a:pt x="70" y="1"/>
                    <a:pt x="23" y="42"/>
                    <a:pt x="23" y="98"/>
                  </a:cubicBezTo>
                  <a:cubicBezTo>
                    <a:pt x="0" y="167"/>
                    <a:pt x="46" y="235"/>
                    <a:pt x="92" y="235"/>
                  </a:cubicBezTo>
                  <a:cubicBezTo>
                    <a:pt x="104" y="239"/>
                    <a:pt x="116" y="241"/>
                    <a:pt x="128" y="241"/>
                  </a:cubicBezTo>
                  <a:cubicBezTo>
                    <a:pt x="183" y="241"/>
                    <a:pt x="233" y="200"/>
                    <a:pt x="252" y="144"/>
                  </a:cubicBezTo>
                  <a:cubicBezTo>
                    <a:pt x="274" y="98"/>
                    <a:pt x="229" y="30"/>
                    <a:pt x="160" y="7"/>
                  </a:cubicBezTo>
                  <a:cubicBezTo>
                    <a:pt x="148" y="3"/>
                    <a:pt x="136" y="1"/>
                    <a:pt x="124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0" rIns="90000" bIns="108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47" name="Google Shape;1307;p8"/>
            <p:cNvSpPr/>
            <p:nvPr/>
          </p:nvSpPr>
          <p:spPr>
            <a:xfrm>
              <a:off x="3158280" y="4057560"/>
              <a:ext cx="35640" cy="30960"/>
            </a:xfrm>
            <a:custGeom>
              <a:avLst/>
              <a:gdLst>
                <a:gd name="textAreaLeft" fmla="*/ 0 w 35640"/>
                <a:gd name="textAreaRight" fmla="*/ 37080 w 35640"/>
                <a:gd name="textAreaTop" fmla="*/ 0 h 30960"/>
                <a:gd name="textAreaBottom" fmla="*/ 32400 h 30960"/>
              </a:gdLst>
              <a:ahLst/>
              <a:cxnLst/>
              <a:rect l="textAreaLeft" t="textAreaTop" r="textAreaRight" b="textAreaBottom"/>
              <a:pathLst>
                <a:path w="412" h="363">
                  <a:moveTo>
                    <a:pt x="216" y="1"/>
                  </a:moveTo>
                  <a:cubicBezTo>
                    <a:pt x="138" y="1"/>
                    <a:pt x="66" y="63"/>
                    <a:pt x="47" y="142"/>
                  </a:cubicBezTo>
                  <a:cubicBezTo>
                    <a:pt x="1" y="233"/>
                    <a:pt x="69" y="325"/>
                    <a:pt x="161" y="347"/>
                  </a:cubicBezTo>
                  <a:cubicBezTo>
                    <a:pt x="181" y="358"/>
                    <a:pt x="202" y="362"/>
                    <a:pt x="223" y="362"/>
                  </a:cubicBezTo>
                  <a:cubicBezTo>
                    <a:pt x="298" y="362"/>
                    <a:pt x="371" y="305"/>
                    <a:pt x="389" y="233"/>
                  </a:cubicBezTo>
                  <a:cubicBezTo>
                    <a:pt x="412" y="142"/>
                    <a:pt x="343" y="28"/>
                    <a:pt x="252" y="5"/>
                  </a:cubicBezTo>
                  <a:cubicBezTo>
                    <a:pt x="240" y="2"/>
                    <a:pt x="228" y="1"/>
                    <a:pt x="216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6200" rIns="90000" bIns="162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48" name="Google Shape;1308;p8"/>
            <p:cNvSpPr/>
            <p:nvPr/>
          </p:nvSpPr>
          <p:spPr>
            <a:xfrm>
              <a:off x="4049640" y="4444560"/>
              <a:ext cx="29520" cy="15480"/>
            </a:xfrm>
            <a:custGeom>
              <a:avLst/>
              <a:gdLst>
                <a:gd name="textAreaLeft" fmla="*/ 0 w 29520"/>
                <a:gd name="textAreaRight" fmla="*/ 30960 w 29520"/>
                <a:gd name="textAreaTop" fmla="*/ 0 h 15480"/>
                <a:gd name="textAreaBottom" fmla="*/ 16920 h 15480"/>
              </a:gdLst>
              <a:ahLst/>
              <a:cxnLst/>
              <a:rect l="textAreaLeft" t="textAreaTop" r="textAreaRight" b="textAreaBottom"/>
              <a:pathLst>
                <a:path w="344" h="189">
                  <a:moveTo>
                    <a:pt x="160" y="0"/>
                  </a:moveTo>
                  <a:cubicBezTo>
                    <a:pt x="86" y="0"/>
                    <a:pt x="20" y="45"/>
                    <a:pt x="1" y="120"/>
                  </a:cubicBezTo>
                  <a:lnTo>
                    <a:pt x="321" y="189"/>
                  </a:lnTo>
                  <a:cubicBezTo>
                    <a:pt x="343" y="120"/>
                    <a:pt x="275" y="29"/>
                    <a:pt x="206" y="6"/>
                  </a:cubicBezTo>
                  <a:cubicBezTo>
                    <a:pt x="191" y="2"/>
                    <a:pt x="175" y="0"/>
                    <a:pt x="160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8280" rIns="90000" bIns="82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49" name="Google Shape;1309;p8"/>
            <p:cNvSpPr/>
            <p:nvPr/>
          </p:nvSpPr>
          <p:spPr>
            <a:xfrm>
              <a:off x="3379680" y="3510360"/>
              <a:ext cx="23040" cy="19800"/>
            </a:xfrm>
            <a:custGeom>
              <a:avLst/>
              <a:gdLst>
                <a:gd name="textAreaLeft" fmla="*/ 0 w 23040"/>
                <a:gd name="textAreaRight" fmla="*/ 24480 w 23040"/>
                <a:gd name="textAreaTop" fmla="*/ 0 h 19800"/>
                <a:gd name="textAreaBottom" fmla="*/ 21240 h 19800"/>
              </a:gdLst>
              <a:ahLst/>
              <a:cxnLst/>
              <a:rect l="textAreaLeft" t="textAreaTop" r="textAreaRight" b="textAreaBottom"/>
              <a:pathLst>
                <a:path w="274" h="236">
                  <a:moveTo>
                    <a:pt x="134" y="1"/>
                  </a:moveTo>
                  <a:cubicBezTo>
                    <a:pt x="91" y="1"/>
                    <a:pt x="42" y="42"/>
                    <a:pt x="23" y="98"/>
                  </a:cubicBezTo>
                  <a:cubicBezTo>
                    <a:pt x="0" y="144"/>
                    <a:pt x="46" y="212"/>
                    <a:pt x="114" y="235"/>
                  </a:cubicBezTo>
                  <a:cubicBezTo>
                    <a:pt x="183" y="235"/>
                    <a:pt x="228" y="212"/>
                    <a:pt x="251" y="144"/>
                  </a:cubicBezTo>
                  <a:cubicBezTo>
                    <a:pt x="274" y="75"/>
                    <a:pt x="228" y="30"/>
                    <a:pt x="160" y="7"/>
                  </a:cubicBezTo>
                  <a:cubicBezTo>
                    <a:pt x="152" y="3"/>
                    <a:pt x="143" y="1"/>
                    <a:pt x="134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440" rIns="90000" bIns="10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50" name="Google Shape;1310;p8"/>
            <p:cNvSpPr/>
            <p:nvPr/>
          </p:nvSpPr>
          <p:spPr>
            <a:xfrm>
              <a:off x="2519280" y="3340440"/>
              <a:ext cx="27360" cy="2448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24480"/>
                <a:gd name="textAreaBottom" fmla="*/ 25920 h 24480"/>
              </a:gdLst>
              <a:ahLst/>
              <a:cxnLst/>
              <a:rect l="textAreaLeft" t="textAreaTop" r="textAreaRight" b="textAreaBottom"/>
              <a:pathLst>
                <a:path w="321" h="287">
                  <a:moveTo>
                    <a:pt x="161" y="0"/>
                  </a:moveTo>
                  <a:cubicBezTo>
                    <a:pt x="92" y="0"/>
                    <a:pt x="42" y="45"/>
                    <a:pt x="23" y="120"/>
                  </a:cubicBezTo>
                  <a:cubicBezTo>
                    <a:pt x="0" y="189"/>
                    <a:pt x="46" y="280"/>
                    <a:pt x="115" y="280"/>
                  </a:cubicBezTo>
                  <a:cubicBezTo>
                    <a:pt x="131" y="284"/>
                    <a:pt x="146" y="286"/>
                    <a:pt x="161" y="286"/>
                  </a:cubicBezTo>
                  <a:cubicBezTo>
                    <a:pt x="229" y="286"/>
                    <a:pt x="278" y="245"/>
                    <a:pt x="297" y="189"/>
                  </a:cubicBezTo>
                  <a:cubicBezTo>
                    <a:pt x="320" y="98"/>
                    <a:pt x="274" y="29"/>
                    <a:pt x="206" y="6"/>
                  </a:cubicBezTo>
                  <a:cubicBezTo>
                    <a:pt x="190" y="2"/>
                    <a:pt x="175" y="0"/>
                    <a:pt x="161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51" name="Google Shape;1311;p8"/>
            <p:cNvSpPr/>
            <p:nvPr/>
          </p:nvSpPr>
          <p:spPr>
            <a:xfrm>
              <a:off x="2898360" y="3527280"/>
              <a:ext cx="23400" cy="21600"/>
            </a:xfrm>
            <a:custGeom>
              <a:avLst/>
              <a:gdLst>
                <a:gd name="textAreaLeft" fmla="*/ 0 w 23400"/>
                <a:gd name="textAreaRight" fmla="*/ 24840 w 23400"/>
                <a:gd name="textAreaTop" fmla="*/ 0 h 21600"/>
                <a:gd name="textAreaBottom" fmla="*/ 23040 h 21600"/>
              </a:gdLst>
              <a:ahLst/>
              <a:cxnLst/>
              <a:rect l="textAreaLeft" t="textAreaTop" r="textAreaRight" b="textAreaBottom"/>
              <a:pathLst>
                <a:path w="275" h="258">
                  <a:moveTo>
                    <a:pt x="160" y="0"/>
                  </a:moveTo>
                  <a:cubicBezTo>
                    <a:pt x="91" y="0"/>
                    <a:pt x="23" y="23"/>
                    <a:pt x="23" y="92"/>
                  </a:cubicBezTo>
                  <a:cubicBezTo>
                    <a:pt x="0" y="160"/>
                    <a:pt x="46" y="229"/>
                    <a:pt x="91" y="251"/>
                  </a:cubicBezTo>
                  <a:cubicBezTo>
                    <a:pt x="104" y="255"/>
                    <a:pt x="116" y="257"/>
                    <a:pt x="128" y="257"/>
                  </a:cubicBezTo>
                  <a:cubicBezTo>
                    <a:pt x="183" y="257"/>
                    <a:pt x="232" y="216"/>
                    <a:pt x="251" y="160"/>
                  </a:cubicBezTo>
                  <a:cubicBezTo>
                    <a:pt x="274" y="92"/>
                    <a:pt x="228" y="23"/>
                    <a:pt x="160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520" rIns="90000" bIns="115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52" name="Google Shape;1312;p8"/>
            <p:cNvSpPr/>
            <p:nvPr/>
          </p:nvSpPr>
          <p:spPr>
            <a:xfrm>
              <a:off x="2343240" y="3328560"/>
              <a:ext cx="25200" cy="23760"/>
            </a:xfrm>
            <a:custGeom>
              <a:avLst/>
              <a:gdLst>
                <a:gd name="textAreaLeft" fmla="*/ 0 w 25200"/>
                <a:gd name="textAreaRight" fmla="*/ 26640 w 25200"/>
                <a:gd name="textAreaTop" fmla="*/ 0 h 23760"/>
                <a:gd name="textAreaBottom" fmla="*/ 25200 h 23760"/>
              </a:gdLst>
              <a:ahLst/>
              <a:cxnLst/>
              <a:rect l="textAreaLeft" t="textAreaTop" r="textAreaRight" b="textAreaBottom"/>
              <a:pathLst>
                <a:path w="298" h="281">
                  <a:moveTo>
                    <a:pt x="183" y="0"/>
                  </a:moveTo>
                  <a:cubicBezTo>
                    <a:pt x="115" y="0"/>
                    <a:pt x="46" y="46"/>
                    <a:pt x="23" y="114"/>
                  </a:cubicBezTo>
                  <a:cubicBezTo>
                    <a:pt x="1" y="183"/>
                    <a:pt x="46" y="251"/>
                    <a:pt x="115" y="274"/>
                  </a:cubicBezTo>
                  <a:cubicBezTo>
                    <a:pt x="131" y="278"/>
                    <a:pt x="146" y="280"/>
                    <a:pt x="161" y="280"/>
                  </a:cubicBezTo>
                  <a:cubicBezTo>
                    <a:pt x="229" y="280"/>
                    <a:pt x="278" y="239"/>
                    <a:pt x="297" y="183"/>
                  </a:cubicBezTo>
                  <a:cubicBezTo>
                    <a:pt x="297" y="92"/>
                    <a:pt x="252" y="23"/>
                    <a:pt x="183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600" rIns="90000" bIns="126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53" name="Google Shape;1313;p8"/>
            <p:cNvSpPr/>
            <p:nvPr/>
          </p:nvSpPr>
          <p:spPr>
            <a:xfrm>
              <a:off x="6382800" y="3383640"/>
              <a:ext cx="29520" cy="26280"/>
            </a:xfrm>
            <a:custGeom>
              <a:avLst/>
              <a:gdLst>
                <a:gd name="textAreaLeft" fmla="*/ 0 w 29520"/>
                <a:gd name="textAreaRight" fmla="*/ 30960 w 29520"/>
                <a:gd name="textAreaTop" fmla="*/ 0 h 26280"/>
                <a:gd name="textAreaBottom" fmla="*/ 27720 h 26280"/>
              </a:gdLst>
              <a:ahLst/>
              <a:cxnLst/>
              <a:rect l="textAreaLeft" t="textAreaTop" r="textAreaRight" b="textAreaBottom"/>
              <a:pathLst>
                <a:path w="343" h="310">
                  <a:moveTo>
                    <a:pt x="161" y="1"/>
                  </a:moveTo>
                  <a:cubicBezTo>
                    <a:pt x="92" y="1"/>
                    <a:pt x="42" y="45"/>
                    <a:pt x="23" y="121"/>
                  </a:cubicBezTo>
                  <a:cubicBezTo>
                    <a:pt x="0" y="189"/>
                    <a:pt x="46" y="281"/>
                    <a:pt x="137" y="303"/>
                  </a:cubicBezTo>
                  <a:cubicBezTo>
                    <a:pt x="149" y="307"/>
                    <a:pt x="161" y="309"/>
                    <a:pt x="174" y="309"/>
                  </a:cubicBezTo>
                  <a:cubicBezTo>
                    <a:pt x="235" y="309"/>
                    <a:pt x="301" y="265"/>
                    <a:pt x="320" y="189"/>
                  </a:cubicBezTo>
                  <a:cubicBezTo>
                    <a:pt x="342" y="121"/>
                    <a:pt x="297" y="29"/>
                    <a:pt x="205" y="7"/>
                  </a:cubicBezTo>
                  <a:cubicBezTo>
                    <a:pt x="190" y="3"/>
                    <a:pt x="175" y="1"/>
                    <a:pt x="161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3680" rIns="90000" bIns="136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54" name="Google Shape;1314;p8"/>
            <p:cNvSpPr/>
            <p:nvPr/>
          </p:nvSpPr>
          <p:spPr>
            <a:xfrm>
              <a:off x="5293080" y="1888560"/>
              <a:ext cx="21240" cy="19800"/>
            </a:xfrm>
            <a:custGeom>
              <a:avLst/>
              <a:gdLst>
                <a:gd name="textAreaLeft" fmla="*/ 0 w 21240"/>
                <a:gd name="textAreaRight" fmla="*/ 22680 w 21240"/>
                <a:gd name="textAreaTop" fmla="*/ 0 h 19800"/>
                <a:gd name="textAreaBottom" fmla="*/ 21240 h 19800"/>
              </a:gdLst>
              <a:ahLst/>
              <a:cxnLst/>
              <a:rect l="textAreaLeft" t="textAreaTop" r="textAreaRight" b="textAreaBottom"/>
              <a:pathLst>
                <a:path w="253" h="235">
                  <a:moveTo>
                    <a:pt x="161" y="0"/>
                  </a:moveTo>
                  <a:cubicBezTo>
                    <a:pt x="92" y="0"/>
                    <a:pt x="24" y="23"/>
                    <a:pt x="24" y="91"/>
                  </a:cubicBezTo>
                  <a:cubicBezTo>
                    <a:pt x="1" y="160"/>
                    <a:pt x="47" y="228"/>
                    <a:pt x="92" y="228"/>
                  </a:cubicBezTo>
                  <a:cubicBezTo>
                    <a:pt x="105" y="233"/>
                    <a:pt x="117" y="234"/>
                    <a:pt x="130" y="234"/>
                  </a:cubicBezTo>
                  <a:cubicBezTo>
                    <a:pt x="184" y="234"/>
                    <a:pt x="233" y="197"/>
                    <a:pt x="252" y="160"/>
                  </a:cubicBezTo>
                  <a:cubicBezTo>
                    <a:pt x="252" y="91"/>
                    <a:pt x="229" y="23"/>
                    <a:pt x="161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440" rIns="90000" bIns="10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55" name="Google Shape;1315;p8"/>
            <p:cNvSpPr/>
            <p:nvPr/>
          </p:nvSpPr>
          <p:spPr>
            <a:xfrm>
              <a:off x="2410920" y="3849120"/>
              <a:ext cx="25200" cy="21600"/>
            </a:xfrm>
            <a:custGeom>
              <a:avLst/>
              <a:gdLst>
                <a:gd name="textAreaLeft" fmla="*/ 0 w 25200"/>
                <a:gd name="textAreaRight" fmla="*/ 26640 w 25200"/>
                <a:gd name="textAreaTop" fmla="*/ 0 h 21600"/>
                <a:gd name="textAreaBottom" fmla="*/ 23040 h 21600"/>
              </a:gdLst>
              <a:ahLst/>
              <a:cxnLst/>
              <a:rect l="textAreaLeft" t="textAreaTop" r="textAreaRight" b="textAreaBottom"/>
              <a:pathLst>
                <a:path w="298" h="258">
                  <a:moveTo>
                    <a:pt x="183" y="1"/>
                  </a:moveTo>
                  <a:cubicBezTo>
                    <a:pt x="115" y="1"/>
                    <a:pt x="46" y="24"/>
                    <a:pt x="24" y="92"/>
                  </a:cubicBezTo>
                  <a:cubicBezTo>
                    <a:pt x="1" y="161"/>
                    <a:pt x="46" y="229"/>
                    <a:pt x="115" y="252"/>
                  </a:cubicBezTo>
                  <a:cubicBezTo>
                    <a:pt x="127" y="256"/>
                    <a:pt x="139" y="258"/>
                    <a:pt x="151" y="258"/>
                  </a:cubicBezTo>
                  <a:cubicBezTo>
                    <a:pt x="206" y="258"/>
                    <a:pt x="256" y="217"/>
                    <a:pt x="275" y="161"/>
                  </a:cubicBezTo>
                  <a:cubicBezTo>
                    <a:pt x="297" y="92"/>
                    <a:pt x="252" y="24"/>
                    <a:pt x="183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520" rIns="90000" bIns="115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56" name="Google Shape;1316;p8"/>
            <p:cNvSpPr/>
            <p:nvPr/>
          </p:nvSpPr>
          <p:spPr>
            <a:xfrm>
              <a:off x="5784840" y="2553840"/>
              <a:ext cx="25200" cy="22320"/>
            </a:xfrm>
            <a:custGeom>
              <a:avLst/>
              <a:gdLst>
                <a:gd name="textAreaLeft" fmla="*/ 0 w 25200"/>
                <a:gd name="textAreaRight" fmla="*/ 26640 w 25200"/>
                <a:gd name="textAreaTop" fmla="*/ 0 h 22320"/>
                <a:gd name="textAreaBottom" fmla="*/ 23760 h 22320"/>
              </a:gdLst>
              <a:ahLst/>
              <a:cxnLst/>
              <a:rect l="textAreaLeft" t="textAreaTop" r="textAreaRight" b="textAreaBottom"/>
              <a:pathLst>
                <a:path w="297" h="264">
                  <a:moveTo>
                    <a:pt x="146" y="0"/>
                  </a:moveTo>
                  <a:cubicBezTo>
                    <a:pt x="91" y="0"/>
                    <a:pt x="42" y="41"/>
                    <a:pt x="23" y="98"/>
                  </a:cubicBezTo>
                  <a:cubicBezTo>
                    <a:pt x="0" y="166"/>
                    <a:pt x="46" y="235"/>
                    <a:pt x="114" y="257"/>
                  </a:cubicBezTo>
                  <a:cubicBezTo>
                    <a:pt x="126" y="261"/>
                    <a:pt x="139" y="263"/>
                    <a:pt x="152" y="263"/>
                  </a:cubicBezTo>
                  <a:cubicBezTo>
                    <a:pt x="212" y="263"/>
                    <a:pt x="274" y="222"/>
                    <a:pt x="274" y="166"/>
                  </a:cubicBezTo>
                  <a:cubicBezTo>
                    <a:pt x="297" y="75"/>
                    <a:pt x="251" y="6"/>
                    <a:pt x="183" y="6"/>
                  </a:cubicBezTo>
                  <a:cubicBezTo>
                    <a:pt x="170" y="2"/>
                    <a:pt x="158" y="0"/>
                    <a:pt x="146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880" rIns="90000" bIns="118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57" name="Google Shape;1317;p8"/>
            <p:cNvSpPr/>
            <p:nvPr/>
          </p:nvSpPr>
          <p:spPr>
            <a:xfrm>
              <a:off x="5460840" y="2316240"/>
              <a:ext cx="37440" cy="34200"/>
            </a:xfrm>
            <a:custGeom>
              <a:avLst/>
              <a:gdLst>
                <a:gd name="textAreaLeft" fmla="*/ 0 w 37440"/>
                <a:gd name="textAreaRight" fmla="*/ 38880 w 37440"/>
                <a:gd name="textAreaTop" fmla="*/ 0 h 34200"/>
                <a:gd name="textAreaBottom" fmla="*/ 35640 h 34200"/>
              </a:gdLst>
              <a:ahLst/>
              <a:cxnLst/>
              <a:rect l="textAreaLeft" t="textAreaTop" r="textAreaRight" b="textAreaBottom"/>
              <a:pathLst>
                <a:path w="435" h="398">
                  <a:moveTo>
                    <a:pt x="231" y="0"/>
                  </a:moveTo>
                  <a:cubicBezTo>
                    <a:pt x="138" y="0"/>
                    <a:pt x="66" y="62"/>
                    <a:pt x="46" y="142"/>
                  </a:cubicBezTo>
                  <a:cubicBezTo>
                    <a:pt x="1" y="256"/>
                    <a:pt x="69" y="347"/>
                    <a:pt x="183" y="393"/>
                  </a:cubicBezTo>
                  <a:cubicBezTo>
                    <a:pt x="195" y="396"/>
                    <a:pt x="207" y="397"/>
                    <a:pt x="219" y="397"/>
                  </a:cubicBezTo>
                  <a:cubicBezTo>
                    <a:pt x="302" y="397"/>
                    <a:pt x="392" y="332"/>
                    <a:pt x="411" y="233"/>
                  </a:cubicBezTo>
                  <a:cubicBezTo>
                    <a:pt x="434" y="142"/>
                    <a:pt x="366" y="27"/>
                    <a:pt x="275" y="5"/>
                  </a:cubicBezTo>
                  <a:cubicBezTo>
                    <a:pt x="260" y="2"/>
                    <a:pt x="245" y="0"/>
                    <a:pt x="231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7640" rIns="90000" bIns="176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58" name="Google Shape;1318;p8"/>
            <p:cNvSpPr/>
            <p:nvPr/>
          </p:nvSpPr>
          <p:spPr>
            <a:xfrm>
              <a:off x="5522400" y="2235960"/>
              <a:ext cx="21240" cy="18360"/>
            </a:xfrm>
            <a:custGeom>
              <a:avLst/>
              <a:gdLst>
                <a:gd name="textAreaLeft" fmla="*/ 0 w 21240"/>
                <a:gd name="textAreaRight" fmla="*/ 22680 w 21240"/>
                <a:gd name="textAreaTop" fmla="*/ 0 h 18360"/>
                <a:gd name="textAreaBottom" fmla="*/ 19800 h 18360"/>
              </a:gdLst>
              <a:ahLst/>
              <a:cxnLst/>
              <a:rect l="textAreaLeft" t="textAreaTop" r="textAreaRight" b="textAreaBottom"/>
              <a:pathLst>
                <a:path w="252" h="221">
                  <a:moveTo>
                    <a:pt x="110" y="1"/>
                  </a:moveTo>
                  <a:cubicBezTo>
                    <a:pt x="62" y="1"/>
                    <a:pt x="23" y="27"/>
                    <a:pt x="23" y="78"/>
                  </a:cubicBezTo>
                  <a:cubicBezTo>
                    <a:pt x="0" y="146"/>
                    <a:pt x="46" y="215"/>
                    <a:pt x="92" y="215"/>
                  </a:cubicBezTo>
                  <a:cubicBezTo>
                    <a:pt x="104" y="219"/>
                    <a:pt x="117" y="221"/>
                    <a:pt x="129" y="221"/>
                  </a:cubicBezTo>
                  <a:cubicBezTo>
                    <a:pt x="183" y="221"/>
                    <a:pt x="229" y="184"/>
                    <a:pt x="229" y="146"/>
                  </a:cubicBezTo>
                  <a:cubicBezTo>
                    <a:pt x="251" y="78"/>
                    <a:pt x="206" y="9"/>
                    <a:pt x="160" y="9"/>
                  </a:cubicBezTo>
                  <a:cubicBezTo>
                    <a:pt x="143" y="4"/>
                    <a:pt x="126" y="1"/>
                    <a:pt x="110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720" rIns="90000" bIns="97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59" name="Google Shape;1319;p8"/>
            <p:cNvSpPr/>
            <p:nvPr/>
          </p:nvSpPr>
          <p:spPr>
            <a:xfrm>
              <a:off x="7390800" y="3584520"/>
              <a:ext cx="39600" cy="34200"/>
            </a:xfrm>
            <a:custGeom>
              <a:avLst/>
              <a:gdLst>
                <a:gd name="textAreaLeft" fmla="*/ 0 w 39600"/>
                <a:gd name="textAreaRight" fmla="*/ 41040 w 39600"/>
                <a:gd name="textAreaTop" fmla="*/ 0 h 34200"/>
                <a:gd name="textAreaBottom" fmla="*/ 35640 h 34200"/>
              </a:gdLst>
              <a:ahLst/>
              <a:cxnLst/>
              <a:rect l="textAreaLeft" t="textAreaTop" r="textAreaRight" b="textAreaBottom"/>
              <a:pathLst>
                <a:path w="457" h="399">
                  <a:moveTo>
                    <a:pt x="231" y="0"/>
                  </a:moveTo>
                  <a:cubicBezTo>
                    <a:pt x="137" y="0"/>
                    <a:pt x="66" y="65"/>
                    <a:pt x="46" y="164"/>
                  </a:cubicBezTo>
                  <a:cubicBezTo>
                    <a:pt x="0" y="256"/>
                    <a:pt x="69" y="370"/>
                    <a:pt x="183" y="393"/>
                  </a:cubicBezTo>
                  <a:cubicBezTo>
                    <a:pt x="198" y="396"/>
                    <a:pt x="214" y="398"/>
                    <a:pt x="230" y="398"/>
                  </a:cubicBezTo>
                  <a:cubicBezTo>
                    <a:pt x="309" y="398"/>
                    <a:pt x="392" y="351"/>
                    <a:pt x="411" y="256"/>
                  </a:cubicBezTo>
                  <a:cubicBezTo>
                    <a:pt x="457" y="141"/>
                    <a:pt x="388" y="50"/>
                    <a:pt x="274" y="4"/>
                  </a:cubicBezTo>
                  <a:cubicBezTo>
                    <a:pt x="259" y="2"/>
                    <a:pt x="245" y="0"/>
                    <a:pt x="231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7640" rIns="90000" bIns="176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60" name="Google Shape;1320;p8"/>
            <p:cNvSpPr/>
            <p:nvPr/>
          </p:nvSpPr>
          <p:spPr>
            <a:xfrm>
              <a:off x="5006160" y="4530600"/>
              <a:ext cx="37440" cy="32040"/>
            </a:xfrm>
            <a:custGeom>
              <a:avLst/>
              <a:gdLst>
                <a:gd name="textAreaLeft" fmla="*/ 0 w 37440"/>
                <a:gd name="textAreaRight" fmla="*/ 38880 w 37440"/>
                <a:gd name="textAreaTop" fmla="*/ 0 h 32040"/>
                <a:gd name="textAreaBottom" fmla="*/ 33480 h 32040"/>
              </a:gdLst>
              <a:ahLst/>
              <a:cxnLst/>
              <a:rect l="textAreaLeft" t="textAreaTop" r="textAreaRight" b="textAreaBottom"/>
              <a:pathLst>
                <a:path w="435" h="375">
                  <a:moveTo>
                    <a:pt x="231" y="0"/>
                  </a:moveTo>
                  <a:cubicBezTo>
                    <a:pt x="137" y="0"/>
                    <a:pt x="66" y="62"/>
                    <a:pt x="46" y="142"/>
                  </a:cubicBezTo>
                  <a:cubicBezTo>
                    <a:pt x="0" y="233"/>
                    <a:pt x="69" y="347"/>
                    <a:pt x="160" y="370"/>
                  </a:cubicBezTo>
                  <a:cubicBezTo>
                    <a:pt x="175" y="373"/>
                    <a:pt x="190" y="374"/>
                    <a:pt x="204" y="374"/>
                  </a:cubicBezTo>
                  <a:cubicBezTo>
                    <a:pt x="297" y="374"/>
                    <a:pt x="369" y="312"/>
                    <a:pt x="388" y="233"/>
                  </a:cubicBezTo>
                  <a:cubicBezTo>
                    <a:pt x="434" y="142"/>
                    <a:pt x="366" y="28"/>
                    <a:pt x="274" y="5"/>
                  </a:cubicBezTo>
                  <a:cubicBezTo>
                    <a:pt x="259" y="2"/>
                    <a:pt x="245" y="0"/>
                    <a:pt x="231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6560" rIns="90000" bIns="165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61" name="Google Shape;1321;p8"/>
            <p:cNvSpPr/>
            <p:nvPr/>
          </p:nvSpPr>
          <p:spPr>
            <a:xfrm>
              <a:off x="5055480" y="3641400"/>
              <a:ext cx="21240" cy="18360"/>
            </a:xfrm>
            <a:custGeom>
              <a:avLst/>
              <a:gdLst>
                <a:gd name="textAreaLeft" fmla="*/ 0 w 21240"/>
                <a:gd name="textAreaRight" fmla="*/ 22680 w 21240"/>
                <a:gd name="textAreaTop" fmla="*/ 0 h 18360"/>
                <a:gd name="textAreaBottom" fmla="*/ 19800 h 18360"/>
              </a:gdLst>
              <a:ahLst/>
              <a:cxnLst/>
              <a:rect l="textAreaLeft" t="textAreaTop" r="textAreaRight" b="textAreaBottom"/>
              <a:pathLst>
                <a:path w="252" h="219">
                  <a:moveTo>
                    <a:pt x="123" y="1"/>
                  </a:moveTo>
                  <a:cubicBezTo>
                    <a:pt x="69" y="1"/>
                    <a:pt x="23" y="38"/>
                    <a:pt x="23" y="75"/>
                  </a:cubicBezTo>
                  <a:cubicBezTo>
                    <a:pt x="0" y="144"/>
                    <a:pt x="46" y="212"/>
                    <a:pt x="92" y="212"/>
                  </a:cubicBezTo>
                  <a:cubicBezTo>
                    <a:pt x="104" y="216"/>
                    <a:pt x="117" y="218"/>
                    <a:pt x="129" y="218"/>
                  </a:cubicBezTo>
                  <a:cubicBezTo>
                    <a:pt x="183" y="218"/>
                    <a:pt x="228" y="181"/>
                    <a:pt x="228" y="144"/>
                  </a:cubicBezTo>
                  <a:cubicBezTo>
                    <a:pt x="251" y="75"/>
                    <a:pt x="228" y="7"/>
                    <a:pt x="160" y="7"/>
                  </a:cubicBezTo>
                  <a:cubicBezTo>
                    <a:pt x="147" y="2"/>
                    <a:pt x="135" y="1"/>
                    <a:pt x="123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720" rIns="90000" bIns="97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62" name="Google Shape;1322;p8"/>
            <p:cNvSpPr/>
            <p:nvPr/>
          </p:nvSpPr>
          <p:spPr>
            <a:xfrm>
              <a:off x="3736080" y="3885480"/>
              <a:ext cx="33480" cy="3024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30240"/>
                <a:gd name="textAreaBottom" fmla="*/ 31680 h 30240"/>
              </a:gdLst>
              <a:ahLst/>
              <a:cxnLst/>
              <a:rect l="textAreaLeft" t="textAreaTop" r="textAreaRight" b="textAreaBottom"/>
              <a:pathLst>
                <a:path w="389" h="353">
                  <a:moveTo>
                    <a:pt x="193" y="0"/>
                  </a:moveTo>
                  <a:cubicBezTo>
                    <a:pt x="115" y="0"/>
                    <a:pt x="43" y="62"/>
                    <a:pt x="24" y="142"/>
                  </a:cubicBezTo>
                  <a:cubicBezTo>
                    <a:pt x="1" y="233"/>
                    <a:pt x="69" y="324"/>
                    <a:pt x="160" y="347"/>
                  </a:cubicBezTo>
                  <a:cubicBezTo>
                    <a:pt x="176" y="351"/>
                    <a:pt x="191" y="353"/>
                    <a:pt x="206" y="353"/>
                  </a:cubicBezTo>
                  <a:cubicBezTo>
                    <a:pt x="280" y="353"/>
                    <a:pt x="347" y="305"/>
                    <a:pt x="366" y="210"/>
                  </a:cubicBezTo>
                  <a:cubicBezTo>
                    <a:pt x="389" y="119"/>
                    <a:pt x="343" y="28"/>
                    <a:pt x="229" y="5"/>
                  </a:cubicBezTo>
                  <a:cubicBezTo>
                    <a:pt x="217" y="2"/>
                    <a:pt x="205" y="0"/>
                    <a:pt x="193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840" rIns="90000" bIns="158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63" name="Google Shape;1323;p8"/>
            <p:cNvSpPr/>
            <p:nvPr/>
          </p:nvSpPr>
          <p:spPr>
            <a:xfrm>
              <a:off x="3691080" y="3725640"/>
              <a:ext cx="21240" cy="17640"/>
            </a:xfrm>
            <a:custGeom>
              <a:avLst/>
              <a:gdLst>
                <a:gd name="textAreaLeft" fmla="*/ 0 w 21240"/>
                <a:gd name="textAreaRight" fmla="*/ 22680 w 21240"/>
                <a:gd name="textAreaTop" fmla="*/ 0 h 17640"/>
                <a:gd name="textAreaBottom" fmla="*/ 19080 h 17640"/>
              </a:gdLst>
              <a:ahLst/>
              <a:cxnLst/>
              <a:rect l="textAreaLeft" t="textAreaTop" r="textAreaRight" b="textAreaBottom"/>
              <a:pathLst>
                <a:path w="252" h="212">
                  <a:moveTo>
                    <a:pt x="125" y="0"/>
                  </a:moveTo>
                  <a:cubicBezTo>
                    <a:pt x="76" y="0"/>
                    <a:pt x="42" y="38"/>
                    <a:pt x="23" y="75"/>
                  </a:cubicBezTo>
                  <a:cubicBezTo>
                    <a:pt x="1" y="143"/>
                    <a:pt x="46" y="189"/>
                    <a:pt x="92" y="212"/>
                  </a:cubicBezTo>
                  <a:cubicBezTo>
                    <a:pt x="160" y="212"/>
                    <a:pt x="206" y="189"/>
                    <a:pt x="229" y="121"/>
                  </a:cubicBezTo>
                  <a:cubicBezTo>
                    <a:pt x="252" y="75"/>
                    <a:pt x="206" y="6"/>
                    <a:pt x="160" y="6"/>
                  </a:cubicBezTo>
                  <a:cubicBezTo>
                    <a:pt x="148" y="2"/>
                    <a:pt x="136" y="0"/>
                    <a:pt x="125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360" rIns="90000" bIns="93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64" name="Google Shape;1324;p8"/>
            <p:cNvSpPr/>
            <p:nvPr/>
          </p:nvSpPr>
          <p:spPr>
            <a:xfrm>
              <a:off x="4920120" y="1003320"/>
              <a:ext cx="25200" cy="23760"/>
            </a:xfrm>
            <a:custGeom>
              <a:avLst/>
              <a:gdLst>
                <a:gd name="textAreaLeft" fmla="*/ 0 w 25200"/>
                <a:gd name="textAreaRight" fmla="*/ 26640 w 25200"/>
                <a:gd name="textAreaTop" fmla="*/ 0 h 23760"/>
                <a:gd name="textAreaBottom" fmla="*/ 25200 h 23760"/>
              </a:gdLst>
              <a:ahLst/>
              <a:cxnLst/>
              <a:rect l="textAreaLeft" t="textAreaTop" r="textAreaRight" b="textAreaBottom"/>
              <a:pathLst>
                <a:path w="298" h="281">
                  <a:moveTo>
                    <a:pt x="147" y="1"/>
                  </a:moveTo>
                  <a:cubicBezTo>
                    <a:pt x="92" y="1"/>
                    <a:pt x="42" y="42"/>
                    <a:pt x="24" y="98"/>
                  </a:cubicBezTo>
                  <a:cubicBezTo>
                    <a:pt x="1" y="166"/>
                    <a:pt x="46" y="258"/>
                    <a:pt x="115" y="281"/>
                  </a:cubicBezTo>
                  <a:cubicBezTo>
                    <a:pt x="183" y="281"/>
                    <a:pt x="275" y="235"/>
                    <a:pt x="297" y="166"/>
                  </a:cubicBezTo>
                  <a:cubicBezTo>
                    <a:pt x="297" y="98"/>
                    <a:pt x="275" y="29"/>
                    <a:pt x="183" y="7"/>
                  </a:cubicBezTo>
                  <a:cubicBezTo>
                    <a:pt x="171" y="3"/>
                    <a:pt x="159" y="1"/>
                    <a:pt x="147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600" rIns="90000" bIns="126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65" name="Google Shape;1325;p8"/>
            <p:cNvSpPr/>
            <p:nvPr/>
          </p:nvSpPr>
          <p:spPr>
            <a:xfrm>
              <a:off x="4865040" y="612000"/>
              <a:ext cx="21240" cy="19800"/>
            </a:xfrm>
            <a:custGeom>
              <a:avLst/>
              <a:gdLst>
                <a:gd name="textAreaLeft" fmla="*/ 0 w 21240"/>
                <a:gd name="textAreaRight" fmla="*/ 22680 w 21240"/>
                <a:gd name="textAreaTop" fmla="*/ 0 h 19800"/>
                <a:gd name="textAreaBottom" fmla="*/ 21240 h 19800"/>
              </a:gdLst>
              <a:ahLst/>
              <a:cxnLst/>
              <a:rect l="textAreaLeft" t="textAreaTop" r="textAreaRight" b="textAreaBottom"/>
              <a:pathLst>
                <a:path w="252" h="236">
                  <a:moveTo>
                    <a:pt x="123" y="1"/>
                  </a:moveTo>
                  <a:cubicBezTo>
                    <a:pt x="69" y="1"/>
                    <a:pt x="23" y="38"/>
                    <a:pt x="23" y="76"/>
                  </a:cubicBezTo>
                  <a:cubicBezTo>
                    <a:pt x="0" y="144"/>
                    <a:pt x="46" y="212"/>
                    <a:pt x="92" y="235"/>
                  </a:cubicBezTo>
                  <a:cubicBezTo>
                    <a:pt x="160" y="235"/>
                    <a:pt x="229" y="212"/>
                    <a:pt x="252" y="144"/>
                  </a:cubicBezTo>
                  <a:cubicBezTo>
                    <a:pt x="252" y="76"/>
                    <a:pt x="229" y="30"/>
                    <a:pt x="160" y="7"/>
                  </a:cubicBezTo>
                  <a:cubicBezTo>
                    <a:pt x="148" y="3"/>
                    <a:pt x="135" y="1"/>
                    <a:pt x="123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440" rIns="90000" bIns="10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66" name="Google Shape;1326;p8"/>
            <p:cNvSpPr/>
            <p:nvPr/>
          </p:nvSpPr>
          <p:spPr>
            <a:xfrm>
              <a:off x="5178240" y="2830680"/>
              <a:ext cx="33480" cy="3024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30240"/>
                <a:gd name="textAreaBottom" fmla="*/ 31680 h 30240"/>
              </a:gdLst>
              <a:ahLst/>
              <a:cxnLst/>
              <a:rect l="textAreaLeft" t="textAreaTop" r="textAreaRight" b="textAreaBottom"/>
              <a:pathLst>
                <a:path w="389" h="352">
                  <a:moveTo>
                    <a:pt x="193" y="0"/>
                  </a:moveTo>
                  <a:cubicBezTo>
                    <a:pt x="115" y="0"/>
                    <a:pt x="43" y="62"/>
                    <a:pt x="24" y="142"/>
                  </a:cubicBezTo>
                  <a:cubicBezTo>
                    <a:pt x="1" y="233"/>
                    <a:pt x="69" y="324"/>
                    <a:pt x="161" y="347"/>
                  </a:cubicBezTo>
                  <a:cubicBezTo>
                    <a:pt x="170" y="350"/>
                    <a:pt x="179" y="352"/>
                    <a:pt x="190" y="352"/>
                  </a:cubicBezTo>
                  <a:cubicBezTo>
                    <a:pt x="257" y="352"/>
                    <a:pt x="346" y="290"/>
                    <a:pt x="366" y="210"/>
                  </a:cubicBezTo>
                  <a:cubicBezTo>
                    <a:pt x="389" y="119"/>
                    <a:pt x="320" y="28"/>
                    <a:pt x="229" y="5"/>
                  </a:cubicBezTo>
                  <a:cubicBezTo>
                    <a:pt x="217" y="2"/>
                    <a:pt x="205" y="0"/>
                    <a:pt x="193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840" rIns="90000" bIns="158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67" name="Google Shape;1327;p8"/>
            <p:cNvSpPr/>
            <p:nvPr/>
          </p:nvSpPr>
          <p:spPr>
            <a:xfrm>
              <a:off x="5473080" y="3274920"/>
              <a:ext cx="23400" cy="21600"/>
            </a:xfrm>
            <a:custGeom>
              <a:avLst/>
              <a:gdLst>
                <a:gd name="textAreaLeft" fmla="*/ 0 w 23400"/>
                <a:gd name="textAreaRight" fmla="*/ 24840 w 23400"/>
                <a:gd name="textAreaTop" fmla="*/ 0 h 21600"/>
                <a:gd name="textAreaBottom" fmla="*/ 23040 h 21600"/>
              </a:gdLst>
              <a:ahLst/>
              <a:cxnLst/>
              <a:rect l="textAreaLeft" t="textAreaTop" r="textAreaRight" b="textAreaBottom"/>
              <a:pathLst>
                <a:path w="275" h="258">
                  <a:moveTo>
                    <a:pt x="147" y="1"/>
                  </a:moveTo>
                  <a:cubicBezTo>
                    <a:pt x="92" y="1"/>
                    <a:pt x="42" y="42"/>
                    <a:pt x="23" y="98"/>
                  </a:cubicBezTo>
                  <a:cubicBezTo>
                    <a:pt x="1" y="167"/>
                    <a:pt x="46" y="235"/>
                    <a:pt x="115" y="258"/>
                  </a:cubicBezTo>
                  <a:cubicBezTo>
                    <a:pt x="183" y="258"/>
                    <a:pt x="252" y="235"/>
                    <a:pt x="252" y="167"/>
                  </a:cubicBezTo>
                  <a:cubicBezTo>
                    <a:pt x="274" y="98"/>
                    <a:pt x="229" y="30"/>
                    <a:pt x="183" y="7"/>
                  </a:cubicBezTo>
                  <a:cubicBezTo>
                    <a:pt x="171" y="3"/>
                    <a:pt x="159" y="1"/>
                    <a:pt x="147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520" rIns="90000" bIns="115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68" name="Google Shape;1328;p8"/>
            <p:cNvSpPr/>
            <p:nvPr/>
          </p:nvSpPr>
          <p:spPr>
            <a:xfrm>
              <a:off x="5043240" y="2629440"/>
              <a:ext cx="25200" cy="22320"/>
            </a:xfrm>
            <a:custGeom>
              <a:avLst/>
              <a:gdLst>
                <a:gd name="textAreaLeft" fmla="*/ 0 w 25200"/>
                <a:gd name="textAreaRight" fmla="*/ 26640 w 25200"/>
                <a:gd name="textAreaTop" fmla="*/ 0 h 22320"/>
                <a:gd name="textAreaBottom" fmla="*/ 23760 h 22320"/>
              </a:gdLst>
              <a:ahLst/>
              <a:cxnLst/>
              <a:rect l="textAreaLeft" t="textAreaTop" r="textAreaRight" b="textAreaBottom"/>
              <a:pathLst>
                <a:path w="297" h="264">
                  <a:moveTo>
                    <a:pt x="147" y="1"/>
                  </a:moveTo>
                  <a:cubicBezTo>
                    <a:pt x="92" y="1"/>
                    <a:pt x="42" y="42"/>
                    <a:pt x="23" y="98"/>
                  </a:cubicBezTo>
                  <a:cubicBezTo>
                    <a:pt x="0" y="167"/>
                    <a:pt x="46" y="235"/>
                    <a:pt x="114" y="258"/>
                  </a:cubicBezTo>
                  <a:cubicBezTo>
                    <a:pt x="127" y="262"/>
                    <a:pt x="139" y="264"/>
                    <a:pt x="151" y="264"/>
                  </a:cubicBezTo>
                  <a:cubicBezTo>
                    <a:pt x="206" y="264"/>
                    <a:pt x="255" y="223"/>
                    <a:pt x="274" y="167"/>
                  </a:cubicBezTo>
                  <a:cubicBezTo>
                    <a:pt x="297" y="98"/>
                    <a:pt x="251" y="30"/>
                    <a:pt x="183" y="7"/>
                  </a:cubicBezTo>
                  <a:cubicBezTo>
                    <a:pt x="171" y="3"/>
                    <a:pt x="159" y="1"/>
                    <a:pt x="147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880" rIns="90000" bIns="118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69" name="Google Shape;1329;p8"/>
            <p:cNvSpPr/>
            <p:nvPr/>
          </p:nvSpPr>
          <p:spPr>
            <a:xfrm>
              <a:off x="5485680" y="3168360"/>
              <a:ext cx="37440" cy="34200"/>
            </a:xfrm>
            <a:custGeom>
              <a:avLst/>
              <a:gdLst>
                <a:gd name="textAreaLeft" fmla="*/ 0 w 37440"/>
                <a:gd name="textAreaRight" fmla="*/ 38880 w 37440"/>
                <a:gd name="textAreaTop" fmla="*/ 0 h 34200"/>
                <a:gd name="textAreaBottom" fmla="*/ 35640 h 34200"/>
              </a:gdLst>
              <a:ahLst/>
              <a:cxnLst/>
              <a:rect l="textAreaLeft" t="textAreaTop" r="textAreaRight" b="textAreaBottom"/>
              <a:pathLst>
                <a:path w="435" h="398">
                  <a:moveTo>
                    <a:pt x="215" y="1"/>
                  </a:moveTo>
                  <a:cubicBezTo>
                    <a:pt x="132" y="1"/>
                    <a:pt x="43" y="65"/>
                    <a:pt x="23" y="165"/>
                  </a:cubicBezTo>
                  <a:cubicBezTo>
                    <a:pt x="1" y="256"/>
                    <a:pt x="69" y="370"/>
                    <a:pt x="160" y="393"/>
                  </a:cubicBezTo>
                  <a:cubicBezTo>
                    <a:pt x="175" y="396"/>
                    <a:pt x="190" y="397"/>
                    <a:pt x="204" y="397"/>
                  </a:cubicBezTo>
                  <a:cubicBezTo>
                    <a:pt x="298" y="397"/>
                    <a:pt x="372" y="335"/>
                    <a:pt x="411" y="256"/>
                  </a:cubicBezTo>
                  <a:cubicBezTo>
                    <a:pt x="434" y="142"/>
                    <a:pt x="366" y="51"/>
                    <a:pt x="252" y="5"/>
                  </a:cubicBezTo>
                  <a:cubicBezTo>
                    <a:pt x="240" y="2"/>
                    <a:pt x="228" y="1"/>
                    <a:pt x="215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7640" rIns="90000" bIns="176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70" name="Google Shape;1330;p8"/>
            <p:cNvSpPr/>
            <p:nvPr/>
          </p:nvSpPr>
          <p:spPr>
            <a:xfrm>
              <a:off x="5438520" y="3060000"/>
              <a:ext cx="25200" cy="23760"/>
            </a:xfrm>
            <a:custGeom>
              <a:avLst/>
              <a:gdLst>
                <a:gd name="textAreaLeft" fmla="*/ 0 w 25200"/>
                <a:gd name="textAreaRight" fmla="*/ 26640 w 25200"/>
                <a:gd name="textAreaTop" fmla="*/ 0 h 23760"/>
                <a:gd name="textAreaBottom" fmla="*/ 25200 h 23760"/>
              </a:gdLst>
              <a:ahLst/>
              <a:cxnLst/>
              <a:rect l="textAreaLeft" t="textAreaTop" r="textAreaRight" b="textAreaBottom"/>
              <a:pathLst>
                <a:path w="298" h="281">
                  <a:moveTo>
                    <a:pt x="147" y="0"/>
                  </a:moveTo>
                  <a:cubicBezTo>
                    <a:pt x="92" y="0"/>
                    <a:pt x="42" y="41"/>
                    <a:pt x="23" y="98"/>
                  </a:cubicBezTo>
                  <a:cubicBezTo>
                    <a:pt x="1" y="189"/>
                    <a:pt x="46" y="257"/>
                    <a:pt x="115" y="280"/>
                  </a:cubicBezTo>
                  <a:cubicBezTo>
                    <a:pt x="206" y="280"/>
                    <a:pt x="274" y="234"/>
                    <a:pt x="297" y="166"/>
                  </a:cubicBezTo>
                  <a:cubicBezTo>
                    <a:pt x="297" y="98"/>
                    <a:pt x="252" y="29"/>
                    <a:pt x="183" y="6"/>
                  </a:cubicBezTo>
                  <a:cubicBezTo>
                    <a:pt x="171" y="2"/>
                    <a:pt x="159" y="0"/>
                    <a:pt x="147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600" rIns="90000" bIns="126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71" name="Google Shape;1331;p8"/>
            <p:cNvSpPr/>
            <p:nvPr/>
          </p:nvSpPr>
          <p:spPr>
            <a:xfrm>
              <a:off x="5207040" y="2818080"/>
              <a:ext cx="29520" cy="26280"/>
            </a:xfrm>
            <a:custGeom>
              <a:avLst/>
              <a:gdLst>
                <a:gd name="textAreaLeft" fmla="*/ 0 w 29520"/>
                <a:gd name="textAreaRight" fmla="*/ 30960 w 29520"/>
                <a:gd name="textAreaTop" fmla="*/ 0 h 26280"/>
                <a:gd name="textAreaBottom" fmla="*/ 27720 h 26280"/>
              </a:gdLst>
              <a:ahLst/>
              <a:cxnLst/>
              <a:rect l="textAreaLeft" t="textAreaTop" r="textAreaRight" b="textAreaBottom"/>
              <a:pathLst>
                <a:path w="343" h="308">
                  <a:moveTo>
                    <a:pt x="177" y="0"/>
                  </a:moveTo>
                  <a:cubicBezTo>
                    <a:pt x="114" y="0"/>
                    <a:pt x="43" y="60"/>
                    <a:pt x="23" y="119"/>
                  </a:cubicBezTo>
                  <a:cubicBezTo>
                    <a:pt x="0" y="210"/>
                    <a:pt x="46" y="302"/>
                    <a:pt x="137" y="302"/>
                  </a:cubicBezTo>
                  <a:cubicBezTo>
                    <a:pt x="153" y="306"/>
                    <a:pt x="169" y="307"/>
                    <a:pt x="183" y="307"/>
                  </a:cubicBezTo>
                  <a:cubicBezTo>
                    <a:pt x="251" y="307"/>
                    <a:pt x="301" y="267"/>
                    <a:pt x="320" y="210"/>
                  </a:cubicBezTo>
                  <a:cubicBezTo>
                    <a:pt x="343" y="119"/>
                    <a:pt x="297" y="28"/>
                    <a:pt x="206" y="5"/>
                  </a:cubicBezTo>
                  <a:cubicBezTo>
                    <a:pt x="197" y="2"/>
                    <a:pt x="187" y="0"/>
                    <a:pt x="177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3680" rIns="90000" bIns="136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72" name="Google Shape;1332;p8"/>
            <p:cNvSpPr/>
            <p:nvPr/>
          </p:nvSpPr>
          <p:spPr>
            <a:xfrm>
              <a:off x="2888280" y="1339560"/>
              <a:ext cx="27360" cy="2592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25920"/>
                <a:gd name="textAreaBottom" fmla="*/ 27360 h 25920"/>
              </a:gdLst>
              <a:ahLst/>
              <a:cxnLst/>
              <a:rect l="textAreaLeft" t="textAreaTop" r="textAreaRight" b="textAreaBottom"/>
              <a:pathLst>
                <a:path w="320" h="303">
                  <a:moveTo>
                    <a:pt x="183" y="1"/>
                  </a:moveTo>
                  <a:cubicBezTo>
                    <a:pt x="114" y="1"/>
                    <a:pt x="46" y="47"/>
                    <a:pt x="23" y="115"/>
                  </a:cubicBezTo>
                  <a:cubicBezTo>
                    <a:pt x="0" y="184"/>
                    <a:pt x="46" y="275"/>
                    <a:pt x="114" y="298"/>
                  </a:cubicBezTo>
                  <a:cubicBezTo>
                    <a:pt x="126" y="301"/>
                    <a:pt x="138" y="302"/>
                    <a:pt x="150" y="302"/>
                  </a:cubicBezTo>
                  <a:cubicBezTo>
                    <a:pt x="223" y="302"/>
                    <a:pt x="277" y="243"/>
                    <a:pt x="297" y="184"/>
                  </a:cubicBezTo>
                  <a:cubicBezTo>
                    <a:pt x="320" y="115"/>
                    <a:pt x="274" y="24"/>
                    <a:pt x="183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3680" rIns="90000" bIns="136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73" name="Google Shape;1333;p8"/>
            <p:cNvSpPr/>
            <p:nvPr/>
          </p:nvSpPr>
          <p:spPr>
            <a:xfrm>
              <a:off x="3035520" y="3386880"/>
              <a:ext cx="39600" cy="35280"/>
            </a:xfrm>
            <a:custGeom>
              <a:avLst/>
              <a:gdLst>
                <a:gd name="textAreaLeft" fmla="*/ 0 w 39600"/>
                <a:gd name="textAreaRight" fmla="*/ 41040 w 39600"/>
                <a:gd name="textAreaTop" fmla="*/ 0 h 35280"/>
                <a:gd name="textAreaBottom" fmla="*/ 36720 h 35280"/>
              </a:gdLst>
              <a:ahLst/>
              <a:cxnLst/>
              <a:rect l="textAreaLeft" t="textAreaTop" r="textAreaRight" b="textAreaBottom"/>
              <a:pathLst>
                <a:path w="457" h="408">
                  <a:moveTo>
                    <a:pt x="202" y="1"/>
                  </a:moveTo>
                  <a:cubicBezTo>
                    <a:pt x="116" y="1"/>
                    <a:pt x="41" y="62"/>
                    <a:pt x="23" y="152"/>
                  </a:cubicBezTo>
                  <a:cubicBezTo>
                    <a:pt x="0" y="266"/>
                    <a:pt x="69" y="380"/>
                    <a:pt x="183" y="403"/>
                  </a:cubicBezTo>
                  <a:cubicBezTo>
                    <a:pt x="195" y="406"/>
                    <a:pt x="207" y="408"/>
                    <a:pt x="220" y="408"/>
                  </a:cubicBezTo>
                  <a:cubicBezTo>
                    <a:pt x="303" y="408"/>
                    <a:pt x="391" y="346"/>
                    <a:pt x="411" y="266"/>
                  </a:cubicBezTo>
                  <a:cubicBezTo>
                    <a:pt x="457" y="152"/>
                    <a:pt x="388" y="38"/>
                    <a:pt x="274" y="15"/>
                  </a:cubicBezTo>
                  <a:cubicBezTo>
                    <a:pt x="250" y="5"/>
                    <a:pt x="226" y="1"/>
                    <a:pt x="202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8360" rIns="90000" bIns="183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74" name="Google Shape;1334;p8"/>
            <p:cNvSpPr/>
            <p:nvPr/>
          </p:nvSpPr>
          <p:spPr>
            <a:xfrm>
              <a:off x="3053880" y="3338280"/>
              <a:ext cx="31320" cy="28440"/>
            </a:xfrm>
            <a:custGeom>
              <a:avLst/>
              <a:gdLst>
                <a:gd name="textAreaLeft" fmla="*/ 0 w 31320"/>
                <a:gd name="textAreaRight" fmla="*/ 32760 w 31320"/>
                <a:gd name="textAreaTop" fmla="*/ 0 h 28440"/>
                <a:gd name="textAreaBottom" fmla="*/ 29880 h 28440"/>
              </a:gdLst>
              <a:ahLst/>
              <a:cxnLst/>
              <a:rect l="textAreaLeft" t="textAreaTop" r="textAreaRight" b="textAreaBottom"/>
              <a:pathLst>
                <a:path w="367" h="332">
                  <a:moveTo>
                    <a:pt x="182" y="1"/>
                  </a:moveTo>
                  <a:cubicBezTo>
                    <a:pt x="109" y="1"/>
                    <a:pt x="43" y="45"/>
                    <a:pt x="24" y="121"/>
                  </a:cubicBezTo>
                  <a:cubicBezTo>
                    <a:pt x="1" y="212"/>
                    <a:pt x="47" y="303"/>
                    <a:pt x="138" y="326"/>
                  </a:cubicBezTo>
                  <a:cubicBezTo>
                    <a:pt x="154" y="330"/>
                    <a:pt x="169" y="332"/>
                    <a:pt x="184" y="332"/>
                  </a:cubicBezTo>
                  <a:cubicBezTo>
                    <a:pt x="258" y="332"/>
                    <a:pt x="324" y="288"/>
                    <a:pt x="343" y="212"/>
                  </a:cubicBezTo>
                  <a:cubicBezTo>
                    <a:pt x="366" y="121"/>
                    <a:pt x="320" y="29"/>
                    <a:pt x="229" y="6"/>
                  </a:cubicBezTo>
                  <a:cubicBezTo>
                    <a:pt x="213" y="3"/>
                    <a:pt x="198" y="1"/>
                    <a:pt x="182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4760" rIns="90000" bIns="147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75" name="Google Shape;1335;p8"/>
            <p:cNvSpPr/>
            <p:nvPr/>
          </p:nvSpPr>
          <p:spPr>
            <a:xfrm>
              <a:off x="3101040" y="3314520"/>
              <a:ext cx="25200" cy="23760"/>
            </a:xfrm>
            <a:custGeom>
              <a:avLst/>
              <a:gdLst>
                <a:gd name="textAreaLeft" fmla="*/ 0 w 25200"/>
                <a:gd name="textAreaRight" fmla="*/ 26640 w 25200"/>
                <a:gd name="textAreaTop" fmla="*/ 0 h 23760"/>
                <a:gd name="textAreaBottom" fmla="*/ 25200 h 23760"/>
              </a:gdLst>
              <a:ahLst/>
              <a:cxnLst/>
              <a:rect l="textAreaLeft" t="textAreaTop" r="textAreaRight" b="textAreaBottom"/>
              <a:pathLst>
                <a:path w="298" h="281">
                  <a:moveTo>
                    <a:pt x="183" y="1"/>
                  </a:moveTo>
                  <a:cubicBezTo>
                    <a:pt x="115" y="1"/>
                    <a:pt x="24" y="46"/>
                    <a:pt x="1" y="115"/>
                  </a:cubicBezTo>
                  <a:cubicBezTo>
                    <a:pt x="1" y="183"/>
                    <a:pt x="47" y="274"/>
                    <a:pt x="115" y="274"/>
                  </a:cubicBezTo>
                  <a:cubicBezTo>
                    <a:pt x="127" y="278"/>
                    <a:pt x="140" y="280"/>
                    <a:pt x="153" y="280"/>
                  </a:cubicBezTo>
                  <a:cubicBezTo>
                    <a:pt x="213" y="280"/>
                    <a:pt x="275" y="239"/>
                    <a:pt x="275" y="183"/>
                  </a:cubicBezTo>
                  <a:cubicBezTo>
                    <a:pt x="298" y="115"/>
                    <a:pt x="252" y="23"/>
                    <a:pt x="183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600" rIns="90000" bIns="126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76" name="Google Shape;1336;p8"/>
            <p:cNvSpPr/>
            <p:nvPr/>
          </p:nvSpPr>
          <p:spPr>
            <a:xfrm>
              <a:off x="3135960" y="3273480"/>
              <a:ext cx="27360" cy="2520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25200"/>
                <a:gd name="textAreaBottom" fmla="*/ 26640 h 25200"/>
              </a:gdLst>
              <a:ahLst/>
              <a:cxnLst/>
              <a:rect l="textAreaLeft" t="textAreaTop" r="textAreaRight" b="textAreaBottom"/>
              <a:pathLst>
                <a:path w="321" h="297">
                  <a:moveTo>
                    <a:pt x="184" y="0"/>
                  </a:moveTo>
                  <a:cubicBezTo>
                    <a:pt x="115" y="0"/>
                    <a:pt x="24" y="46"/>
                    <a:pt x="24" y="114"/>
                  </a:cubicBezTo>
                  <a:cubicBezTo>
                    <a:pt x="1" y="183"/>
                    <a:pt x="47" y="274"/>
                    <a:pt x="115" y="297"/>
                  </a:cubicBezTo>
                  <a:cubicBezTo>
                    <a:pt x="184" y="297"/>
                    <a:pt x="275" y="251"/>
                    <a:pt x="298" y="183"/>
                  </a:cubicBezTo>
                  <a:cubicBezTo>
                    <a:pt x="320" y="114"/>
                    <a:pt x="275" y="23"/>
                    <a:pt x="184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3320" rIns="90000" bIns="133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77" name="Google Shape;1337;p8"/>
            <p:cNvSpPr/>
            <p:nvPr/>
          </p:nvSpPr>
          <p:spPr>
            <a:xfrm>
              <a:off x="3848760" y="3860640"/>
              <a:ext cx="19080" cy="18360"/>
            </a:xfrm>
            <a:custGeom>
              <a:avLst/>
              <a:gdLst>
                <a:gd name="textAreaLeft" fmla="*/ 0 w 19080"/>
                <a:gd name="textAreaRight" fmla="*/ 20520 w 19080"/>
                <a:gd name="textAreaTop" fmla="*/ 0 h 18360"/>
                <a:gd name="textAreaBottom" fmla="*/ 19800 h 18360"/>
              </a:gdLst>
              <a:ahLst/>
              <a:cxnLst/>
              <a:rect l="textAreaLeft" t="textAreaTop" r="textAreaRight" b="textAreaBottom"/>
              <a:pathLst>
                <a:path w="229" h="219">
                  <a:moveTo>
                    <a:pt x="110" y="1"/>
                  </a:moveTo>
                  <a:cubicBezTo>
                    <a:pt x="69" y="1"/>
                    <a:pt x="23" y="38"/>
                    <a:pt x="23" y="75"/>
                  </a:cubicBezTo>
                  <a:cubicBezTo>
                    <a:pt x="0" y="144"/>
                    <a:pt x="46" y="189"/>
                    <a:pt x="91" y="212"/>
                  </a:cubicBezTo>
                  <a:cubicBezTo>
                    <a:pt x="100" y="217"/>
                    <a:pt x="109" y="218"/>
                    <a:pt x="118" y="218"/>
                  </a:cubicBezTo>
                  <a:cubicBezTo>
                    <a:pt x="160" y="218"/>
                    <a:pt x="206" y="181"/>
                    <a:pt x="206" y="144"/>
                  </a:cubicBezTo>
                  <a:cubicBezTo>
                    <a:pt x="228" y="75"/>
                    <a:pt x="206" y="30"/>
                    <a:pt x="137" y="7"/>
                  </a:cubicBezTo>
                  <a:cubicBezTo>
                    <a:pt x="129" y="3"/>
                    <a:pt x="120" y="1"/>
                    <a:pt x="110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720" rIns="90000" bIns="97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78" name="Google Shape;1338;p8"/>
            <p:cNvSpPr/>
            <p:nvPr/>
          </p:nvSpPr>
          <p:spPr>
            <a:xfrm>
              <a:off x="4614840" y="1882080"/>
              <a:ext cx="29520" cy="26280"/>
            </a:xfrm>
            <a:custGeom>
              <a:avLst/>
              <a:gdLst>
                <a:gd name="textAreaLeft" fmla="*/ 0 w 29520"/>
                <a:gd name="textAreaRight" fmla="*/ 30960 w 29520"/>
                <a:gd name="textAreaTop" fmla="*/ 0 h 26280"/>
                <a:gd name="textAreaBottom" fmla="*/ 27720 h 26280"/>
              </a:gdLst>
              <a:ahLst/>
              <a:cxnLst/>
              <a:rect l="textAreaLeft" t="textAreaTop" r="textAreaRight" b="textAreaBottom"/>
              <a:pathLst>
                <a:path w="344" h="308">
                  <a:moveTo>
                    <a:pt x="178" y="0"/>
                  </a:moveTo>
                  <a:cubicBezTo>
                    <a:pt x="114" y="0"/>
                    <a:pt x="43" y="60"/>
                    <a:pt x="24" y="119"/>
                  </a:cubicBezTo>
                  <a:cubicBezTo>
                    <a:pt x="1" y="210"/>
                    <a:pt x="46" y="301"/>
                    <a:pt x="138" y="301"/>
                  </a:cubicBezTo>
                  <a:cubicBezTo>
                    <a:pt x="154" y="305"/>
                    <a:pt x="169" y="307"/>
                    <a:pt x="184" y="307"/>
                  </a:cubicBezTo>
                  <a:cubicBezTo>
                    <a:pt x="252" y="307"/>
                    <a:pt x="302" y="266"/>
                    <a:pt x="320" y="210"/>
                  </a:cubicBezTo>
                  <a:cubicBezTo>
                    <a:pt x="343" y="119"/>
                    <a:pt x="297" y="28"/>
                    <a:pt x="206" y="5"/>
                  </a:cubicBezTo>
                  <a:cubicBezTo>
                    <a:pt x="197" y="2"/>
                    <a:pt x="187" y="0"/>
                    <a:pt x="178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3680" rIns="90000" bIns="136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79" name="Google Shape;1339;p8"/>
            <p:cNvSpPr/>
            <p:nvPr/>
          </p:nvSpPr>
          <p:spPr>
            <a:xfrm>
              <a:off x="4627080" y="1924920"/>
              <a:ext cx="23400" cy="20160"/>
            </a:xfrm>
            <a:custGeom>
              <a:avLst/>
              <a:gdLst>
                <a:gd name="textAreaLeft" fmla="*/ 0 w 23400"/>
                <a:gd name="textAreaRight" fmla="*/ 24840 w 23400"/>
                <a:gd name="textAreaTop" fmla="*/ 0 h 20160"/>
                <a:gd name="textAreaBottom" fmla="*/ 21600 h 20160"/>
              </a:gdLst>
              <a:ahLst/>
              <a:cxnLst/>
              <a:rect l="textAreaLeft" t="textAreaTop" r="textAreaRight" b="textAreaBottom"/>
              <a:pathLst>
                <a:path w="275" h="241">
                  <a:moveTo>
                    <a:pt x="147" y="0"/>
                  </a:moveTo>
                  <a:cubicBezTo>
                    <a:pt x="92" y="0"/>
                    <a:pt x="42" y="41"/>
                    <a:pt x="24" y="97"/>
                  </a:cubicBezTo>
                  <a:cubicBezTo>
                    <a:pt x="1" y="166"/>
                    <a:pt x="46" y="234"/>
                    <a:pt x="115" y="234"/>
                  </a:cubicBezTo>
                  <a:cubicBezTo>
                    <a:pt x="127" y="238"/>
                    <a:pt x="139" y="240"/>
                    <a:pt x="151" y="240"/>
                  </a:cubicBezTo>
                  <a:cubicBezTo>
                    <a:pt x="205" y="240"/>
                    <a:pt x="252" y="199"/>
                    <a:pt x="252" y="143"/>
                  </a:cubicBezTo>
                  <a:cubicBezTo>
                    <a:pt x="275" y="97"/>
                    <a:pt x="229" y="29"/>
                    <a:pt x="183" y="6"/>
                  </a:cubicBezTo>
                  <a:cubicBezTo>
                    <a:pt x="171" y="2"/>
                    <a:pt x="159" y="0"/>
                    <a:pt x="147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0" rIns="90000" bIns="108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80" name="Google Shape;1340;p8"/>
            <p:cNvSpPr/>
            <p:nvPr/>
          </p:nvSpPr>
          <p:spPr>
            <a:xfrm>
              <a:off x="4428360" y="2006280"/>
              <a:ext cx="39600" cy="35280"/>
            </a:xfrm>
            <a:custGeom>
              <a:avLst/>
              <a:gdLst>
                <a:gd name="textAreaLeft" fmla="*/ 0 w 39600"/>
                <a:gd name="textAreaRight" fmla="*/ 41040 w 39600"/>
                <a:gd name="textAreaTop" fmla="*/ 0 h 35280"/>
                <a:gd name="textAreaBottom" fmla="*/ 36720 h 35280"/>
              </a:gdLst>
              <a:ahLst/>
              <a:cxnLst/>
              <a:rect l="textAreaLeft" t="textAreaTop" r="textAreaRight" b="textAreaBottom"/>
              <a:pathLst>
                <a:path w="458" h="408">
                  <a:moveTo>
                    <a:pt x="214" y="1"/>
                  </a:moveTo>
                  <a:cubicBezTo>
                    <a:pt x="138" y="1"/>
                    <a:pt x="59" y="62"/>
                    <a:pt x="23" y="152"/>
                  </a:cubicBezTo>
                  <a:cubicBezTo>
                    <a:pt x="1" y="266"/>
                    <a:pt x="69" y="380"/>
                    <a:pt x="183" y="403"/>
                  </a:cubicBezTo>
                  <a:cubicBezTo>
                    <a:pt x="198" y="406"/>
                    <a:pt x="213" y="407"/>
                    <a:pt x="228" y="407"/>
                  </a:cubicBezTo>
                  <a:cubicBezTo>
                    <a:pt x="326" y="407"/>
                    <a:pt x="415" y="345"/>
                    <a:pt x="434" y="266"/>
                  </a:cubicBezTo>
                  <a:cubicBezTo>
                    <a:pt x="457" y="152"/>
                    <a:pt x="389" y="38"/>
                    <a:pt x="275" y="15"/>
                  </a:cubicBezTo>
                  <a:cubicBezTo>
                    <a:pt x="255" y="5"/>
                    <a:pt x="235" y="1"/>
                    <a:pt x="214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8360" rIns="90000" bIns="183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81" name="Google Shape;1341;p8"/>
            <p:cNvSpPr/>
            <p:nvPr/>
          </p:nvSpPr>
          <p:spPr>
            <a:xfrm>
              <a:off x="4533120" y="1935720"/>
              <a:ext cx="19080" cy="19080"/>
            </a:xfrm>
            <a:custGeom>
              <a:avLst/>
              <a:gdLst>
                <a:gd name="textAreaLeft" fmla="*/ 0 w 19080"/>
                <a:gd name="textAreaRight" fmla="*/ 20520 w 19080"/>
                <a:gd name="textAreaTop" fmla="*/ 0 h 19080"/>
                <a:gd name="textAreaBottom" fmla="*/ 20520 h 19080"/>
              </a:gdLst>
              <a:ahLst/>
              <a:cxnLst/>
              <a:rect l="textAreaLeft" t="textAreaTop" r="textAreaRight" b="textAreaBottom"/>
              <a:pathLst>
                <a:path w="229" h="229">
                  <a:moveTo>
                    <a:pt x="138" y="0"/>
                  </a:moveTo>
                  <a:cubicBezTo>
                    <a:pt x="69" y="0"/>
                    <a:pt x="24" y="23"/>
                    <a:pt x="1" y="91"/>
                  </a:cubicBezTo>
                  <a:cubicBezTo>
                    <a:pt x="1" y="137"/>
                    <a:pt x="24" y="206"/>
                    <a:pt x="92" y="228"/>
                  </a:cubicBezTo>
                  <a:cubicBezTo>
                    <a:pt x="138" y="228"/>
                    <a:pt x="206" y="206"/>
                    <a:pt x="206" y="137"/>
                  </a:cubicBezTo>
                  <a:cubicBezTo>
                    <a:pt x="229" y="91"/>
                    <a:pt x="206" y="23"/>
                    <a:pt x="138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080" rIns="9000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82" name="Google Shape;1342;p8"/>
            <p:cNvSpPr/>
            <p:nvPr/>
          </p:nvSpPr>
          <p:spPr>
            <a:xfrm>
              <a:off x="6835320" y="2496600"/>
              <a:ext cx="25200" cy="22320"/>
            </a:xfrm>
            <a:custGeom>
              <a:avLst/>
              <a:gdLst>
                <a:gd name="textAreaLeft" fmla="*/ 0 w 25200"/>
                <a:gd name="textAreaRight" fmla="*/ 26640 w 25200"/>
                <a:gd name="textAreaTop" fmla="*/ 0 h 22320"/>
                <a:gd name="textAreaBottom" fmla="*/ 23760 h 22320"/>
              </a:gdLst>
              <a:ahLst/>
              <a:cxnLst/>
              <a:rect l="textAreaLeft" t="textAreaTop" r="textAreaRight" b="textAreaBottom"/>
              <a:pathLst>
                <a:path w="298" h="264">
                  <a:moveTo>
                    <a:pt x="145" y="0"/>
                  </a:moveTo>
                  <a:cubicBezTo>
                    <a:pt x="85" y="0"/>
                    <a:pt x="23" y="41"/>
                    <a:pt x="23" y="98"/>
                  </a:cubicBezTo>
                  <a:cubicBezTo>
                    <a:pt x="0" y="166"/>
                    <a:pt x="46" y="257"/>
                    <a:pt x="115" y="257"/>
                  </a:cubicBezTo>
                  <a:cubicBezTo>
                    <a:pt x="127" y="261"/>
                    <a:pt x="140" y="263"/>
                    <a:pt x="152" y="263"/>
                  </a:cubicBezTo>
                  <a:cubicBezTo>
                    <a:pt x="212" y="263"/>
                    <a:pt x="274" y="222"/>
                    <a:pt x="274" y="166"/>
                  </a:cubicBezTo>
                  <a:cubicBezTo>
                    <a:pt x="297" y="98"/>
                    <a:pt x="251" y="6"/>
                    <a:pt x="183" y="6"/>
                  </a:cubicBezTo>
                  <a:cubicBezTo>
                    <a:pt x="171" y="2"/>
                    <a:pt x="158" y="0"/>
                    <a:pt x="145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880" rIns="90000" bIns="118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83" name="Google Shape;1343;p8"/>
            <p:cNvSpPr/>
            <p:nvPr/>
          </p:nvSpPr>
          <p:spPr>
            <a:xfrm>
              <a:off x="6915240" y="2381760"/>
              <a:ext cx="21240" cy="19800"/>
            </a:xfrm>
            <a:custGeom>
              <a:avLst/>
              <a:gdLst>
                <a:gd name="textAreaLeft" fmla="*/ 0 w 21240"/>
                <a:gd name="textAreaRight" fmla="*/ 22680 w 21240"/>
                <a:gd name="textAreaTop" fmla="*/ 0 h 19800"/>
                <a:gd name="textAreaBottom" fmla="*/ 21240 h 19800"/>
              </a:gdLst>
              <a:ahLst/>
              <a:cxnLst/>
              <a:rect l="textAreaLeft" t="textAreaTop" r="textAreaRight" b="textAreaBottom"/>
              <a:pathLst>
                <a:path w="252" h="236">
                  <a:moveTo>
                    <a:pt x="123" y="1"/>
                  </a:moveTo>
                  <a:cubicBezTo>
                    <a:pt x="69" y="1"/>
                    <a:pt x="23" y="38"/>
                    <a:pt x="23" y="76"/>
                  </a:cubicBezTo>
                  <a:cubicBezTo>
                    <a:pt x="1" y="144"/>
                    <a:pt x="46" y="212"/>
                    <a:pt x="92" y="235"/>
                  </a:cubicBezTo>
                  <a:cubicBezTo>
                    <a:pt x="160" y="235"/>
                    <a:pt x="229" y="212"/>
                    <a:pt x="252" y="144"/>
                  </a:cubicBezTo>
                  <a:cubicBezTo>
                    <a:pt x="252" y="76"/>
                    <a:pt x="229" y="7"/>
                    <a:pt x="160" y="7"/>
                  </a:cubicBezTo>
                  <a:cubicBezTo>
                    <a:pt x="148" y="3"/>
                    <a:pt x="135" y="1"/>
                    <a:pt x="123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440" rIns="90000" bIns="10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84" name="Google Shape;1344;p8"/>
            <p:cNvSpPr/>
            <p:nvPr/>
          </p:nvSpPr>
          <p:spPr>
            <a:xfrm>
              <a:off x="2605320" y="4926960"/>
              <a:ext cx="27360" cy="2376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23760"/>
                <a:gd name="textAreaBottom" fmla="*/ 25200 h 23760"/>
              </a:gdLst>
              <a:ahLst/>
              <a:cxnLst/>
              <a:rect l="textAreaLeft" t="textAreaTop" r="textAreaRight" b="textAreaBottom"/>
              <a:pathLst>
                <a:path w="320" h="279">
                  <a:moveTo>
                    <a:pt x="149" y="0"/>
                  </a:moveTo>
                  <a:cubicBezTo>
                    <a:pt x="101" y="0"/>
                    <a:pt x="56" y="38"/>
                    <a:pt x="23" y="87"/>
                  </a:cubicBezTo>
                  <a:cubicBezTo>
                    <a:pt x="0" y="156"/>
                    <a:pt x="23" y="224"/>
                    <a:pt x="91" y="270"/>
                  </a:cubicBezTo>
                  <a:cubicBezTo>
                    <a:pt x="109" y="276"/>
                    <a:pt x="127" y="278"/>
                    <a:pt x="146" y="278"/>
                  </a:cubicBezTo>
                  <a:cubicBezTo>
                    <a:pt x="201" y="278"/>
                    <a:pt x="257" y="253"/>
                    <a:pt x="274" y="201"/>
                  </a:cubicBezTo>
                  <a:cubicBezTo>
                    <a:pt x="320" y="133"/>
                    <a:pt x="274" y="42"/>
                    <a:pt x="206" y="19"/>
                  </a:cubicBezTo>
                  <a:cubicBezTo>
                    <a:pt x="186" y="6"/>
                    <a:pt x="167" y="0"/>
                    <a:pt x="149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600" rIns="90000" bIns="126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85" name="Google Shape;1345;p8"/>
            <p:cNvSpPr/>
            <p:nvPr/>
          </p:nvSpPr>
          <p:spPr>
            <a:xfrm>
              <a:off x="3385800" y="4821120"/>
              <a:ext cx="41760" cy="36000"/>
            </a:xfrm>
            <a:custGeom>
              <a:avLst/>
              <a:gdLst>
                <a:gd name="textAreaLeft" fmla="*/ 0 w 41760"/>
                <a:gd name="textAreaRight" fmla="*/ 43200 w 41760"/>
                <a:gd name="textAreaTop" fmla="*/ 0 h 36000"/>
                <a:gd name="textAreaBottom" fmla="*/ 37440 h 36000"/>
              </a:gdLst>
              <a:ahLst/>
              <a:cxnLst/>
              <a:rect l="textAreaLeft" t="textAreaTop" r="textAreaRight" b="textAreaBottom"/>
              <a:pathLst>
                <a:path w="480" h="416">
                  <a:moveTo>
                    <a:pt x="228" y="1"/>
                  </a:moveTo>
                  <a:cubicBezTo>
                    <a:pt x="160" y="1"/>
                    <a:pt x="93" y="47"/>
                    <a:pt x="46" y="124"/>
                  </a:cubicBezTo>
                  <a:cubicBezTo>
                    <a:pt x="1" y="215"/>
                    <a:pt x="46" y="352"/>
                    <a:pt x="160" y="398"/>
                  </a:cubicBezTo>
                  <a:cubicBezTo>
                    <a:pt x="185" y="410"/>
                    <a:pt x="211" y="416"/>
                    <a:pt x="237" y="416"/>
                  </a:cubicBezTo>
                  <a:cubicBezTo>
                    <a:pt x="310" y="416"/>
                    <a:pt x="384" y="374"/>
                    <a:pt x="434" y="307"/>
                  </a:cubicBezTo>
                  <a:cubicBezTo>
                    <a:pt x="480" y="193"/>
                    <a:pt x="434" y="78"/>
                    <a:pt x="320" y="33"/>
                  </a:cubicBezTo>
                  <a:cubicBezTo>
                    <a:pt x="291" y="11"/>
                    <a:pt x="259" y="1"/>
                    <a:pt x="228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8720" rIns="90000" bIns="187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86" name="Google Shape;1346;p8"/>
            <p:cNvSpPr/>
            <p:nvPr/>
          </p:nvSpPr>
          <p:spPr>
            <a:xfrm>
              <a:off x="3721680" y="5371560"/>
              <a:ext cx="33480" cy="2988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29880"/>
                <a:gd name="textAreaBottom" fmla="*/ 31320 h 29880"/>
              </a:gdLst>
              <a:ahLst/>
              <a:cxnLst/>
              <a:rect l="textAreaLeft" t="textAreaTop" r="textAreaRight" b="textAreaBottom"/>
              <a:pathLst>
                <a:path w="389" h="347">
                  <a:moveTo>
                    <a:pt x="195" y="1"/>
                  </a:moveTo>
                  <a:cubicBezTo>
                    <a:pt x="125" y="1"/>
                    <a:pt x="57" y="38"/>
                    <a:pt x="24" y="87"/>
                  </a:cubicBezTo>
                  <a:cubicBezTo>
                    <a:pt x="1" y="179"/>
                    <a:pt x="24" y="293"/>
                    <a:pt x="115" y="338"/>
                  </a:cubicBezTo>
                  <a:cubicBezTo>
                    <a:pt x="137" y="344"/>
                    <a:pt x="158" y="347"/>
                    <a:pt x="179" y="347"/>
                  </a:cubicBezTo>
                  <a:cubicBezTo>
                    <a:pt x="247" y="347"/>
                    <a:pt x="308" y="317"/>
                    <a:pt x="343" y="247"/>
                  </a:cubicBezTo>
                  <a:cubicBezTo>
                    <a:pt x="389" y="156"/>
                    <a:pt x="343" y="65"/>
                    <a:pt x="275" y="19"/>
                  </a:cubicBezTo>
                  <a:cubicBezTo>
                    <a:pt x="249" y="6"/>
                    <a:pt x="222" y="1"/>
                    <a:pt x="195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480" rIns="90000" bIns="154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87" name="Google Shape;1347;p8"/>
            <p:cNvSpPr/>
            <p:nvPr/>
          </p:nvSpPr>
          <p:spPr>
            <a:xfrm>
              <a:off x="3744360" y="5320080"/>
              <a:ext cx="37440" cy="32400"/>
            </a:xfrm>
            <a:custGeom>
              <a:avLst/>
              <a:gdLst>
                <a:gd name="textAreaLeft" fmla="*/ 0 w 37440"/>
                <a:gd name="textAreaRight" fmla="*/ 38880 w 37440"/>
                <a:gd name="textAreaTop" fmla="*/ 0 h 32400"/>
                <a:gd name="textAreaBottom" fmla="*/ 33840 h 32400"/>
              </a:gdLst>
              <a:ahLst/>
              <a:cxnLst/>
              <a:rect l="textAreaLeft" t="textAreaTop" r="textAreaRight" b="textAreaBottom"/>
              <a:pathLst>
                <a:path w="434" h="379">
                  <a:moveTo>
                    <a:pt x="220" y="0"/>
                  </a:moveTo>
                  <a:cubicBezTo>
                    <a:pt x="149" y="0"/>
                    <a:pt x="79" y="43"/>
                    <a:pt x="46" y="110"/>
                  </a:cubicBezTo>
                  <a:cubicBezTo>
                    <a:pt x="0" y="201"/>
                    <a:pt x="23" y="315"/>
                    <a:pt x="137" y="361"/>
                  </a:cubicBezTo>
                  <a:cubicBezTo>
                    <a:pt x="161" y="373"/>
                    <a:pt x="188" y="379"/>
                    <a:pt x="214" y="379"/>
                  </a:cubicBezTo>
                  <a:cubicBezTo>
                    <a:pt x="285" y="379"/>
                    <a:pt x="355" y="336"/>
                    <a:pt x="388" y="269"/>
                  </a:cubicBezTo>
                  <a:cubicBezTo>
                    <a:pt x="434" y="178"/>
                    <a:pt x="388" y="64"/>
                    <a:pt x="297" y="18"/>
                  </a:cubicBezTo>
                  <a:cubicBezTo>
                    <a:pt x="272" y="6"/>
                    <a:pt x="246" y="0"/>
                    <a:pt x="220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6920" rIns="90000" bIns="169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88" name="Google Shape;1348;p8"/>
            <p:cNvSpPr/>
            <p:nvPr/>
          </p:nvSpPr>
          <p:spPr>
            <a:xfrm>
              <a:off x="3795480" y="5357160"/>
              <a:ext cx="31320" cy="27000"/>
            </a:xfrm>
            <a:custGeom>
              <a:avLst/>
              <a:gdLst>
                <a:gd name="textAreaLeft" fmla="*/ 0 w 31320"/>
                <a:gd name="textAreaRight" fmla="*/ 32760 w 31320"/>
                <a:gd name="textAreaTop" fmla="*/ 0 h 27000"/>
                <a:gd name="textAreaBottom" fmla="*/ 28440 h 27000"/>
              </a:gdLst>
              <a:ahLst/>
              <a:cxnLst/>
              <a:rect l="textAreaLeft" t="textAreaTop" r="textAreaRight" b="textAreaBottom"/>
              <a:pathLst>
                <a:path w="366" h="316">
                  <a:moveTo>
                    <a:pt x="176" y="1"/>
                  </a:moveTo>
                  <a:cubicBezTo>
                    <a:pt x="113" y="1"/>
                    <a:pt x="56" y="38"/>
                    <a:pt x="23" y="88"/>
                  </a:cubicBezTo>
                  <a:cubicBezTo>
                    <a:pt x="1" y="179"/>
                    <a:pt x="23" y="270"/>
                    <a:pt x="115" y="293"/>
                  </a:cubicBezTo>
                  <a:cubicBezTo>
                    <a:pt x="138" y="308"/>
                    <a:pt x="163" y="316"/>
                    <a:pt x="188" y="316"/>
                  </a:cubicBezTo>
                  <a:cubicBezTo>
                    <a:pt x="239" y="316"/>
                    <a:pt x="290" y="285"/>
                    <a:pt x="320" y="225"/>
                  </a:cubicBezTo>
                  <a:cubicBezTo>
                    <a:pt x="366" y="156"/>
                    <a:pt x="320" y="65"/>
                    <a:pt x="252" y="19"/>
                  </a:cubicBezTo>
                  <a:cubicBezTo>
                    <a:pt x="226" y="6"/>
                    <a:pt x="201" y="1"/>
                    <a:pt x="176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4040" rIns="90000" bIns="140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89" name="Google Shape;1349;p8"/>
            <p:cNvSpPr/>
            <p:nvPr/>
          </p:nvSpPr>
          <p:spPr>
            <a:xfrm>
              <a:off x="5653440" y="5213880"/>
              <a:ext cx="33480" cy="2988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29880"/>
                <a:gd name="textAreaBottom" fmla="*/ 31320 h 29880"/>
              </a:gdLst>
              <a:ahLst/>
              <a:cxnLst/>
              <a:rect l="textAreaLeft" t="textAreaTop" r="textAreaRight" b="textAreaBottom"/>
              <a:pathLst>
                <a:path w="389" h="347">
                  <a:moveTo>
                    <a:pt x="199" y="0"/>
                  </a:moveTo>
                  <a:cubicBezTo>
                    <a:pt x="135" y="0"/>
                    <a:pt x="79" y="38"/>
                    <a:pt x="46" y="87"/>
                  </a:cubicBezTo>
                  <a:cubicBezTo>
                    <a:pt x="0" y="178"/>
                    <a:pt x="46" y="292"/>
                    <a:pt x="114" y="338"/>
                  </a:cubicBezTo>
                  <a:cubicBezTo>
                    <a:pt x="136" y="343"/>
                    <a:pt x="159" y="346"/>
                    <a:pt x="181" y="346"/>
                  </a:cubicBezTo>
                  <a:cubicBezTo>
                    <a:pt x="254" y="346"/>
                    <a:pt x="325" y="316"/>
                    <a:pt x="343" y="247"/>
                  </a:cubicBezTo>
                  <a:cubicBezTo>
                    <a:pt x="388" y="155"/>
                    <a:pt x="365" y="64"/>
                    <a:pt x="274" y="18"/>
                  </a:cubicBezTo>
                  <a:cubicBezTo>
                    <a:pt x="249" y="6"/>
                    <a:pt x="223" y="0"/>
                    <a:pt x="199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480" rIns="90000" bIns="154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90" name="Google Shape;1350;p8"/>
            <p:cNvSpPr/>
            <p:nvPr/>
          </p:nvSpPr>
          <p:spPr>
            <a:xfrm>
              <a:off x="3072600" y="4354200"/>
              <a:ext cx="25200" cy="20520"/>
            </a:xfrm>
            <a:custGeom>
              <a:avLst/>
              <a:gdLst>
                <a:gd name="textAreaLeft" fmla="*/ 0 w 25200"/>
                <a:gd name="textAreaRight" fmla="*/ 26640 w 25200"/>
                <a:gd name="textAreaTop" fmla="*/ 0 h 20520"/>
                <a:gd name="textAreaBottom" fmla="*/ 21960 h 20520"/>
              </a:gdLst>
              <a:ahLst/>
              <a:cxnLst/>
              <a:rect l="textAreaLeft" t="textAreaTop" r="textAreaRight" b="textAreaBottom"/>
              <a:pathLst>
                <a:path w="298" h="246">
                  <a:moveTo>
                    <a:pt x="155" y="0"/>
                  </a:moveTo>
                  <a:cubicBezTo>
                    <a:pt x="106" y="0"/>
                    <a:pt x="63" y="26"/>
                    <a:pt x="46" y="77"/>
                  </a:cubicBezTo>
                  <a:cubicBezTo>
                    <a:pt x="0" y="123"/>
                    <a:pt x="23" y="191"/>
                    <a:pt x="92" y="237"/>
                  </a:cubicBezTo>
                  <a:cubicBezTo>
                    <a:pt x="109" y="243"/>
                    <a:pt x="126" y="246"/>
                    <a:pt x="142" y="246"/>
                  </a:cubicBezTo>
                  <a:cubicBezTo>
                    <a:pt x="191" y="246"/>
                    <a:pt x="234" y="220"/>
                    <a:pt x="251" y="169"/>
                  </a:cubicBezTo>
                  <a:cubicBezTo>
                    <a:pt x="297" y="123"/>
                    <a:pt x="251" y="32"/>
                    <a:pt x="206" y="9"/>
                  </a:cubicBezTo>
                  <a:cubicBezTo>
                    <a:pt x="189" y="3"/>
                    <a:pt x="172" y="0"/>
                    <a:pt x="155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0" rIns="90000" bIns="108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91" name="Google Shape;1351;p8"/>
            <p:cNvSpPr/>
            <p:nvPr/>
          </p:nvSpPr>
          <p:spPr>
            <a:xfrm>
              <a:off x="2177280" y="4764960"/>
              <a:ext cx="27360" cy="2376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23760"/>
                <a:gd name="textAreaBottom" fmla="*/ 25200 h 23760"/>
              </a:gdLst>
              <a:ahLst/>
              <a:cxnLst/>
              <a:rect l="textAreaLeft" t="textAreaTop" r="textAreaRight" b="textAreaBottom"/>
              <a:pathLst>
                <a:path w="321" h="279">
                  <a:moveTo>
                    <a:pt x="168" y="0"/>
                  </a:moveTo>
                  <a:cubicBezTo>
                    <a:pt x="115" y="0"/>
                    <a:pt x="63" y="38"/>
                    <a:pt x="46" y="87"/>
                  </a:cubicBezTo>
                  <a:cubicBezTo>
                    <a:pt x="1" y="156"/>
                    <a:pt x="23" y="224"/>
                    <a:pt x="92" y="270"/>
                  </a:cubicBezTo>
                  <a:cubicBezTo>
                    <a:pt x="109" y="275"/>
                    <a:pt x="128" y="278"/>
                    <a:pt x="146" y="278"/>
                  </a:cubicBezTo>
                  <a:cubicBezTo>
                    <a:pt x="202" y="278"/>
                    <a:pt x="257" y="253"/>
                    <a:pt x="275" y="201"/>
                  </a:cubicBezTo>
                  <a:cubicBezTo>
                    <a:pt x="320" y="133"/>
                    <a:pt x="297" y="41"/>
                    <a:pt x="229" y="19"/>
                  </a:cubicBezTo>
                  <a:cubicBezTo>
                    <a:pt x="210" y="6"/>
                    <a:pt x="189" y="0"/>
                    <a:pt x="168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600" rIns="90000" bIns="126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92" name="Google Shape;1352;p8"/>
            <p:cNvSpPr/>
            <p:nvPr/>
          </p:nvSpPr>
          <p:spPr>
            <a:xfrm>
              <a:off x="2574720" y="4158720"/>
              <a:ext cx="39600" cy="34560"/>
            </a:xfrm>
            <a:custGeom>
              <a:avLst/>
              <a:gdLst>
                <a:gd name="textAreaLeft" fmla="*/ 0 w 39600"/>
                <a:gd name="textAreaRight" fmla="*/ 41040 w 39600"/>
                <a:gd name="textAreaTop" fmla="*/ 0 h 34560"/>
                <a:gd name="textAreaBottom" fmla="*/ 36000 h 34560"/>
              </a:gdLst>
              <a:ahLst/>
              <a:cxnLst/>
              <a:rect l="textAreaLeft" t="textAreaTop" r="textAreaRight" b="textAreaBottom"/>
              <a:pathLst>
                <a:path w="458" h="402">
                  <a:moveTo>
                    <a:pt x="240" y="0"/>
                  </a:moveTo>
                  <a:cubicBezTo>
                    <a:pt x="162" y="0"/>
                    <a:pt x="80" y="43"/>
                    <a:pt x="46" y="110"/>
                  </a:cubicBezTo>
                  <a:cubicBezTo>
                    <a:pt x="1" y="201"/>
                    <a:pt x="46" y="338"/>
                    <a:pt x="138" y="384"/>
                  </a:cubicBezTo>
                  <a:cubicBezTo>
                    <a:pt x="168" y="396"/>
                    <a:pt x="199" y="401"/>
                    <a:pt x="228" y="401"/>
                  </a:cubicBezTo>
                  <a:cubicBezTo>
                    <a:pt x="308" y="401"/>
                    <a:pt x="378" y="359"/>
                    <a:pt x="412" y="292"/>
                  </a:cubicBezTo>
                  <a:cubicBezTo>
                    <a:pt x="457" y="178"/>
                    <a:pt x="412" y="64"/>
                    <a:pt x="320" y="18"/>
                  </a:cubicBezTo>
                  <a:cubicBezTo>
                    <a:pt x="296" y="6"/>
                    <a:pt x="268" y="0"/>
                    <a:pt x="240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8000" rIns="90000" bIns="180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93" name="Google Shape;1353;p8"/>
            <p:cNvSpPr/>
            <p:nvPr/>
          </p:nvSpPr>
          <p:spPr>
            <a:xfrm>
              <a:off x="2338920" y="5010840"/>
              <a:ext cx="35640" cy="30600"/>
            </a:xfrm>
            <a:custGeom>
              <a:avLst/>
              <a:gdLst>
                <a:gd name="textAreaLeft" fmla="*/ 0 w 35640"/>
                <a:gd name="textAreaRight" fmla="*/ 37080 w 35640"/>
                <a:gd name="textAreaTop" fmla="*/ 0 h 30600"/>
                <a:gd name="textAreaBottom" fmla="*/ 32040 h 30600"/>
              </a:gdLst>
              <a:ahLst/>
              <a:cxnLst/>
              <a:rect l="textAreaLeft" t="textAreaTop" r="textAreaRight" b="textAreaBottom"/>
              <a:pathLst>
                <a:path w="412" h="357">
                  <a:moveTo>
                    <a:pt x="221" y="1"/>
                  </a:moveTo>
                  <a:cubicBezTo>
                    <a:pt x="150" y="1"/>
                    <a:pt x="80" y="43"/>
                    <a:pt x="47" y="110"/>
                  </a:cubicBezTo>
                  <a:cubicBezTo>
                    <a:pt x="1" y="178"/>
                    <a:pt x="47" y="293"/>
                    <a:pt x="138" y="338"/>
                  </a:cubicBezTo>
                  <a:cubicBezTo>
                    <a:pt x="162" y="350"/>
                    <a:pt x="188" y="356"/>
                    <a:pt x="214" y="356"/>
                  </a:cubicBezTo>
                  <a:cubicBezTo>
                    <a:pt x="284" y="356"/>
                    <a:pt x="349" y="314"/>
                    <a:pt x="366" y="247"/>
                  </a:cubicBezTo>
                  <a:cubicBezTo>
                    <a:pt x="412" y="178"/>
                    <a:pt x="389" y="64"/>
                    <a:pt x="298" y="19"/>
                  </a:cubicBezTo>
                  <a:cubicBezTo>
                    <a:pt x="273" y="6"/>
                    <a:pt x="247" y="1"/>
                    <a:pt x="221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840" rIns="90000" bIns="158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94" name="Google Shape;1354;p8"/>
            <p:cNvSpPr/>
            <p:nvPr/>
          </p:nvSpPr>
          <p:spPr>
            <a:xfrm>
              <a:off x="2353320" y="4840920"/>
              <a:ext cx="39600" cy="34560"/>
            </a:xfrm>
            <a:custGeom>
              <a:avLst/>
              <a:gdLst>
                <a:gd name="textAreaLeft" fmla="*/ 0 w 39600"/>
                <a:gd name="textAreaRight" fmla="*/ 41040 w 39600"/>
                <a:gd name="textAreaTop" fmla="*/ 0 h 34560"/>
                <a:gd name="textAreaBottom" fmla="*/ 36000 h 34560"/>
              </a:gdLst>
              <a:ahLst/>
              <a:cxnLst/>
              <a:rect l="textAreaLeft" t="textAreaTop" r="textAreaRight" b="textAreaBottom"/>
              <a:pathLst>
                <a:path w="458" h="402">
                  <a:moveTo>
                    <a:pt x="230" y="0"/>
                  </a:moveTo>
                  <a:cubicBezTo>
                    <a:pt x="150" y="0"/>
                    <a:pt x="80" y="43"/>
                    <a:pt x="46" y="109"/>
                  </a:cubicBezTo>
                  <a:cubicBezTo>
                    <a:pt x="1" y="201"/>
                    <a:pt x="46" y="338"/>
                    <a:pt x="138" y="383"/>
                  </a:cubicBezTo>
                  <a:cubicBezTo>
                    <a:pt x="162" y="396"/>
                    <a:pt x="190" y="401"/>
                    <a:pt x="218" y="401"/>
                  </a:cubicBezTo>
                  <a:cubicBezTo>
                    <a:pt x="296" y="401"/>
                    <a:pt x="378" y="359"/>
                    <a:pt x="411" y="292"/>
                  </a:cubicBezTo>
                  <a:cubicBezTo>
                    <a:pt x="457" y="178"/>
                    <a:pt x="411" y="64"/>
                    <a:pt x="320" y="18"/>
                  </a:cubicBezTo>
                  <a:cubicBezTo>
                    <a:pt x="290" y="6"/>
                    <a:pt x="259" y="0"/>
                    <a:pt x="230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8000" rIns="90000" bIns="180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95" name="Google Shape;1355;p8"/>
            <p:cNvSpPr/>
            <p:nvPr/>
          </p:nvSpPr>
          <p:spPr>
            <a:xfrm>
              <a:off x="2675160" y="4635720"/>
              <a:ext cx="33480" cy="2952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29520"/>
                <a:gd name="textAreaBottom" fmla="*/ 30960 h 29520"/>
              </a:gdLst>
              <a:ahLst/>
              <a:cxnLst/>
              <a:rect l="textAreaLeft" t="textAreaTop" r="textAreaRight" b="textAreaBottom"/>
              <a:pathLst>
                <a:path w="389" h="344">
                  <a:moveTo>
                    <a:pt x="172" y="1"/>
                  </a:moveTo>
                  <a:cubicBezTo>
                    <a:pt x="114" y="1"/>
                    <a:pt x="53" y="31"/>
                    <a:pt x="23" y="92"/>
                  </a:cubicBezTo>
                  <a:cubicBezTo>
                    <a:pt x="0" y="183"/>
                    <a:pt x="23" y="298"/>
                    <a:pt x="114" y="320"/>
                  </a:cubicBezTo>
                  <a:cubicBezTo>
                    <a:pt x="145" y="336"/>
                    <a:pt x="175" y="343"/>
                    <a:pt x="204" y="343"/>
                  </a:cubicBezTo>
                  <a:cubicBezTo>
                    <a:pt x="261" y="343"/>
                    <a:pt x="312" y="313"/>
                    <a:pt x="343" y="252"/>
                  </a:cubicBezTo>
                  <a:cubicBezTo>
                    <a:pt x="388" y="161"/>
                    <a:pt x="343" y="69"/>
                    <a:pt x="251" y="24"/>
                  </a:cubicBezTo>
                  <a:cubicBezTo>
                    <a:pt x="228" y="8"/>
                    <a:pt x="201" y="1"/>
                    <a:pt x="172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480" rIns="90000" bIns="154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96" name="Google Shape;1356;p8"/>
            <p:cNvSpPr/>
            <p:nvPr/>
          </p:nvSpPr>
          <p:spPr>
            <a:xfrm>
              <a:off x="2490840" y="4218120"/>
              <a:ext cx="33480" cy="2916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29160"/>
                <a:gd name="textAreaBottom" fmla="*/ 30600 h 29160"/>
              </a:gdLst>
              <a:ahLst/>
              <a:cxnLst/>
              <a:rect l="textAreaLeft" t="textAreaTop" r="textAreaRight" b="textAreaBottom"/>
              <a:pathLst>
                <a:path w="389" h="339">
                  <a:moveTo>
                    <a:pt x="186" y="1"/>
                  </a:moveTo>
                  <a:cubicBezTo>
                    <a:pt x="125" y="1"/>
                    <a:pt x="57" y="38"/>
                    <a:pt x="24" y="88"/>
                  </a:cubicBezTo>
                  <a:cubicBezTo>
                    <a:pt x="1" y="179"/>
                    <a:pt x="24" y="293"/>
                    <a:pt x="115" y="316"/>
                  </a:cubicBezTo>
                  <a:cubicBezTo>
                    <a:pt x="138" y="331"/>
                    <a:pt x="166" y="339"/>
                    <a:pt x="195" y="339"/>
                  </a:cubicBezTo>
                  <a:cubicBezTo>
                    <a:pt x="252" y="339"/>
                    <a:pt x="313" y="308"/>
                    <a:pt x="343" y="248"/>
                  </a:cubicBezTo>
                  <a:cubicBezTo>
                    <a:pt x="389" y="156"/>
                    <a:pt x="343" y="65"/>
                    <a:pt x="252" y="19"/>
                  </a:cubicBezTo>
                  <a:cubicBezTo>
                    <a:pt x="233" y="7"/>
                    <a:pt x="210" y="1"/>
                    <a:pt x="186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120" rIns="90000" bIns="151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97" name="Google Shape;1357;p8"/>
            <p:cNvSpPr/>
            <p:nvPr/>
          </p:nvSpPr>
          <p:spPr>
            <a:xfrm>
              <a:off x="3197520" y="4190400"/>
              <a:ext cx="25200" cy="21960"/>
            </a:xfrm>
            <a:custGeom>
              <a:avLst/>
              <a:gdLst>
                <a:gd name="textAreaLeft" fmla="*/ 0 w 25200"/>
                <a:gd name="textAreaRight" fmla="*/ 26640 w 25200"/>
                <a:gd name="textAreaTop" fmla="*/ 0 h 21960"/>
                <a:gd name="textAreaBottom" fmla="*/ 23400 h 21960"/>
              </a:gdLst>
              <a:ahLst/>
              <a:cxnLst/>
              <a:rect l="textAreaLeft" t="textAreaTop" r="textAreaRight" b="textAreaBottom"/>
              <a:pathLst>
                <a:path w="298" h="261">
                  <a:moveTo>
                    <a:pt x="155" y="0"/>
                  </a:moveTo>
                  <a:cubicBezTo>
                    <a:pt x="105" y="0"/>
                    <a:pt x="58" y="26"/>
                    <a:pt x="23" y="77"/>
                  </a:cubicBezTo>
                  <a:cubicBezTo>
                    <a:pt x="1" y="146"/>
                    <a:pt x="23" y="214"/>
                    <a:pt x="92" y="237"/>
                  </a:cubicBezTo>
                  <a:cubicBezTo>
                    <a:pt x="116" y="253"/>
                    <a:pt x="140" y="261"/>
                    <a:pt x="163" y="261"/>
                  </a:cubicBezTo>
                  <a:cubicBezTo>
                    <a:pt x="203" y="261"/>
                    <a:pt x="237" y="236"/>
                    <a:pt x="252" y="191"/>
                  </a:cubicBezTo>
                  <a:cubicBezTo>
                    <a:pt x="297" y="123"/>
                    <a:pt x="275" y="54"/>
                    <a:pt x="206" y="9"/>
                  </a:cubicBezTo>
                  <a:cubicBezTo>
                    <a:pt x="189" y="3"/>
                    <a:pt x="172" y="0"/>
                    <a:pt x="155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520" rIns="90000" bIns="115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98" name="Google Shape;1358;p8"/>
            <p:cNvSpPr/>
            <p:nvPr/>
          </p:nvSpPr>
          <p:spPr>
            <a:xfrm>
              <a:off x="2316600" y="4428720"/>
              <a:ext cx="37440" cy="32760"/>
            </a:xfrm>
            <a:custGeom>
              <a:avLst/>
              <a:gdLst>
                <a:gd name="textAreaLeft" fmla="*/ 0 w 37440"/>
                <a:gd name="textAreaRight" fmla="*/ 38880 w 37440"/>
                <a:gd name="textAreaTop" fmla="*/ 0 h 32760"/>
                <a:gd name="textAreaBottom" fmla="*/ 34200 h 32760"/>
              </a:gdLst>
              <a:ahLst/>
              <a:cxnLst/>
              <a:rect l="textAreaLeft" t="textAreaTop" r="textAreaRight" b="textAreaBottom"/>
              <a:pathLst>
                <a:path w="435" h="383">
                  <a:moveTo>
                    <a:pt x="207" y="0"/>
                  </a:moveTo>
                  <a:cubicBezTo>
                    <a:pt x="141" y="0"/>
                    <a:pt x="78" y="36"/>
                    <a:pt x="46" y="114"/>
                  </a:cubicBezTo>
                  <a:cubicBezTo>
                    <a:pt x="1" y="205"/>
                    <a:pt x="46" y="319"/>
                    <a:pt x="138" y="365"/>
                  </a:cubicBezTo>
                  <a:cubicBezTo>
                    <a:pt x="162" y="377"/>
                    <a:pt x="188" y="383"/>
                    <a:pt x="214" y="383"/>
                  </a:cubicBezTo>
                  <a:cubicBezTo>
                    <a:pt x="285" y="383"/>
                    <a:pt x="355" y="340"/>
                    <a:pt x="389" y="273"/>
                  </a:cubicBezTo>
                  <a:cubicBezTo>
                    <a:pt x="434" y="182"/>
                    <a:pt x="412" y="68"/>
                    <a:pt x="298" y="22"/>
                  </a:cubicBezTo>
                  <a:cubicBezTo>
                    <a:pt x="269" y="8"/>
                    <a:pt x="237" y="0"/>
                    <a:pt x="207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6920" rIns="90000" bIns="169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99" name="Google Shape;1359;p8"/>
            <p:cNvSpPr/>
            <p:nvPr/>
          </p:nvSpPr>
          <p:spPr>
            <a:xfrm>
              <a:off x="3052080" y="4322160"/>
              <a:ext cx="27360" cy="2412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24120"/>
                <a:gd name="textAreaBottom" fmla="*/ 25560 h 24120"/>
              </a:gdLst>
              <a:ahLst/>
              <a:cxnLst/>
              <a:rect l="textAreaLeft" t="textAreaTop" r="textAreaRight" b="textAreaBottom"/>
              <a:pathLst>
                <a:path w="320" h="285">
                  <a:moveTo>
                    <a:pt x="150" y="1"/>
                  </a:moveTo>
                  <a:cubicBezTo>
                    <a:pt x="101" y="1"/>
                    <a:pt x="52" y="26"/>
                    <a:pt x="23" y="70"/>
                  </a:cubicBezTo>
                  <a:cubicBezTo>
                    <a:pt x="0" y="161"/>
                    <a:pt x="23" y="230"/>
                    <a:pt x="91" y="275"/>
                  </a:cubicBezTo>
                  <a:cubicBezTo>
                    <a:pt x="108" y="281"/>
                    <a:pt x="127" y="284"/>
                    <a:pt x="146" y="284"/>
                  </a:cubicBezTo>
                  <a:cubicBezTo>
                    <a:pt x="203" y="284"/>
                    <a:pt x="263" y="258"/>
                    <a:pt x="297" y="207"/>
                  </a:cubicBezTo>
                  <a:cubicBezTo>
                    <a:pt x="320" y="139"/>
                    <a:pt x="297" y="47"/>
                    <a:pt x="228" y="24"/>
                  </a:cubicBezTo>
                  <a:cubicBezTo>
                    <a:pt x="204" y="8"/>
                    <a:pt x="177" y="1"/>
                    <a:pt x="150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600" rIns="90000" bIns="126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00" name="Google Shape;1360;p8"/>
            <p:cNvSpPr/>
            <p:nvPr/>
          </p:nvSpPr>
          <p:spPr>
            <a:xfrm>
              <a:off x="6954480" y="5127120"/>
              <a:ext cx="37440" cy="31320"/>
            </a:xfrm>
            <a:custGeom>
              <a:avLst/>
              <a:gdLst>
                <a:gd name="textAreaLeft" fmla="*/ 0 w 37440"/>
                <a:gd name="textAreaRight" fmla="*/ 38880 w 37440"/>
                <a:gd name="textAreaTop" fmla="*/ 0 h 31320"/>
                <a:gd name="textAreaBottom" fmla="*/ 32760 h 31320"/>
              </a:gdLst>
              <a:ahLst/>
              <a:cxnLst/>
              <a:rect l="textAreaLeft" t="textAreaTop" r="textAreaRight" b="textAreaBottom"/>
              <a:pathLst>
                <a:path w="434" h="367">
                  <a:moveTo>
                    <a:pt x="201" y="1"/>
                  </a:moveTo>
                  <a:cubicBezTo>
                    <a:pt x="137" y="1"/>
                    <a:pt x="76" y="31"/>
                    <a:pt x="46" y="92"/>
                  </a:cubicBezTo>
                  <a:cubicBezTo>
                    <a:pt x="0" y="184"/>
                    <a:pt x="23" y="298"/>
                    <a:pt x="137" y="343"/>
                  </a:cubicBezTo>
                  <a:cubicBezTo>
                    <a:pt x="168" y="358"/>
                    <a:pt x="201" y="366"/>
                    <a:pt x="233" y="366"/>
                  </a:cubicBezTo>
                  <a:cubicBezTo>
                    <a:pt x="297" y="366"/>
                    <a:pt x="358" y="336"/>
                    <a:pt x="388" y="275"/>
                  </a:cubicBezTo>
                  <a:cubicBezTo>
                    <a:pt x="434" y="161"/>
                    <a:pt x="388" y="69"/>
                    <a:pt x="297" y="24"/>
                  </a:cubicBezTo>
                  <a:cubicBezTo>
                    <a:pt x="267" y="9"/>
                    <a:pt x="234" y="1"/>
                    <a:pt x="201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6200" rIns="90000" bIns="162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01" name="Google Shape;1361;p8"/>
            <p:cNvSpPr/>
            <p:nvPr/>
          </p:nvSpPr>
          <p:spPr>
            <a:xfrm>
              <a:off x="2132280" y="4939200"/>
              <a:ext cx="41760" cy="34920"/>
            </a:xfrm>
            <a:custGeom>
              <a:avLst/>
              <a:gdLst>
                <a:gd name="textAreaLeft" fmla="*/ 0 w 41760"/>
                <a:gd name="textAreaRight" fmla="*/ 43200 w 41760"/>
                <a:gd name="textAreaTop" fmla="*/ 0 h 34920"/>
                <a:gd name="textAreaBottom" fmla="*/ 36360 h 34920"/>
              </a:gdLst>
              <a:ahLst/>
              <a:cxnLst/>
              <a:rect l="textAreaLeft" t="textAreaTop" r="textAreaRight" b="textAreaBottom"/>
              <a:pathLst>
                <a:path w="480" h="407">
                  <a:moveTo>
                    <a:pt x="252" y="1"/>
                  </a:moveTo>
                  <a:cubicBezTo>
                    <a:pt x="171" y="1"/>
                    <a:pt x="96" y="43"/>
                    <a:pt x="46" y="110"/>
                  </a:cubicBezTo>
                  <a:cubicBezTo>
                    <a:pt x="0" y="224"/>
                    <a:pt x="46" y="338"/>
                    <a:pt x="160" y="384"/>
                  </a:cubicBezTo>
                  <a:cubicBezTo>
                    <a:pt x="189" y="398"/>
                    <a:pt x="223" y="406"/>
                    <a:pt x="256" y="406"/>
                  </a:cubicBezTo>
                  <a:cubicBezTo>
                    <a:pt x="329" y="406"/>
                    <a:pt x="403" y="371"/>
                    <a:pt x="434" y="293"/>
                  </a:cubicBezTo>
                  <a:cubicBezTo>
                    <a:pt x="480" y="201"/>
                    <a:pt x="434" y="64"/>
                    <a:pt x="343" y="19"/>
                  </a:cubicBezTo>
                  <a:cubicBezTo>
                    <a:pt x="312" y="7"/>
                    <a:pt x="282" y="1"/>
                    <a:pt x="252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8000" rIns="90000" bIns="180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02" name="Google Shape;1362;p8"/>
            <p:cNvSpPr/>
            <p:nvPr/>
          </p:nvSpPr>
          <p:spPr>
            <a:xfrm>
              <a:off x="2253240" y="5016600"/>
              <a:ext cx="27360" cy="1908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19080"/>
                <a:gd name="textAreaBottom" fmla="*/ 20520 h 19080"/>
              </a:gdLst>
              <a:ahLst/>
              <a:cxnLst/>
              <a:rect l="textAreaLeft" t="textAreaTop" r="textAreaRight" b="textAreaBottom"/>
              <a:pathLst>
                <a:path w="320" h="229">
                  <a:moveTo>
                    <a:pt x="127" y="0"/>
                  </a:moveTo>
                  <a:cubicBezTo>
                    <a:pt x="71" y="0"/>
                    <a:pt x="15" y="31"/>
                    <a:pt x="0" y="92"/>
                  </a:cubicBezTo>
                  <a:lnTo>
                    <a:pt x="297" y="229"/>
                  </a:lnTo>
                  <a:cubicBezTo>
                    <a:pt x="320" y="160"/>
                    <a:pt x="297" y="46"/>
                    <a:pt x="206" y="23"/>
                  </a:cubicBezTo>
                  <a:cubicBezTo>
                    <a:pt x="183" y="8"/>
                    <a:pt x="155" y="0"/>
                    <a:pt x="127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080" rIns="9000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03" name="Google Shape;1363;p8"/>
            <p:cNvSpPr/>
            <p:nvPr/>
          </p:nvSpPr>
          <p:spPr>
            <a:xfrm>
              <a:off x="2093400" y="3032280"/>
              <a:ext cx="35640" cy="31680"/>
            </a:xfrm>
            <a:custGeom>
              <a:avLst/>
              <a:gdLst>
                <a:gd name="textAreaLeft" fmla="*/ 0 w 35640"/>
                <a:gd name="textAreaRight" fmla="*/ 37080 w 35640"/>
                <a:gd name="textAreaTop" fmla="*/ 0 h 31680"/>
                <a:gd name="textAreaBottom" fmla="*/ 33120 h 31680"/>
              </a:gdLst>
              <a:ahLst/>
              <a:cxnLst/>
              <a:rect l="textAreaLeft" t="textAreaTop" r="textAreaRight" b="textAreaBottom"/>
              <a:pathLst>
                <a:path w="412" h="370">
                  <a:moveTo>
                    <a:pt x="221" y="1"/>
                  </a:moveTo>
                  <a:cubicBezTo>
                    <a:pt x="150" y="1"/>
                    <a:pt x="80" y="43"/>
                    <a:pt x="46" y="110"/>
                  </a:cubicBezTo>
                  <a:cubicBezTo>
                    <a:pt x="1" y="201"/>
                    <a:pt x="46" y="315"/>
                    <a:pt x="138" y="361"/>
                  </a:cubicBezTo>
                  <a:cubicBezTo>
                    <a:pt x="159" y="366"/>
                    <a:pt x="181" y="369"/>
                    <a:pt x="202" y="369"/>
                  </a:cubicBezTo>
                  <a:cubicBezTo>
                    <a:pt x="270" y="369"/>
                    <a:pt x="331" y="339"/>
                    <a:pt x="366" y="270"/>
                  </a:cubicBezTo>
                  <a:cubicBezTo>
                    <a:pt x="412" y="178"/>
                    <a:pt x="389" y="64"/>
                    <a:pt x="298" y="18"/>
                  </a:cubicBezTo>
                  <a:cubicBezTo>
                    <a:pt x="273" y="6"/>
                    <a:pt x="247" y="1"/>
                    <a:pt x="221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6560" rIns="90000" bIns="165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04" name="Google Shape;1364;p8"/>
            <p:cNvSpPr/>
            <p:nvPr/>
          </p:nvSpPr>
          <p:spPr>
            <a:xfrm>
              <a:off x="2162880" y="2985120"/>
              <a:ext cx="37440" cy="31680"/>
            </a:xfrm>
            <a:custGeom>
              <a:avLst/>
              <a:gdLst>
                <a:gd name="textAreaLeft" fmla="*/ 0 w 37440"/>
                <a:gd name="textAreaRight" fmla="*/ 38880 w 37440"/>
                <a:gd name="textAreaTop" fmla="*/ 0 h 31680"/>
                <a:gd name="textAreaBottom" fmla="*/ 33120 h 31680"/>
              </a:gdLst>
              <a:ahLst/>
              <a:cxnLst/>
              <a:rect l="textAreaLeft" t="textAreaTop" r="textAreaRight" b="textAreaBottom"/>
              <a:pathLst>
                <a:path w="435" h="370">
                  <a:moveTo>
                    <a:pt x="221" y="1"/>
                  </a:moveTo>
                  <a:cubicBezTo>
                    <a:pt x="150" y="1"/>
                    <a:pt x="80" y="43"/>
                    <a:pt x="47" y="110"/>
                  </a:cubicBezTo>
                  <a:cubicBezTo>
                    <a:pt x="1" y="201"/>
                    <a:pt x="47" y="315"/>
                    <a:pt x="138" y="361"/>
                  </a:cubicBezTo>
                  <a:cubicBezTo>
                    <a:pt x="159" y="366"/>
                    <a:pt x="182" y="369"/>
                    <a:pt x="205" y="369"/>
                  </a:cubicBezTo>
                  <a:cubicBezTo>
                    <a:pt x="279" y="369"/>
                    <a:pt x="354" y="339"/>
                    <a:pt x="389" y="270"/>
                  </a:cubicBezTo>
                  <a:cubicBezTo>
                    <a:pt x="435" y="178"/>
                    <a:pt x="389" y="64"/>
                    <a:pt x="298" y="19"/>
                  </a:cubicBezTo>
                  <a:cubicBezTo>
                    <a:pt x="273" y="6"/>
                    <a:pt x="247" y="1"/>
                    <a:pt x="221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6560" rIns="90000" bIns="165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05" name="Google Shape;1365;p8"/>
            <p:cNvSpPr/>
            <p:nvPr/>
          </p:nvSpPr>
          <p:spPr>
            <a:xfrm>
              <a:off x="1683720" y="3440520"/>
              <a:ext cx="29520" cy="25920"/>
            </a:xfrm>
            <a:custGeom>
              <a:avLst/>
              <a:gdLst>
                <a:gd name="textAreaLeft" fmla="*/ 0 w 29520"/>
                <a:gd name="textAreaRight" fmla="*/ 30960 w 29520"/>
                <a:gd name="textAreaTop" fmla="*/ 0 h 25920"/>
                <a:gd name="textAreaBottom" fmla="*/ 27360 h 25920"/>
              </a:gdLst>
              <a:ahLst/>
              <a:cxnLst/>
              <a:rect l="textAreaLeft" t="textAreaTop" r="textAreaRight" b="textAreaBottom"/>
              <a:pathLst>
                <a:path w="344" h="306">
                  <a:moveTo>
                    <a:pt x="174" y="0"/>
                  </a:moveTo>
                  <a:cubicBezTo>
                    <a:pt x="118" y="0"/>
                    <a:pt x="58" y="26"/>
                    <a:pt x="24" y="77"/>
                  </a:cubicBezTo>
                  <a:cubicBezTo>
                    <a:pt x="1" y="168"/>
                    <a:pt x="24" y="260"/>
                    <a:pt x="92" y="283"/>
                  </a:cubicBezTo>
                  <a:cubicBezTo>
                    <a:pt x="122" y="298"/>
                    <a:pt x="153" y="305"/>
                    <a:pt x="181" y="305"/>
                  </a:cubicBezTo>
                  <a:cubicBezTo>
                    <a:pt x="237" y="305"/>
                    <a:pt x="282" y="275"/>
                    <a:pt x="297" y="214"/>
                  </a:cubicBezTo>
                  <a:cubicBezTo>
                    <a:pt x="343" y="146"/>
                    <a:pt x="297" y="54"/>
                    <a:pt x="229" y="9"/>
                  </a:cubicBezTo>
                  <a:cubicBezTo>
                    <a:pt x="212" y="3"/>
                    <a:pt x="193" y="0"/>
                    <a:pt x="174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3680" rIns="90000" bIns="136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06" name="Google Shape;1366;p8"/>
            <p:cNvSpPr/>
            <p:nvPr/>
          </p:nvSpPr>
          <p:spPr>
            <a:xfrm>
              <a:off x="2240640" y="2784960"/>
              <a:ext cx="31320" cy="26640"/>
            </a:xfrm>
            <a:custGeom>
              <a:avLst/>
              <a:gdLst>
                <a:gd name="textAreaLeft" fmla="*/ 0 w 31320"/>
                <a:gd name="textAreaRight" fmla="*/ 32760 w 31320"/>
                <a:gd name="textAreaTop" fmla="*/ 0 h 26640"/>
                <a:gd name="textAreaBottom" fmla="*/ 28080 h 26640"/>
              </a:gdLst>
              <a:ahLst/>
              <a:cxnLst/>
              <a:rect l="textAreaLeft" t="textAreaTop" r="textAreaRight" b="textAreaBottom"/>
              <a:pathLst>
                <a:path w="366" h="314">
                  <a:moveTo>
                    <a:pt x="197" y="0"/>
                  </a:moveTo>
                  <a:cubicBezTo>
                    <a:pt x="140" y="0"/>
                    <a:pt x="80" y="26"/>
                    <a:pt x="46" y="77"/>
                  </a:cubicBezTo>
                  <a:cubicBezTo>
                    <a:pt x="0" y="168"/>
                    <a:pt x="46" y="260"/>
                    <a:pt x="114" y="305"/>
                  </a:cubicBezTo>
                  <a:cubicBezTo>
                    <a:pt x="131" y="311"/>
                    <a:pt x="149" y="314"/>
                    <a:pt x="169" y="314"/>
                  </a:cubicBezTo>
                  <a:cubicBezTo>
                    <a:pt x="232" y="314"/>
                    <a:pt x="302" y="284"/>
                    <a:pt x="320" y="214"/>
                  </a:cubicBezTo>
                  <a:cubicBezTo>
                    <a:pt x="365" y="146"/>
                    <a:pt x="320" y="54"/>
                    <a:pt x="251" y="9"/>
                  </a:cubicBezTo>
                  <a:cubicBezTo>
                    <a:pt x="234" y="3"/>
                    <a:pt x="216" y="0"/>
                    <a:pt x="197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4040" rIns="90000" bIns="140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07" name="Google Shape;1367;p8"/>
            <p:cNvSpPr/>
            <p:nvPr/>
          </p:nvSpPr>
          <p:spPr>
            <a:xfrm>
              <a:off x="1698120" y="4343040"/>
              <a:ext cx="39600" cy="34920"/>
            </a:xfrm>
            <a:custGeom>
              <a:avLst/>
              <a:gdLst>
                <a:gd name="textAreaLeft" fmla="*/ 0 w 39600"/>
                <a:gd name="textAreaRight" fmla="*/ 41040 w 39600"/>
                <a:gd name="textAreaTop" fmla="*/ 0 h 34920"/>
                <a:gd name="textAreaBottom" fmla="*/ 36360 h 34920"/>
              </a:gdLst>
              <a:ahLst/>
              <a:cxnLst/>
              <a:rect l="textAreaLeft" t="textAreaTop" r="textAreaRight" b="textAreaBottom"/>
              <a:pathLst>
                <a:path w="458" h="406">
                  <a:moveTo>
                    <a:pt x="239" y="1"/>
                  </a:moveTo>
                  <a:cubicBezTo>
                    <a:pt x="162" y="1"/>
                    <a:pt x="80" y="43"/>
                    <a:pt x="46" y="110"/>
                  </a:cubicBezTo>
                  <a:cubicBezTo>
                    <a:pt x="1" y="224"/>
                    <a:pt x="46" y="338"/>
                    <a:pt x="137" y="384"/>
                  </a:cubicBezTo>
                  <a:cubicBezTo>
                    <a:pt x="174" y="398"/>
                    <a:pt x="210" y="406"/>
                    <a:pt x="244" y="406"/>
                  </a:cubicBezTo>
                  <a:cubicBezTo>
                    <a:pt x="317" y="406"/>
                    <a:pt x="380" y="371"/>
                    <a:pt x="411" y="293"/>
                  </a:cubicBezTo>
                  <a:cubicBezTo>
                    <a:pt x="457" y="201"/>
                    <a:pt x="411" y="64"/>
                    <a:pt x="320" y="19"/>
                  </a:cubicBezTo>
                  <a:cubicBezTo>
                    <a:pt x="296" y="6"/>
                    <a:pt x="268" y="1"/>
                    <a:pt x="239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8000" rIns="90000" bIns="180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08" name="Google Shape;1368;p8"/>
            <p:cNvSpPr/>
            <p:nvPr/>
          </p:nvSpPr>
          <p:spPr>
            <a:xfrm>
              <a:off x="2464200" y="3687480"/>
              <a:ext cx="35640" cy="30600"/>
            </a:xfrm>
            <a:custGeom>
              <a:avLst/>
              <a:gdLst>
                <a:gd name="textAreaLeft" fmla="*/ 0 w 35640"/>
                <a:gd name="textAreaRight" fmla="*/ 37080 w 35640"/>
                <a:gd name="textAreaTop" fmla="*/ 0 h 30600"/>
                <a:gd name="textAreaBottom" fmla="*/ 32040 h 30600"/>
              </a:gdLst>
              <a:ahLst/>
              <a:cxnLst/>
              <a:rect l="textAreaLeft" t="textAreaTop" r="textAreaRight" b="textAreaBottom"/>
              <a:pathLst>
                <a:path w="412" h="357">
                  <a:moveTo>
                    <a:pt x="202" y="1"/>
                  </a:moveTo>
                  <a:cubicBezTo>
                    <a:pt x="137" y="1"/>
                    <a:pt x="79" y="43"/>
                    <a:pt x="46" y="110"/>
                  </a:cubicBezTo>
                  <a:cubicBezTo>
                    <a:pt x="0" y="178"/>
                    <a:pt x="46" y="292"/>
                    <a:pt x="114" y="338"/>
                  </a:cubicBezTo>
                  <a:cubicBezTo>
                    <a:pt x="139" y="350"/>
                    <a:pt x="165" y="356"/>
                    <a:pt x="191" y="356"/>
                  </a:cubicBezTo>
                  <a:cubicBezTo>
                    <a:pt x="262" y="356"/>
                    <a:pt x="332" y="314"/>
                    <a:pt x="365" y="247"/>
                  </a:cubicBezTo>
                  <a:cubicBezTo>
                    <a:pt x="411" y="156"/>
                    <a:pt x="365" y="64"/>
                    <a:pt x="274" y="19"/>
                  </a:cubicBezTo>
                  <a:cubicBezTo>
                    <a:pt x="250" y="6"/>
                    <a:pt x="225" y="1"/>
                    <a:pt x="202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840" rIns="90000" bIns="158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09" name="Google Shape;1369;p8"/>
            <p:cNvSpPr/>
            <p:nvPr/>
          </p:nvSpPr>
          <p:spPr>
            <a:xfrm>
              <a:off x="2982240" y="3388680"/>
              <a:ext cx="37440" cy="32760"/>
            </a:xfrm>
            <a:custGeom>
              <a:avLst/>
              <a:gdLst>
                <a:gd name="textAreaLeft" fmla="*/ 0 w 37440"/>
                <a:gd name="textAreaRight" fmla="*/ 38880 w 37440"/>
                <a:gd name="textAreaTop" fmla="*/ 0 h 32760"/>
                <a:gd name="textAreaBottom" fmla="*/ 34200 h 32760"/>
              </a:gdLst>
              <a:ahLst/>
              <a:cxnLst/>
              <a:rect l="textAreaLeft" t="textAreaTop" r="textAreaRight" b="textAreaBottom"/>
              <a:pathLst>
                <a:path w="434" h="383">
                  <a:moveTo>
                    <a:pt x="220" y="0"/>
                  </a:moveTo>
                  <a:cubicBezTo>
                    <a:pt x="149" y="0"/>
                    <a:pt x="79" y="43"/>
                    <a:pt x="46" y="109"/>
                  </a:cubicBezTo>
                  <a:cubicBezTo>
                    <a:pt x="0" y="201"/>
                    <a:pt x="46" y="315"/>
                    <a:pt x="137" y="360"/>
                  </a:cubicBezTo>
                  <a:cubicBezTo>
                    <a:pt x="166" y="375"/>
                    <a:pt x="197" y="383"/>
                    <a:pt x="228" y="383"/>
                  </a:cubicBezTo>
                  <a:cubicBezTo>
                    <a:pt x="294" y="383"/>
                    <a:pt x="357" y="347"/>
                    <a:pt x="388" y="269"/>
                  </a:cubicBezTo>
                  <a:cubicBezTo>
                    <a:pt x="434" y="178"/>
                    <a:pt x="388" y="64"/>
                    <a:pt x="297" y="18"/>
                  </a:cubicBezTo>
                  <a:cubicBezTo>
                    <a:pt x="272" y="6"/>
                    <a:pt x="246" y="0"/>
                    <a:pt x="220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6920" rIns="90000" bIns="169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10" name="Google Shape;1370;p8"/>
            <p:cNvSpPr/>
            <p:nvPr/>
          </p:nvSpPr>
          <p:spPr>
            <a:xfrm>
              <a:off x="3418560" y="3160080"/>
              <a:ext cx="31320" cy="27720"/>
            </a:xfrm>
            <a:custGeom>
              <a:avLst/>
              <a:gdLst>
                <a:gd name="textAreaLeft" fmla="*/ 0 w 31320"/>
                <a:gd name="textAreaRight" fmla="*/ 32760 w 31320"/>
                <a:gd name="textAreaTop" fmla="*/ 0 h 27720"/>
                <a:gd name="textAreaBottom" fmla="*/ 29160 h 27720"/>
              </a:gdLst>
              <a:ahLst/>
              <a:cxnLst/>
              <a:rect l="textAreaLeft" t="textAreaTop" r="textAreaRight" b="textAreaBottom"/>
              <a:pathLst>
                <a:path w="366" h="324">
                  <a:moveTo>
                    <a:pt x="198" y="0"/>
                  </a:moveTo>
                  <a:cubicBezTo>
                    <a:pt x="135" y="0"/>
                    <a:pt x="64" y="30"/>
                    <a:pt x="46" y="100"/>
                  </a:cubicBezTo>
                  <a:cubicBezTo>
                    <a:pt x="1" y="168"/>
                    <a:pt x="24" y="283"/>
                    <a:pt x="115" y="305"/>
                  </a:cubicBezTo>
                  <a:cubicBezTo>
                    <a:pt x="140" y="318"/>
                    <a:pt x="166" y="324"/>
                    <a:pt x="190" y="324"/>
                  </a:cubicBezTo>
                  <a:cubicBezTo>
                    <a:pt x="254" y="324"/>
                    <a:pt x="310" y="286"/>
                    <a:pt x="343" y="237"/>
                  </a:cubicBezTo>
                  <a:cubicBezTo>
                    <a:pt x="366" y="146"/>
                    <a:pt x="343" y="54"/>
                    <a:pt x="252" y="9"/>
                  </a:cubicBezTo>
                  <a:cubicBezTo>
                    <a:pt x="236" y="3"/>
                    <a:pt x="217" y="0"/>
                    <a:pt x="198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4400" rIns="90000" bIns="144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11" name="Google Shape;1371;p8"/>
            <p:cNvSpPr/>
            <p:nvPr/>
          </p:nvSpPr>
          <p:spPr>
            <a:xfrm>
              <a:off x="3316320" y="3206160"/>
              <a:ext cx="39600" cy="34920"/>
            </a:xfrm>
            <a:custGeom>
              <a:avLst/>
              <a:gdLst>
                <a:gd name="textAreaLeft" fmla="*/ 0 w 39600"/>
                <a:gd name="textAreaRight" fmla="*/ 41040 w 39600"/>
                <a:gd name="textAreaTop" fmla="*/ 0 h 34920"/>
                <a:gd name="textAreaBottom" fmla="*/ 36360 h 34920"/>
              </a:gdLst>
              <a:ahLst/>
              <a:cxnLst/>
              <a:rect l="textAreaLeft" t="textAreaTop" r="textAreaRight" b="textAreaBottom"/>
              <a:pathLst>
                <a:path w="458" h="406">
                  <a:moveTo>
                    <a:pt x="230" y="1"/>
                  </a:moveTo>
                  <a:cubicBezTo>
                    <a:pt x="150" y="1"/>
                    <a:pt x="80" y="43"/>
                    <a:pt x="46" y="110"/>
                  </a:cubicBezTo>
                  <a:cubicBezTo>
                    <a:pt x="1" y="224"/>
                    <a:pt x="46" y="338"/>
                    <a:pt x="137" y="384"/>
                  </a:cubicBezTo>
                  <a:cubicBezTo>
                    <a:pt x="166" y="398"/>
                    <a:pt x="200" y="406"/>
                    <a:pt x="234" y="406"/>
                  </a:cubicBezTo>
                  <a:cubicBezTo>
                    <a:pt x="306" y="406"/>
                    <a:pt x="380" y="371"/>
                    <a:pt x="411" y="293"/>
                  </a:cubicBezTo>
                  <a:cubicBezTo>
                    <a:pt x="457" y="201"/>
                    <a:pt x="411" y="64"/>
                    <a:pt x="320" y="19"/>
                  </a:cubicBezTo>
                  <a:cubicBezTo>
                    <a:pt x="289" y="6"/>
                    <a:pt x="259" y="1"/>
                    <a:pt x="230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8000" rIns="90000" bIns="180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12" name="Google Shape;1372;p8"/>
            <p:cNvSpPr/>
            <p:nvPr/>
          </p:nvSpPr>
          <p:spPr>
            <a:xfrm>
              <a:off x="3465720" y="3203640"/>
              <a:ext cx="23400" cy="19800"/>
            </a:xfrm>
            <a:custGeom>
              <a:avLst/>
              <a:gdLst>
                <a:gd name="textAreaLeft" fmla="*/ 0 w 23400"/>
                <a:gd name="textAreaRight" fmla="*/ 24840 w 23400"/>
                <a:gd name="textAreaTop" fmla="*/ 0 h 19800"/>
                <a:gd name="textAreaBottom" fmla="*/ 21240 h 19800"/>
              </a:gdLst>
              <a:ahLst/>
              <a:cxnLst/>
              <a:rect l="textAreaLeft" t="textAreaTop" r="textAreaRight" b="textAreaBottom"/>
              <a:pathLst>
                <a:path w="275" h="238">
                  <a:moveTo>
                    <a:pt x="129" y="0"/>
                  </a:moveTo>
                  <a:cubicBezTo>
                    <a:pt x="95" y="0"/>
                    <a:pt x="61" y="25"/>
                    <a:pt x="46" y="69"/>
                  </a:cubicBezTo>
                  <a:cubicBezTo>
                    <a:pt x="1" y="115"/>
                    <a:pt x="24" y="184"/>
                    <a:pt x="92" y="229"/>
                  </a:cubicBezTo>
                  <a:cubicBezTo>
                    <a:pt x="103" y="235"/>
                    <a:pt x="116" y="238"/>
                    <a:pt x="130" y="238"/>
                  </a:cubicBezTo>
                  <a:cubicBezTo>
                    <a:pt x="171" y="238"/>
                    <a:pt x="218" y="212"/>
                    <a:pt x="252" y="161"/>
                  </a:cubicBezTo>
                  <a:cubicBezTo>
                    <a:pt x="275" y="115"/>
                    <a:pt x="252" y="47"/>
                    <a:pt x="183" y="24"/>
                  </a:cubicBezTo>
                  <a:cubicBezTo>
                    <a:pt x="167" y="8"/>
                    <a:pt x="148" y="0"/>
                    <a:pt x="129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440" rIns="90000" bIns="10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13" name="Google Shape;1373;p8"/>
            <p:cNvSpPr/>
            <p:nvPr/>
          </p:nvSpPr>
          <p:spPr>
            <a:xfrm>
              <a:off x="3363480" y="3246120"/>
              <a:ext cx="27360" cy="2376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23760"/>
                <a:gd name="textAreaBottom" fmla="*/ 25200 h 23760"/>
              </a:gdLst>
              <a:ahLst/>
              <a:cxnLst/>
              <a:rect l="textAreaLeft" t="textAreaTop" r="textAreaRight" b="textAreaBottom"/>
              <a:pathLst>
                <a:path w="321" h="279">
                  <a:moveTo>
                    <a:pt x="175" y="1"/>
                  </a:moveTo>
                  <a:cubicBezTo>
                    <a:pt x="119" y="1"/>
                    <a:pt x="63" y="26"/>
                    <a:pt x="46" y="78"/>
                  </a:cubicBezTo>
                  <a:cubicBezTo>
                    <a:pt x="1" y="146"/>
                    <a:pt x="46" y="238"/>
                    <a:pt x="115" y="260"/>
                  </a:cubicBezTo>
                  <a:cubicBezTo>
                    <a:pt x="134" y="273"/>
                    <a:pt x="153" y="279"/>
                    <a:pt x="172" y="279"/>
                  </a:cubicBezTo>
                  <a:cubicBezTo>
                    <a:pt x="220" y="279"/>
                    <a:pt x="264" y="241"/>
                    <a:pt x="297" y="192"/>
                  </a:cubicBezTo>
                  <a:cubicBezTo>
                    <a:pt x="320" y="123"/>
                    <a:pt x="297" y="55"/>
                    <a:pt x="229" y="9"/>
                  </a:cubicBezTo>
                  <a:cubicBezTo>
                    <a:pt x="212" y="4"/>
                    <a:pt x="193" y="1"/>
                    <a:pt x="175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600" rIns="90000" bIns="126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14" name="Google Shape;1374;p8"/>
            <p:cNvSpPr/>
            <p:nvPr/>
          </p:nvSpPr>
          <p:spPr>
            <a:xfrm>
              <a:off x="1775880" y="4426560"/>
              <a:ext cx="35640" cy="30960"/>
            </a:xfrm>
            <a:custGeom>
              <a:avLst/>
              <a:gdLst>
                <a:gd name="textAreaLeft" fmla="*/ 0 w 35640"/>
                <a:gd name="textAreaRight" fmla="*/ 37080 w 35640"/>
                <a:gd name="textAreaTop" fmla="*/ 0 h 30960"/>
                <a:gd name="textAreaBottom" fmla="*/ 32400 h 30960"/>
              </a:gdLst>
              <a:ahLst/>
              <a:cxnLst/>
              <a:rect l="textAreaLeft" t="textAreaTop" r="textAreaRight" b="textAreaBottom"/>
              <a:pathLst>
                <a:path w="412" h="361">
                  <a:moveTo>
                    <a:pt x="180" y="1"/>
                  </a:moveTo>
                  <a:cubicBezTo>
                    <a:pt x="118" y="1"/>
                    <a:pt x="62" y="31"/>
                    <a:pt x="47" y="92"/>
                  </a:cubicBezTo>
                  <a:cubicBezTo>
                    <a:pt x="1" y="183"/>
                    <a:pt x="24" y="297"/>
                    <a:pt x="115" y="343"/>
                  </a:cubicBezTo>
                  <a:cubicBezTo>
                    <a:pt x="139" y="355"/>
                    <a:pt x="166" y="361"/>
                    <a:pt x="192" y="361"/>
                  </a:cubicBezTo>
                  <a:cubicBezTo>
                    <a:pt x="263" y="361"/>
                    <a:pt x="333" y="319"/>
                    <a:pt x="366" y="252"/>
                  </a:cubicBezTo>
                  <a:cubicBezTo>
                    <a:pt x="412" y="160"/>
                    <a:pt x="366" y="69"/>
                    <a:pt x="275" y="23"/>
                  </a:cubicBezTo>
                  <a:cubicBezTo>
                    <a:pt x="244" y="8"/>
                    <a:pt x="211" y="1"/>
                    <a:pt x="180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6200" rIns="90000" bIns="162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15" name="Google Shape;1375;p8"/>
            <p:cNvSpPr/>
            <p:nvPr/>
          </p:nvSpPr>
          <p:spPr>
            <a:xfrm>
              <a:off x="3422880" y="3711960"/>
              <a:ext cx="39600" cy="34200"/>
            </a:xfrm>
            <a:custGeom>
              <a:avLst/>
              <a:gdLst>
                <a:gd name="textAreaLeft" fmla="*/ 0 w 39600"/>
                <a:gd name="textAreaRight" fmla="*/ 41040 w 39600"/>
                <a:gd name="textAreaTop" fmla="*/ 0 h 34200"/>
                <a:gd name="textAreaBottom" fmla="*/ 35640 h 34200"/>
              </a:gdLst>
              <a:ahLst/>
              <a:cxnLst/>
              <a:rect l="textAreaLeft" t="textAreaTop" r="textAreaRight" b="textAreaBottom"/>
              <a:pathLst>
                <a:path w="457" h="398">
                  <a:moveTo>
                    <a:pt x="214" y="0"/>
                  </a:moveTo>
                  <a:cubicBezTo>
                    <a:pt x="140" y="0"/>
                    <a:pt x="77" y="36"/>
                    <a:pt x="46" y="114"/>
                  </a:cubicBezTo>
                  <a:cubicBezTo>
                    <a:pt x="0" y="205"/>
                    <a:pt x="46" y="319"/>
                    <a:pt x="137" y="365"/>
                  </a:cubicBezTo>
                  <a:cubicBezTo>
                    <a:pt x="167" y="387"/>
                    <a:pt x="201" y="397"/>
                    <a:pt x="235" y="397"/>
                  </a:cubicBezTo>
                  <a:cubicBezTo>
                    <a:pt x="307" y="397"/>
                    <a:pt x="380" y="351"/>
                    <a:pt x="411" y="274"/>
                  </a:cubicBezTo>
                  <a:cubicBezTo>
                    <a:pt x="457" y="182"/>
                    <a:pt x="411" y="68"/>
                    <a:pt x="320" y="22"/>
                  </a:cubicBezTo>
                  <a:cubicBezTo>
                    <a:pt x="284" y="8"/>
                    <a:pt x="248" y="0"/>
                    <a:pt x="214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7640" rIns="90000" bIns="176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16" name="Google Shape;1376;p8"/>
            <p:cNvSpPr/>
            <p:nvPr/>
          </p:nvSpPr>
          <p:spPr>
            <a:xfrm>
              <a:off x="2970000" y="3532680"/>
              <a:ext cx="19080" cy="16560"/>
            </a:xfrm>
            <a:custGeom>
              <a:avLst/>
              <a:gdLst>
                <a:gd name="textAreaLeft" fmla="*/ 0 w 19080"/>
                <a:gd name="textAreaRight" fmla="*/ 20520 w 19080"/>
                <a:gd name="textAreaTop" fmla="*/ 0 h 16560"/>
                <a:gd name="textAreaBottom" fmla="*/ 18000 h 16560"/>
              </a:gdLst>
              <a:ahLst/>
              <a:cxnLst/>
              <a:rect l="textAreaLeft" t="textAreaTop" r="textAreaRight" b="textAreaBottom"/>
              <a:pathLst>
                <a:path w="229" h="202">
                  <a:moveTo>
                    <a:pt x="120" y="1"/>
                  </a:moveTo>
                  <a:cubicBezTo>
                    <a:pt x="81" y="1"/>
                    <a:pt x="40" y="22"/>
                    <a:pt x="23" y="55"/>
                  </a:cubicBezTo>
                  <a:cubicBezTo>
                    <a:pt x="0" y="101"/>
                    <a:pt x="23" y="170"/>
                    <a:pt x="69" y="192"/>
                  </a:cubicBezTo>
                  <a:cubicBezTo>
                    <a:pt x="81" y="199"/>
                    <a:pt x="95" y="201"/>
                    <a:pt x="109" y="201"/>
                  </a:cubicBezTo>
                  <a:cubicBezTo>
                    <a:pt x="148" y="201"/>
                    <a:pt x="189" y="180"/>
                    <a:pt x="205" y="147"/>
                  </a:cubicBezTo>
                  <a:cubicBezTo>
                    <a:pt x="228" y="101"/>
                    <a:pt x="205" y="33"/>
                    <a:pt x="160" y="10"/>
                  </a:cubicBezTo>
                  <a:cubicBezTo>
                    <a:pt x="148" y="4"/>
                    <a:pt x="134" y="1"/>
                    <a:pt x="120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000" rIns="90000" bIns="90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17" name="Google Shape;1377;p8"/>
            <p:cNvSpPr/>
            <p:nvPr/>
          </p:nvSpPr>
          <p:spPr>
            <a:xfrm>
              <a:off x="1824840" y="3835800"/>
              <a:ext cx="29520" cy="26640"/>
            </a:xfrm>
            <a:custGeom>
              <a:avLst/>
              <a:gdLst>
                <a:gd name="textAreaLeft" fmla="*/ 0 w 29520"/>
                <a:gd name="textAreaRight" fmla="*/ 30960 w 29520"/>
                <a:gd name="textAreaTop" fmla="*/ 0 h 26640"/>
                <a:gd name="textAreaBottom" fmla="*/ 28080 h 26640"/>
              </a:gdLst>
              <a:ahLst/>
              <a:cxnLst/>
              <a:rect l="textAreaLeft" t="textAreaTop" r="textAreaRight" b="textAreaBottom"/>
              <a:pathLst>
                <a:path w="344" h="314">
                  <a:moveTo>
                    <a:pt x="188" y="1"/>
                  </a:moveTo>
                  <a:cubicBezTo>
                    <a:pt x="120" y="1"/>
                    <a:pt x="58" y="31"/>
                    <a:pt x="24" y="100"/>
                  </a:cubicBezTo>
                  <a:cubicBezTo>
                    <a:pt x="1" y="169"/>
                    <a:pt x="24" y="260"/>
                    <a:pt x="115" y="306"/>
                  </a:cubicBezTo>
                  <a:cubicBezTo>
                    <a:pt x="131" y="311"/>
                    <a:pt x="148" y="314"/>
                    <a:pt x="166" y="314"/>
                  </a:cubicBezTo>
                  <a:cubicBezTo>
                    <a:pt x="224" y="314"/>
                    <a:pt x="285" y="284"/>
                    <a:pt x="320" y="214"/>
                  </a:cubicBezTo>
                  <a:cubicBezTo>
                    <a:pt x="343" y="146"/>
                    <a:pt x="320" y="55"/>
                    <a:pt x="252" y="9"/>
                  </a:cubicBezTo>
                  <a:cubicBezTo>
                    <a:pt x="230" y="4"/>
                    <a:pt x="209" y="1"/>
                    <a:pt x="188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4040" rIns="90000" bIns="140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18" name="Google Shape;1378;p8"/>
            <p:cNvSpPr/>
            <p:nvPr/>
          </p:nvSpPr>
          <p:spPr>
            <a:xfrm>
              <a:off x="4246200" y="2826000"/>
              <a:ext cx="29520" cy="25560"/>
            </a:xfrm>
            <a:custGeom>
              <a:avLst/>
              <a:gdLst>
                <a:gd name="textAreaLeft" fmla="*/ 0 w 29520"/>
                <a:gd name="textAreaRight" fmla="*/ 30960 w 29520"/>
                <a:gd name="textAreaTop" fmla="*/ 0 h 25560"/>
                <a:gd name="textAreaBottom" fmla="*/ 27000 h 25560"/>
              </a:gdLst>
              <a:ahLst/>
              <a:cxnLst/>
              <a:rect l="textAreaLeft" t="textAreaTop" r="textAreaRight" b="textAreaBottom"/>
              <a:pathLst>
                <a:path w="343" h="302">
                  <a:moveTo>
                    <a:pt x="174" y="1"/>
                  </a:moveTo>
                  <a:cubicBezTo>
                    <a:pt x="119" y="1"/>
                    <a:pt x="63" y="26"/>
                    <a:pt x="46" y="78"/>
                  </a:cubicBezTo>
                  <a:cubicBezTo>
                    <a:pt x="0" y="146"/>
                    <a:pt x="46" y="237"/>
                    <a:pt x="114" y="283"/>
                  </a:cubicBezTo>
                  <a:cubicBezTo>
                    <a:pt x="133" y="296"/>
                    <a:pt x="154" y="301"/>
                    <a:pt x="176" y="301"/>
                  </a:cubicBezTo>
                  <a:cubicBezTo>
                    <a:pt x="230" y="301"/>
                    <a:pt x="287" y="264"/>
                    <a:pt x="320" y="215"/>
                  </a:cubicBezTo>
                  <a:cubicBezTo>
                    <a:pt x="343" y="146"/>
                    <a:pt x="320" y="55"/>
                    <a:pt x="228" y="9"/>
                  </a:cubicBezTo>
                  <a:cubicBezTo>
                    <a:pt x="211" y="3"/>
                    <a:pt x="193" y="1"/>
                    <a:pt x="174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3320" rIns="90000" bIns="133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19" name="Google Shape;1379;p8"/>
            <p:cNvSpPr/>
            <p:nvPr/>
          </p:nvSpPr>
          <p:spPr>
            <a:xfrm>
              <a:off x="3185280" y="3302640"/>
              <a:ext cx="35640" cy="30600"/>
            </a:xfrm>
            <a:custGeom>
              <a:avLst/>
              <a:gdLst>
                <a:gd name="textAreaLeft" fmla="*/ 0 w 35640"/>
                <a:gd name="textAreaRight" fmla="*/ 37080 w 35640"/>
                <a:gd name="textAreaTop" fmla="*/ 0 h 30600"/>
                <a:gd name="textAreaBottom" fmla="*/ 32040 h 30600"/>
              </a:gdLst>
              <a:ahLst/>
              <a:cxnLst/>
              <a:rect l="textAreaLeft" t="textAreaTop" r="textAreaRight" b="textAreaBottom"/>
              <a:pathLst>
                <a:path w="412" h="356">
                  <a:moveTo>
                    <a:pt x="202" y="1"/>
                  </a:moveTo>
                  <a:cubicBezTo>
                    <a:pt x="138" y="1"/>
                    <a:pt x="80" y="43"/>
                    <a:pt x="46" y="110"/>
                  </a:cubicBezTo>
                  <a:cubicBezTo>
                    <a:pt x="1" y="178"/>
                    <a:pt x="46" y="292"/>
                    <a:pt x="115" y="338"/>
                  </a:cubicBezTo>
                  <a:cubicBezTo>
                    <a:pt x="139" y="350"/>
                    <a:pt x="165" y="356"/>
                    <a:pt x="191" y="356"/>
                  </a:cubicBezTo>
                  <a:cubicBezTo>
                    <a:pt x="262" y="356"/>
                    <a:pt x="332" y="314"/>
                    <a:pt x="366" y="247"/>
                  </a:cubicBezTo>
                  <a:cubicBezTo>
                    <a:pt x="412" y="178"/>
                    <a:pt x="366" y="64"/>
                    <a:pt x="275" y="18"/>
                  </a:cubicBezTo>
                  <a:cubicBezTo>
                    <a:pt x="250" y="6"/>
                    <a:pt x="226" y="1"/>
                    <a:pt x="202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840" rIns="90000" bIns="158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20" name="Google Shape;1380;p8"/>
            <p:cNvSpPr/>
            <p:nvPr/>
          </p:nvSpPr>
          <p:spPr>
            <a:xfrm>
              <a:off x="3275280" y="3263040"/>
              <a:ext cx="29520" cy="25200"/>
            </a:xfrm>
            <a:custGeom>
              <a:avLst/>
              <a:gdLst>
                <a:gd name="textAreaLeft" fmla="*/ 0 w 29520"/>
                <a:gd name="textAreaRight" fmla="*/ 30960 w 29520"/>
                <a:gd name="textAreaTop" fmla="*/ 0 h 25200"/>
                <a:gd name="textAreaBottom" fmla="*/ 26640 h 25200"/>
              </a:gdLst>
              <a:ahLst/>
              <a:cxnLst/>
              <a:rect l="textAreaLeft" t="textAreaTop" r="textAreaRight" b="textAreaBottom"/>
              <a:pathLst>
                <a:path w="343" h="298">
                  <a:moveTo>
                    <a:pt x="178" y="1"/>
                  </a:moveTo>
                  <a:cubicBezTo>
                    <a:pt x="127" y="1"/>
                    <a:pt x="76" y="31"/>
                    <a:pt x="46" y="92"/>
                  </a:cubicBezTo>
                  <a:cubicBezTo>
                    <a:pt x="0" y="161"/>
                    <a:pt x="46" y="252"/>
                    <a:pt x="114" y="275"/>
                  </a:cubicBezTo>
                  <a:cubicBezTo>
                    <a:pt x="137" y="290"/>
                    <a:pt x="162" y="298"/>
                    <a:pt x="188" y="298"/>
                  </a:cubicBezTo>
                  <a:cubicBezTo>
                    <a:pt x="238" y="298"/>
                    <a:pt x="289" y="267"/>
                    <a:pt x="320" y="206"/>
                  </a:cubicBezTo>
                  <a:cubicBezTo>
                    <a:pt x="342" y="138"/>
                    <a:pt x="320" y="47"/>
                    <a:pt x="251" y="24"/>
                  </a:cubicBezTo>
                  <a:cubicBezTo>
                    <a:pt x="228" y="9"/>
                    <a:pt x="203" y="1"/>
                    <a:pt x="178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3320" rIns="90000" bIns="133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21" name="Google Shape;1381;p8"/>
            <p:cNvSpPr/>
            <p:nvPr/>
          </p:nvSpPr>
          <p:spPr>
            <a:xfrm>
              <a:off x="3934800" y="2986920"/>
              <a:ext cx="33480" cy="2880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28800"/>
                <a:gd name="textAreaBottom" fmla="*/ 30240 h 28800"/>
              </a:gdLst>
              <a:ahLst/>
              <a:cxnLst/>
              <a:rect l="textAreaLeft" t="textAreaTop" r="textAreaRight" b="textAreaBottom"/>
              <a:pathLst>
                <a:path w="389" h="335">
                  <a:moveTo>
                    <a:pt x="199" y="1"/>
                  </a:moveTo>
                  <a:cubicBezTo>
                    <a:pt x="136" y="1"/>
                    <a:pt x="79" y="38"/>
                    <a:pt x="46" y="88"/>
                  </a:cubicBezTo>
                  <a:cubicBezTo>
                    <a:pt x="1" y="179"/>
                    <a:pt x="46" y="270"/>
                    <a:pt x="115" y="316"/>
                  </a:cubicBezTo>
                  <a:cubicBezTo>
                    <a:pt x="140" y="329"/>
                    <a:pt x="166" y="334"/>
                    <a:pt x="190" y="334"/>
                  </a:cubicBezTo>
                  <a:cubicBezTo>
                    <a:pt x="254" y="334"/>
                    <a:pt x="310" y="297"/>
                    <a:pt x="343" y="248"/>
                  </a:cubicBezTo>
                  <a:cubicBezTo>
                    <a:pt x="389" y="156"/>
                    <a:pt x="343" y="65"/>
                    <a:pt x="275" y="19"/>
                  </a:cubicBezTo>
                  <a:cubicBezTo>
                    <a:pt x="249" y="7"/>
                    <a:pt x="224" y="1"/>
                    <a:pt x="199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120" rIns="90000" bIns="151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22" name="Google Shape;1382;p8"/>
            <p:cNvSpPr/>
            <p:nvPr/>
          </p:nvSpPr>
          <p:spPr>
            <a:xfrm>
              <a:off x="2628000" y="3199680"/>
              <a:ext cx="35640" cy="30960"/>
            </a:xfrm>
            <a:custGeom>
              <a:avLst/>
              <a:gdLst>
                <a:gd name="textAreaLeft" fmla="*/ 0 w 35640"/>
                <a:gd name="textAreaRight" fmla="*/ 37080 w 35640"/>
                <a:gd name="textAreaTop" fmla="*/ 0 h 30960"/>
                <a:gd name="textAreaBottom" fmla="*/ 32400 h 30960"/>
              </a:gdLst>
              <a:ahLst/>
              <a:cxnLst/>
              <a:rect l="textAreaLeft" t="textAreaTop" r="textAreaRight" b="textAreaBottom"/>
              <a:pathLst>
                <a:path w="412" h="362">
                  <a:moveTo>
                    <a:pt x="179" y="0"/>
                  </a:moveTo>
                  <a:cubicBezTo>
                    <a:pt x="117" y="0"/>
                    <a:pt x="61" y="31"/>
                    <a:pt x="46" y="92"/>
                  </a:cubicBezTo>
                  <a:cubicBezTo>
                    <a:pt x="0" y="183"/>
                    <a:pt x="23" y="297"/>
                    <a:pt x="114" y="343"/>
                  </a:cubicBezTo>
                  <a:cubicBezTo>
                    <a:pt x="140" y="355"/>
                    <a:pt x="167" y="361"/>
                    <a:pt x="194" y="361"/>
                  </a:cubicBezTo>
                  <a:cubicBezTo>
                    <a:pt x="264" y="361"/>
                    <a:pt x="333" y="324"/>
                    <a:pt x="365" y="274"/>
                  </a:cubicBezTo>
                  <a:cubicBezTo>
                    <a:pt x="411" y="183"/>
                    <a:pt x="365" y="69"/>
                    <a:pt x="274" y="23"/>
                  </a:cubicBezTo>
                  <a:cubicBezTo>
                    <a:pt x="244" y="8"/>
                    <a:pt x="211" y="0"/>
                    <a:pt x="179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6200" rIns="90000" bIns="162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23" name="Google Shape;1383;p8"/>
            <p:cNvSpPr/>
            <p:nvPr/>
          </p:nvSpPr>
          <p:spPr>
            <a:xfrm>
              <a:off x="4942800" y="5297400"/>
              <a:ext cx="31320" cy="27000"/>
            </a:xfrm>
            <a:custGeom>
              <a:avLst/>
              <a:gdLst>
                <a:gd name="textAreaLeft" fmla="*/ 0 w 31320"/>
                <a:gd name="textAreaRight" fmla="*/ 32760 w 31320"/>
                <a:gd name="textAreaTop" fmla="*/ 0 h 27000"/>
                <a:gd name="textAreaBottom" fmla="*/ 28440 h 27000"/>
              </a:gdLst>
              <a:ahLst/>
              <a:cxnLst/>
              <a:rect l="textAreaLeft" t="textAreaTop" r="textAreaRight" b="textAreaBottom"/>
              <a:pathLst>
                <a:path w="367" h="316">
                  <a:moveTo>
                    <a:pt x="178" y="0"/>
                  </a:moveTo>
                  <a:cubicBezTo>
                    <a:pt x="128" y="0"/>
                    <a:pt x="77" y="31"/>
                    <a:pt x="46" y="92"/>
                  </a:cubicBezTo>
                  <a:cubicBezTo>
                    <a:pt x="1" y="160"/>
                    <a:pt x="46" y="251"/>
                    <a:pt x="115" y="297"/>
                  </a:cubicBezTo>
                  <a:cubicBezTo>
                    <a:pt x="140" y="310"/>
                    <a:pt x="166" y="316"/>
                    <a:pt x="190" y="316"/>
                  </a:cubicBezTo>
                  <a:cubicBezTo>
                    <a:pt x="252" y="316"/>
                    <a:pt x="304" y="278"/>
                    <a:pt x="320" y="229"/>
                  </a:cubicBezTo>
                  <a:cubicBezTo>
                    <a:pt x="366" y="137"/>
                    <a:pt x="343" y="46"/>
                    <a:pt x="252" y="23"/>
                  </a:cubicBezTo>
                  <a:cubicBezTo>
                    <a:pt x="229" y="8"/>
                    <a:pt x="204" y="0"/>
                    <a:pt x="178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4040" rIns="90000" bIns="140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24" name="Google Shape;1384;p8"/>
            <p:cNvSpPr/>
            <p:nvPr/>
          </p:nvSpPr>
          <p:spPr>
            <a:xfrm>
              <a:off x="4772520" y="4851000"/>
              <a:ext cx="35640" cy="30600"/>
            </a:xfrm>
            <a:custGeom>
              <a:avLst/>
              <a:gdLst>
                <a:gd name="textAreaLeft" fmla="*/ 0 w 35640"/>
                <a:gd name="textAreaRight" fmla="*/ 37080 w 35640"/>
                <a:gd name="textAreaTop" fmla="*/ 0 h 30600"/>
                <a:gd name="textAreaBottom" fmla="*/ 32040 h 30600"/>
              </a:gdLst>
              <a:ahLst/>
              <a:cxnLst/>
              <a:rect l="textAreaLeft" t="textAreaTop" r="textAreaRight" b="textAreaBottom"/>
              <a:pathLst>
                <a:path w="412" h="357">
                  <a:moveTo>
                    <a:pt x="217" y="1"/>
                  </a:moveTo>
                  <a:cubicBezTo>
                    <a:pt x="147" y="1"/>
                    <a:pt x="79" y="38"/>
                    <a:pt x="46" y="88"/>
                  </a:cubicBezTo>
                  <a:cubicBezTo>
                    <a:pt x="0" y="179"/>
                    <a:pt x="46" y="293"/>
                    <a:pt x="137" y="339"/>
                  </a:cubicBezTo>
                  <a:cubicBezTo>
                    <a:pt x="162" y="351"/>
                    <a:pt x="188" y="357"/>
                    <a:pt x="213" y="357"/>
                  </a:cubicBezTo>
                  <a:cubicBezTo>
                    <a:pt x="283" y="357"/>
                    <a:pt x="349" y="314"/>
                    <a:pt x="366" y="248"/>
                  </a:cubicBezTo>
                  <a:cubicBezTo>
                    <a:pt x="411" y="156"/>
                    <a:pt x="388" y="65"/>
                    <a:pt x="297" y="19"/>
                  </a:cubicBezTo>
                  <a:cubicBezTo>
                    <a:pt x="272" y="7"/>
                    <a:pt x="244" y="1"/>
                    <a:pt x="217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840" rIns="90000" bIns="158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25" name="Google Shape;1385;p8"/>
            <p:cNvSpPr/>
            <p:nvPr/>
          </p:nvSpPr>
          <p:spPr>
            <a:xfrm>
              <a:off x="2398320" y="4006080"/>
              <a:ext cx="23400" cy="18720"/>
            </a:xfrm>
            <a:custGeom>
              <a:avLst/>
              <a:gdLst>
                <a:gd name="textAreaLeft" fmla="*/ 0 w 23400"/>
                <a:gd name="textAreaRight" fmla="*/ 24840 w 23400"/>
                <a:gd name="textAreaTop" fmla="*/ 0 h 18720"/>
                <a:gd name="textAreaBottom" fmla="*/ 20160 h 18720"/>
              </a:gdLst>
              <a:ahLst/>
              <a:cxnLst/>
              <a:rect l="textAreaLeft" t="textAreaTop" r="textAreaRight" b="textAreaBottom"/>
              <a:pathLst>
                <a:path w="275" h="224">
                  <a:moveTo>
                    <a:pt x="129" y="1"/>
                  </a:moveTo>
                  <a:cubicBezTo>
                    <a:pt x="81" y="1"/>
                    <a:pt x="40" y="22"/>
                    <a:pt x="24" y="55"/>
                  </a:cubicBezTo>
                  <a:cubicBezTo>
                    <a:pt x="1" y="124"/>
                    <a:pt x="24" y="192"/>
                    <a:pt x="69" y="215"/>
                  </a:cubicBezTo>
                  <a:cubicBezTo>
                    <a:pt x="88" y="221"/>
                    <a:pt x="106" y="224"/>
                    <a:pt x="123" y="224"/>
                  </a:cubicBezTo>
                  <a:cubicBezTo>
                    <a:pt x="171" y="224"/>
                    <a:pt x="212" y="203"/>
                    <a:pt x="229" y="169"/>
                  </a:cubicBezTo>
                  <a:cubicBezTo>
                    <a:pt x="275" y="101"/>
                    <a:pt x="252" y="32"/>
                    <a:pt x="183" y="9"/>
                  </a:cubicBezTo>
                  <a:cubicBezTo>
                    <a:pt x="165" y="3"/>
                    <a:pt x="147" y="1"/>
                    <a:pt x="129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080" rIns="9000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26" name="Google Shape;1386;p8"/>
            <p:cNvSpPr/>
            <p:nvPr/>
          </p:nvSpPr>
          <p:spPr>
            <a:xfrm>
              <a:off x="2720160" y="3754800"/>
              <a:ext cx="33480" cy="2952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29520"/>
                <a:gd name="textAreaBottom" fmla="*/ 30960 h 29520"/>
              </a:gdLst>
              <a:ahLst/>
              <a:cxnLst/>
              <a:rect l="textAreaLeft" t="textAreaTop" r="textAreaRight" b="textAreaBottom"/>
              <a:pathLst>
                <a:path w="389" h="344">
                  <a:moveTo>
                    <a:pt x="179" y="1"/>
                  </a:moveTo>
                  <a:cubicBezTo>
                    <a:pt x="114" y="1"/>
                    <a:pt x="54" y="31"/>
                    <a:pt x="23" y="92"/>
                  </a:cubicBezTo>
                  <a:cubicBezTo>
                    <a:pt x="0" y="184"/>
                    <a:pt x="23" y="298"/>
                    <a:pt x="114" y="321"/>
                  </a:cubicBezTo>
                  <a:cubicBezTo>
                    <a:pt x="145" y="336"/>
                    <a:pt x="175" y="343"/>
                    <a:pt x="204" y="343"/>
                  </a:cubicBezTo>
                  <a:cubicBezTo>
                    <a:pt x="262" y="343"/>
                    <a:pt x="312" y="313"/>
                    <a:pt x="343" y="252"/>
                  </a:cubicBezTo>
                  <a:cubicBezTo>
                    <a:pt x="388" y="161"/>
                    <a:pt x="343" y="69"/>
                    <a:pt x="274" y="24"/>
                  </a:cubicBezTo>
                  <a:cubicBezTo>
                    <a:pt x="244" y="9"/>
                    <a:pt x="211" y="1"/>
                    <a:pt x="179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480" rIns="90000" bIns="154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27" name="Google Shape;1387;p8"/>
            <p:cNvSpPr/>
            <p:nvPr/>
          </p:nvSpPr>
          <p:spPr>
            <a:xfrm>
              <a:off x="2883960" y="4148280"/>
              <a:ext cx="27360" cy="2448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24480"/>
                <a:gd name="textAreaBottom" fmla="*/ 25920 h 24480"/>
              </a:gdLst>
              <a:ahLst/>
              <a:cxnLst/>
              <a:rect l="textAreaLeft" t="textAreaTop" r="textAreaRight" b="textAreaBottom"/>
              <a:pathLst>
                <a:path w="320" h="289">
                  <a:moveTo>
                    <a:pt x="167" y="1"/>
                  </a:moveTo>
                  <a:cubicBezTo>
                    <a:pt x="113" y="1"/>
                    <a:pt x="56" y="38"/>
                    <a:pt x="23" y="88"/>
                  </a:cubicBezTo>
                  <a:cubicBezTo>
                    <a:pt x="0" y="156"/>
                    <a:pt x="23" y="248"/>
                    <a:pt x="92" y="270"/>
                  </a:cubicBezTo>
                  <a:cubicBezTo>
                    <a:pt x="111" y="283"/>
                    <a:pt x="132" y="289"/>
                    <a:pt x="153" y="289"/>
                  </a:cubicBezTo>
                  <a:cubicBezTo>
                    <a:pt x="208" y="289"/>
                    <a:pt x="264" y="251"/>
                    <a:pt x="297" y="202"/>
                  </a:cubicBezTo>
                  <a:cubicBezTo>
                    <a:pt x="320" y="133"/>
                    <a:pt x="297" y="65"/>
                    <a:pt x="229" y="19"/>
                  </a:cubicBezTo>
                  <a:cubicBezTo>
                    <a:pt x="210" y="7"/>
                    <a:pt x="189" y="1"/>
                    <a:pt x="167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28" name="Google Shape;1388;p8"/>
            <p:cNvSpPr/>
            <p:nvPr/>
          </p:nvSpPr>
          <p:spPr>
            <a:xfrm>
              <a:off x="5653440" y="6648480"/>
              <a:ext cx="23400" cy="18000"/>
            </a:xfrm>
            <a:custGeom>
              <a:avLst/>
              <a:gdLst>
                <a:gd name="textAreaLeft" fmla="*/ 0 w 23400"/>
                <a:gd name="textAreaRight" fmla="*/ 24840 w 23400"/>
                <a:gd name="textAreaTop" fmla="*/ 0 h 18000"/>
                <a:gd name="textAreaBottom" fmla="*/ 19440 h 18000"/>
              </a:gdLst>
              <a:ahLst/>
              <a:cxnLst/>
              <a:rect l="textAreaLeft" t="textAreaTop" r="textAreaRight" b="textAreaBottom"/>
              <a:pathLst>
                <a:path w="275" h="215">
                  <a:moveTo>
                    <a:pt x="129" y="1"/>
                  </a:moveTo>
                  <a:cubicBezTo>
                    <a:pt x="73" y="1"/>
                    <a:pt x="17" y="26"/>
                    <a:pt x="0" y="78"/>
                  </a:cubicBezTo>
                  <a:lnTo>
                    <a:pt x="251" y="214"/>
                  </a:lnTo>
                  <a:cubicBezTo>
                    <a:pt x="274" y="146"/>
                    <a:pt x="251" y="55"/>
                    <a:pt x="183" y="9"/>
                  </a:cubicBezTo>
                  <a:cubicBezTo>
                    <a:pt x="166" y="3"/>
                    <a:pt x="147" y="1"/>
                    <a:pt x="129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720" rIns="90000" bIns="97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29" name="Google Shape;1389;p8"/>
            <p:cNvSpPr/>
            <p:nvPr/>
          </p:nvSpPr>
          <p:spPr>
            <a:xfrm>
              <a:off x="1405080" y="3750480"/>
              <a:ext cx="27360" cy="2412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24120"/>
                <a:gd name="textAreaBottom" fmla="*/ 25560 h 24120"/>
              </a:gdLst>
              <a:ahLst/>
              <a:cxnLst/>
              <a:rect l="textAreaLeft" t="textAreaTop" r="textAreaRight" b="textAreaBottom"/>
              <a:pathLst>
                <a:path w="321" h="284">
                  <a:moveTo>
                    <a:pt x="150" y="0"/>
                  </a:moveTo>
                  <a:cubicBezTo>
                    <a:pt x="101" y="0"/>
                    <a:pt x="53" y="26"/>
                    <a:pt x="23" y="70"/>
                  </a:cubicBezTo>
                  <a:cubicBezTo>
                    <a:pt x="1" y="138"/>
                    <a:pt x="23" y="230"/>
                    <a:pt x="92" y="275"/>
                  </a:cubicBezTo>
                  <a:cubicBezTo>
                    <a:pt x="109" y="281"/>
                    <a:pt x="127" y="284"/>
                    <a:pt x="146" y="284"/>
                  </a:cubicBezTo>
                  <a:cubicBezTo>
                    <a:pt x="202" y="284"/>
                    <a:pt x="257" y="258"/>
                    <a:pt x="274" y="207"/>
                  </a:cubicBezTo>
                  <a:cubicBezTo>
                    <a:pt x="320" y="138"/>
                    <a:pt x="297" y="47"/>
                    <a:pt x="229" y="24"/>
                  </a:cubicBezTo>
                  <a:cubicBezTo>
                    <a:pt x="205" y="8"/>
                    <a:pt x="177" y="0"/>
                    <a:pt x="150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600" rIns="90000" bIns="126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30" name="Google Shape;1390;p8"/>
            <p:cNvSpPr/>
            <p:nvPr/>
          </p:nvSpPr>
          <p:spPr>
            <a:xfrm>
              <a:off x="1355760" y="3840120"/>
              <a:ext cx="21240" cy="18720"/>
            </a:xfrm>
            <a:custGeom>
              <a:avLst/>
              <a:gdLst>
                <a:gd name="textAreaLeft" fmla="*/ 0 w 21240"/>
                <a:gd name="textAreaRight" fmla="*/ 22680 w 21240"/>
                <a:gd name="textAreaTop" fmla="*/ 0 h 18720"/>
                <a:gd name="textAreaBottom" fmla="*/ 20160 h 18720"/>
              </a:gdLst>
              <a:ahLst/>
              <a:cxnLst/>
              <a:rect l="textAreaLeft" t="textAreaTop" r="textAreaRight" b="textAreaBottom"/>
              <a:pathLst>
                <a:path w="252" h="224">
                  <a:moveTo>
                    <a:pt x="129" y="1"/>
                  </a:moveTo>
                  <a:cubicBezTo>
                    <a:pt x="81" y="1"/>
                    <a:pt x="40" y="22"/>
                    <a:pt x="24" y="55"/>
                  </a:cubicBezTo>
                  <a:cubicBezTo>
                    <a:pt x="1" y="124"/>
                    <a:pt x="24" y="192"/>
                    <a:pt x="69" y="215"/>
                  </a:cubicBezTo>
                  <a:cubicBezTo>
                    <a:pt x="86" y="221"/>
                    <a:pt x="103" y="224"/>
                    <a:pt x="120" y="224"/>
                  </a:cubicBezTo>
                  <a:cubicBezTo>
                    <a:pt x="169" y="224"/>
                    <a:pt x="212" y="198"/>
                    <a:pt x="229" y="147"/>
                  </a:cubicBezTo>
                  <a:cubicBezTo>
                    <a:pt x="252" y="101"/>
                    <a:pt x="229" y="32"/>
                    <a:pt x="183" y="10"/>
                  </a:cubicBezTo>
                  <a:cubicBezTo>
                    <a:pt x="165" y="4"/>
                    <a:pt x="147" y="1"/>
                    <a:pt x="129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080" rIns="9000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31" name="Google Shape;1391;p8"/>
            <p:cNvSpPr/>
            <p:nvPr/>
          </p:nvSpPr>
          <p:spPr>
            <a:xfrm>
              <a:off x="2963880" y="5387400"/>
              <a:ext cx="33480" cy="2304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23040"/>
                <a:gd name="textAreaBottom" fmla="*/ 24480 h 23040"/>
              </a:gdLst>
              <a:ahLst/>
              <a:cxnLst/>
              <a:rect l="textAreaLeft" t="textAreaTop" r="textAreaRight" b="textAreaBottom"/>
              <a:pathLst>
                <a:path w="389" h="274">
                  <a:moveTo>
                    <a:pt x="161" y="0"/>
                  </a:moveTo>
                  <a:cubicBezTo>
                    <a:pt x="95" y="0"/>
                    <a:pt x="32" y="36"/>
                    <a:pt x="1" y="114"/>
                  </a:cubicBezTo>
                  <a:lnTo>
                    <a:pt x="343" y="274"/>
                  </a:lnTo>
                  <a:cubicBezTo>
                    <a:pt x="389" y="182"/>
                    <a:pt x="366" y="68"/>
                    <a:pt x="252" y="23"/>
                  </a:cubicBezTo>
                  <a:cubicBezTo>
                    <a:pt x="223" y="8"/>
                    <a:pt x="192" y="0"/>
                    <a:pt x="161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240" rIns="90000" bIns="122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32" name="Google Shape;1392;p8"/>
            <p:cNvSpPr/>
            <p:nvPr/>
          </p:nvSpPr>
          <p:spPr>
            <a:xfrm>
              <a:off x="5608440" y="4507920"/>
              <a:ext cx="29520" cy="25560"/>
            </a:xfrm>
            <a:custGeom>
              <a:avLst/>
              <a:gdLst>
                <a:gd name="textAreaLeft" fmla="*/ 0 w 29520"/>
                <a:gd name="textAreaRight" fmla="*/ 30960 w 29520"/>
                <a:gd name="textAreaTop" fmla="*/ 0 h 25560"/>
                <a:gd name="textAreaBottom" fmla="*/ 27000 h 25560"/>
              </a:gdLst>
              <a:ahLst/>
              <a:cxnLst/>
              <a:rect l="textAreaLeft" t="textAreaTop" r="textAreaRight" b="textAreaBottom"/>
              <a:pathLst>
                <a:path w="343" h="301">
                  <a:moveTo>
                    <a:pt x="174" y="0"/>
                  </a:moveTo>
                  <a:cubicBezTo>
                    <a:pt x="117" y="0"/>
                    <a:pt x="57" y="26"/>
                    <a:pt x="23" y="77"/>
                  </a:cubicBezTo>
                  <a:cubicBezTo>
                    <a:pt x="0" y="168"/>
                    <a:pt x="23" y="260"/>
                    <a:pt x="114" y="283"/>
                  </a:cubicBezTo>
                  <a:cubicBezTo>
                    <a:pt x="133" y="295"/>
                    <a:pt x="154" y="301"/>
                    <a:pt x="175" y="301"/>
                  </a:cubicBezTo>
                  <a:cubicBezTo>
                    <a:pt x="228" y="301"/>
                    <a:pt x="280" y="263"/>
                    <a:pt x="297" y="214"/>
                  </a:cubicBezTo>
                  <a:cubicBezTo>
                    <a:pt x="342" y="146"/>
                    <a:pt x="297" y="54"/>
                    <a:pt x="228" y="9"/>
                  </a:cubicBezTo>
                  <a:cubicBezTo>
                    <a:pt x="211" y="3"/>
                    <a:pt x="193" y="0"/>
                    <a:pt x="174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3320" rIns="90000" bIns="133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33" name="Google Shape;1393;p8"/>
            <p:cNvSpPr/>
            <p:nvPr/>
          </p:nvSpPr>
          <p:spPr>
            <a:xfrm>
              <a:off x="6085800" y="4476960"/>
              <a:ext cx="29520" cy="25560"/>
            </a:xfrm>
            <a:custGeom>
              <a:avLst/>
              <a:gdLst>
                <a:gd name="textAreaLeft" fmla="*/ 0 w 29520"/>
                <a:gd name="textAreaRight" fmla="*/ 30960 w 29520"/>
                <a:gd name="textAreaTop" fmla="*/ 0 h 25560"/>
                <a:gd name="textAreaBottom" fmla="*/ 27000 h 25560"/>
              </a:gdLst>
              <a:ahLst/>
              <a:cxnLst/>
              <a:rect l="textAreaLeft" t="textAreaTop" r="textAreaRight" b="textAreaBottom"/>
              <a:pathLst>
                <a:path w="343" h="302">
                  <a:moveTo>
                    <a:pt x="174" y="1"/>
                  </a:moveTo>
                  <a:cubicBezTo>
                    <a:pt x="117" y="1"/>
                    <a:pt x="57" y="26"/>
                    <a:pt x="23" y="78"/>
                  </a:cubicBezTo>
                  <a:cubicBezTo>
                    <a:pt x="0" y="169"/>
                    <a:pt x="23" y="238"/>
                    <a:pt x="92" y="283"/>
                  </a:cubicBezTo>
                  <a:cubicBezTo>
                    <a:pt x="117" y="296"/>
                    <a:pt x="143" y="302"/>
                    <a:pt x="167" y="302"/>
                  </a:cubicBezTo>
                  <a:cubicBezTo>
                    <a:pt x="229" y="302"/>
                    <a:pt x="281" y="264"/>
                    <a:pt x="297" y="215"/>
                  </a:cubicBezTo>
                  <a:cubicBezTo>
                    <a:pt x="343" y="146"/>
                    <a:pt x="320" y="55"/>
                    <a:pt x="229" y="9"/>
                  </a:cubicBezTo>
                  <a:cubicBezTo>
                    <a:pt x="211" y="4"/>
                    <a:pt x="193" y="1"/>
                    <a:pt x="174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3320" rIns="90000" bIns="133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34" name="Google Shape;1394;p8"/>
            <p:cNvSpPr/>
            <p:nvPr/>
          </p:nvSpPr>
          <p:spPr>
            <a:xfrm>
              <a:off x="4635360" y="4638240"/>
              <a:ext cx="37440" cy="32400"/>
            </a:xfrm>
            <a:custGeom>
              <a:avLst/>
              <a:gdLst>
                <a:gd name="textAreaLeft" fmla="*/ 0 w 37440"/>
                <a:gd name="textAreaRight" fmla="*/ 38880 w 37440"/>
                <a:gd name="textAreaTop" fmla="*/ 0 h 32400"/>
                <a:gd name="textAreaBottom" fmla="*/ 33840 h 32400"/>
              </a:gdLst>
              <a:ahLst/>
              <a:cxnLst/>
              <a:rect l="textAreaLeft" t="textAreaTop" r="textAreaRight" b="textAreaBottom"/>
              <a:pathLst>
                <a:path w="434" h="379">
                  <a:moveTo>
                    <a:pt x="220" y="1"/>
                  </a:moveTo>
                  <a:cubicBezTo>
                    <a:pt x="149" y="1"/>
                    <a:pt x="79" y="43"/>
                    <a:pt x="46" y="110"/>
                  </a:cubicBezTo>
                  <a:cubicBezTo>
                    <a:pt x="0" y="201"/>
                    <a:pt x="46" y="315"/>
                    <a:pt x="137" y="361"/>
                  </a:cubicBezTo>
                  <a:cubicBezTo>
                    <a:pt x="161" y="373"/>
                    <a:pt x="188" y="379"/>
                    <a:pt x="214" y="379"/>
                  </a:cubicBezTo>
                  <a:cubicBezTo>
                    <a:pt x="285" y="379"/>
                    <a:pt x="355" y="336"/>
                    <a:pt x="388" y="270"/>
                  </a:cubicBezTo>
                  <a:cubicBezTo>
                    <a:pt x="434" y="178"/>
                    <a:pt x="388" y="64"/>
                    <a:pt x="297" y="18"/>
                  </a:cubicBezTo>
                  <a:cubicBezTo>
                    <a:pt x="272" y="6"/>
                    <a:pt x="246" y="1"/>
                    <a:pt x="220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6920" rIns="90000" bIns="169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35" name="Google Shape;1395;p8"/>
            <p:cNvSpPr/>
            <p:nvPr/>
          </p:nvSpPr>
          <p:spPr>
            <a:xfrm>
              <a:off x="5174280" y="4581720"/>
              <a:ext cx="33480" cy="2880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28800"/>
                <a:gd name="textAreaBottom" fmla="*/ 30240 h 28800"/>
              </a:gdLst>
              <a:ahLst/>
              <a:cxnLst/>
              <a:rect l="textAreaLeft" t="textAreaTop" r="textAreaRight" b="textAreaBottom"/>
              <a:pathLst>
                <a:path w="389" h="337">
                  <a:moveTo>
                    <a:pt x="197" y="0"/>
                  </a:moveTo>
                  <a:cubicBezTo>
                    <a:pt x="134" y="0"/>
                    <a:pt x="63" y="30"/>
                    <a:pt x="46" y="100"/>
                  </a:cubicBezTo>
                  <a:cubicBezTo>
                    <a:pt x="0" y="168"/>
                    <a:pt x="23" y="282"/>
                    <a:pt x="114" y="328"/>
                  </a:cubicBezTo>
                  <a:cubicBezTo>
                    <a:pt x="136" y="333"/>
                    <a:pt x="157" y="336"/>
                    <a:pt x="178" y="336"/>
                  </a:cubicBezTo>
                  <a:cubicBezTo>
                    <a:pt x="246" y="336"/>
                    <a:pt x="308" y="306"/>
                    <a:pt x="342" y="237"/>
                  </a:cubicBezTo>
                  <a:cubicBezTo>
                    <a:pt x="388" y="168"/>
                    <a:pt x="342" y="54"/>
                    <a:pt x="251" y="8"/>
                  </a:cubicBezTo>
                  <a:cubicBezTo>
                    <a:pt x="235" y="3"/>
                    <a:pt x="216" y="0"/>
                    <a:pt x="197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120" rIns="90000" bIns="151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36" name="Google Shape;1396;p8"/>
            <p:cNvSpPr/>
            <p:nvPr/>
          </p:nvSpPr>
          <p:spPr>
            <a:xfrm>
              <a:off x="2873880" y="5289480"/>
              <a:ext cx="33480" cy="2952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29520"/>
                <a:gd name="textAreaBottom" fmla="*/ 30960 h 29520"/>
              </a:gdLst>
              <a:ahLst/>
              <a:cxnLst/>
              <a:rect l="textAreaLeft" t="textAreaTop" r="textAreaRight" b="textAreaBottom"/>
              <a:pathLst>
                <a:path w="389" h="346">
                  <a:moveTo>
                    <a:pt x="189" y="0"/>
                  </a:moveTo>
                  <a:cubicBezTo>
                    <a:pt x="128" y="0"/>
                    <a:pt x="63" y="42"/>
                    <a:pt x="46" y="109"/>
                  </a:cubicBezTo>
                  <a:cubicBezTo>
                    <a:pt x="0" y="178"/>
                    <a:pt x="23" y="292"/>
                    <a:pt x="114" y="337"/>
                  </a:cubicBezTo>
                  <a:cubicBezTo>
                    <a:pt x="136" y="343"/>
                    <a:pt x="157" y="346"/>
                    <a:pt x="178" y="346"/>
                  </a:cubicBezTo>
                  <a:cubicBezTo>
                    <a:pt x="246" y="346"/>
                    <a:pt x="308" y="316"/>
                    <a:pt x="343" y="246"/>
                  </a:cubicBezTo>
                  <a:cubicBezTo>
                    <a:pt x="388" y="178"/>
                    <a:pt x="343" y="64"/>
                    <a:pt x="251" y="18"/>
                  </a:cubicBezTo>
                  <a:cubicBezTo>
                    <a:pt x="233" y="6"/>
                    <a:pt x="211" y="0"/>
                    <a:pt x="189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480" rIns="90000" bIns="154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37" name="Google Shape;1397;p8"/>
            <p:cNvSpPr/>
            <p:nvPr/>
          </p:nvSpPr>
          <p:spPr>
            <a:xfrm>
              <a:off x="4572000" y="5088240"/>
              <a:ext cx="21240" cy="19440"/>
            </a:xfrm>
            <a:custGeom>
              <a:avLst/>
              <a:gdLst>
                <a:gd name="textAreaLeft" fmla="*/ 0 w 21240"/>
                <a:gd name="textAreaRight" fmla="*/ 22680 w 21240"/>
                <a:gd name="textAreaTop" fmla="*/ 0 h 19440"/>
                <a:gd name="textAreaBottom" fmla="*/ 20880 h 19440"/>
              </a:gdLst>
              <a:ahLst/>
              <a:cxnLst/>
              <a:rect l="textAreaLeft" t="textAreaTop" r="textAreaRight" b="textAreaBottom"/>
              <a:pathLst>
                <a:path w="252" h="231">
                  <a:moveTo>
                    <a:pt x="106" y="0"/>
                  </a:moveTo>
                  <a:cubicBezTo>
                    <a:pt x="72" y="0"/>
                    <a:pt x="38" y="25"/>
                    <a:pt x="23" y="70"/>
                  </a:cubicBezTo>
                  <a:cubicBezTo>
                    <a:pt x="0" y="115"/>
                    <a:pt x="23" y="184"/>
                    <a:pt x="69" y="207"/>
                  </a:cubicBezTo>
                  <a:cubicBezTo>
                    <a:pt x="93" y="223"/>
                    <a:pt x="115" y="230"/>
                    <a:pt x="134" y="230"/>
                  </a:cubicBezTo>
                  <a:cubicBezTo>
                    <a:pt x="170" y="230"/>
                    <a:pt x="199" y="205"/>
                    <a:pt x="229" y="161"/>
                  </a:cubicBezTo>
                  <a:cubicBezTo>
                    <a:pt x="252" y="115"/>
                    <a:pt x="229" y="47"/>
                    <a:pt x="160" y="24"/>
                  </a:cubicBezTo>
                  <a:cubicBezTo>
                    <a:pt x="144" y="8"/>
                    <a:pt x="125" y="0"/>
                    <a:pt x="106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440" rIns="90000" bIns="10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38" name="Google Shape;1398;p8"/>
            <p:cNvSpPr/>
            <p:nvPr/>
          </p:nvSpPr>
          <p:spPr>
            <a:xfrm>
              <a:off x="4559760" y="5037480"/>
              <a:ext cx="25200" cy="20880"/>
            </a:xfrm>
            <a:custGeom>
              <a:avLst/>
              <a:gdLst>
                <a:gd name="textAreaLeft" fmla="*/ 0 w 25200"/>
                <a:gd name="textAreaRight" fmla="*/ 26640 w 25200"/>
                <a:gd name="textAreaTop" fmla="*/ 0 h 20880"/>
                <a:gd name="textAreaBottom" fmla="*/ 22320 h 20880"/>
              </a:gdLst>
              <a:ahLst/>
              <a:cxnLst/>
              <a:rect l="textAreaLeft" t="textAreaTop" r="textAreaRight" b="textAreaBottom"/>
              <a:pathLst>
                <a:path w="298" h="249">
                  <a:moveTo>
                    <a:pt x="147" y="1"/>
                  </a:moveTo>
                  <a:cubicBezTo>
                    <a:pt x="101" y="1"/>
                    <a:pt x="62" y="33"/>
                    <a:pt x="46" y="65"/>
                  </a:cubicBezTo>
                  <a:cubicBezTo>
                    <a:pt x="0" y="134"/>
                    <a:pt x="46" y="202"/>
                    <a:pt x="92" y="225"/>
                  </a:cubicBezTo>
                  <a:cubicBezTo>
                    <a:pt x="116" y="241"/>
                    <a:pt x="140" y="249"/>
                    <a:pt x="164" y="249"/>
                  </a:cubicBezTo>
                  <a:cubicBezTo>
                    <a:pt x="206" y="249"/>
                    <a:pt x="245" y="223"/>
                    <a:pt x="274" y="179"/>
                  </a:cubicBezTo>
                  <a:cubicBezTo>
                    <a:pt x="297" y="111"/>
                    <a:pt x="274" y="42"/>
                    <a:pt x="206" y="19"/>
                  </a:cubicBezTo>
                  <a:cubicBezTo>
                    <a:pt x="186" y="6"/>
                    <a:pt x="166" y="1"/>
                    <a:pt x="147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160" rIns="90000" bIns="111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39" name="Google Shape;1399;p8"/>
            <p:cNvSpPr/>
            <p:nvPr/>
          </p:nvSpPr>
          <p:spPr>
            <a:xfrm>
              <a:off x="2521440" y="3222720"/>
              <a:ext cx="37440" cy="32760"/>
            </a:xfrm>
            <a:custGeom>
              <a:avLst/>
              <a:gdLst>
                <a:gd name="textAreaLeft" fmla="*/ 0 w 37440"/>
                <a:gd name="textAreaRight" fmla="*/ 38880 w 37440"/>
                <a:gd name="textAreaTop" fmla="*/ 0 h 32760"/>
                <a:gd name="textAreaBottom" fmla="*/ 34200 h 32760"/>
              </a:gdLst>
              <a:ahLst/>
              <a:cxnLst/>
              <a:rect l="textAreaLeft" t="textAreaTop" r="textAreaRight" b="textAreaBottom"/>
              <a:pathLst>
                <a:path w="434" h="383">
                  <a:moveTo>
                    <a:pt x="220" y="0"/>
                  </a:moveTo>
                  <a:cubicBezTo>
                    <a:pt x="149" y="0"/>
                    <a:pt x="79" y="43"/>
                    <a:pt x="46" y="110"/>
                  </a:cubicBezTo>
                  <a:cubicBezTo>
                    <a:pt x="0" y="201"/>
                    <a:pt x="46" y="315"/>
                    <a:pt x="137" y="361"/>
                  </a:cubicBezTo>
                  <a:cubicBezTo>
                    <a:pt x="166" y="375"/>
                    <a:pt x="197" y="383"/>
                    <a:pt x="228" y="383"/>
                  </a:cubicBezTo>
                  <a:cubicBezTo>
                    <a:pt x="294" y="383"/>
                    <a:pt x="357" y="347"/>
                    <a:pt x="388" y="269"/>
                  </a:cubicBezTo>
                  <a:cubicBezTo>
                    <a:pt x="434" y="178"/>
                    <a:pt x="388" y="64"/>
                    <a:pt x="297" y="18"/>
                  </a:cubicBezTo>
                  <a:cubicBezTo>
                    <a:pt x="273" y="6"/>
                    <a:pt x="246" y="0"/>
                    <a:pt x="220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6920" rIns="90000" bIns="169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40" name="Google Shape;1400;p8"/>
            <p:cNvSpPr/>
            <p:nvPr/>
          </p:nvSpPr>
          <p:spPr>
            <a:xfrm>
              <a:off x="1923120" y="4051080"/>
              <a:ext cx="35640" cy="30240"/>
            </a:xfrm>
            <a:custGeom>
              <a:avLst/>
              <a:gdLst>
                <a:gd name="textAreaLeft" fmla="*/ 0 w 35640"/>
                <a:gd name="textAreaRight" fmla="*/ 37080 w 35640"/>
                <a:gd name="textAreaTop" fmla="*/ 0 h 30240"/>
                <a:gd name="textAreaBottom" fmla="*/ 31680 h 30240"/>
              </a:gdLst>
              <a:ahLst/>
              <a:cxnLst/>
              <a:rect l="textAreaLeft" t="textAreaTop" r="textAreaRight" b="textAreaBottom"/>
              <a:pathLst>
                <a:path w="412" h="352">
                  <a:moveTo>
                    <a:pt x="230" y="0"/>
                  </a:moveTo>
                  <a:cubicBezTo>
                    <a:pt x="156" y="0"/>
                    <a:pt x="81" y="30"/>
                    <a:pt x="46" y="100"/>
                  </a:cubicBezTo>
                  <a:cubicBezTo>
                    <a:pt x="0" y="191"/>
                    <a:pt x="46" y="305"/>
                    <a:pt x="137" y="328"/>
                  </a:cubicBezTo>
                  <a:cubicBezTo>
                    <a:pt x="168" y="343"/>
                    <a:pt x="198" y="351"/>
                    <a:pt x="227" y="351"/>
                  </a:cubicBezTo>
                  <a:cubicBezTo>
                    <a:pt x="284" y="351"/>
                    <a:pt x="335" y="321"/>
                    <a:pt x="366" y="260"/>
                  </a:cubicBezTo>
                  <a:cubicBezTo>
                    <a:pt x="411" y="168"/>
                    <a:pt x="388" y="54"/>
                    <a:pt x="297" y="9"/>
                  </a:cubicBezTo>
                  <a:cubicBezTo>
                    <a:pt x="275" y="3"/>
                    <a:pt x="253" y="0"/>
                    <a:pt x="230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840" rIns="90000" bIns="158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41" name="Google Shape;1401;p8"/>
            <p:cNvSpPr/>
            <p:nvPr/>
          </p:nvSpPr>
          <p:spPr>
            <a:xfrm>
              <a:off x="3721680" y="4789800"/>
              <a:ext cx="39600" cy="33120"/>
            </a:xfrm>
            <a:custGeom>
              <a:avLst/>
              <a:gdLst>
                <a:gd name="textAreaLeft" fmla="*/ 0 w 39600"/>
                <a:gd name="textAreaRight" fmla="*/ 41040 w 39600"/>
                <a:gd name="textAreaTop" fmla="*/ 0 h 33120"/>
                <a:gd name="textAreaBottom" fmla="*/ 34560 h 33120"/>
              </a:gdLst>
              <a:ahLst/>
              <a:cxnLst/>
              <a:rect l="textAreaLeft" t="textAreaTop" r="textAreaRight" b="textAreaBottom"/>
              <a:pathLst>
                <a:path w="458" h="384">
                  <a:moveTo>
                    <a:pt x="240" y="1"/>
                  </a:moveTo>
                  <a:cubicBezTo>
                    <a:pt x="162" y="1"/>
                    <a:pt x="80" y="43"/>
                    <a:pt x="47" y="110"/>
                  </a:cubicBezTo>
                  <a:cubicBezTo>
                    <a:pt x="1" y="201"/>
                    <a:pt x="47" y="315"/>
                    <a:pt x="138" y="361"/>
                  </a:cubicBezTo>
                  <a:cubicBezTo>
                    <a:pt x="176" y="376"/>
                    <a:pt x="214" y="384"/>
                    <a:pt x="249" y="384"/>
                  </a:cubicBezTo>
                  <a:cubicBezTo>
                    <a:pt x="320" y="384"/>
                    <a:pt x="381" y="353"/>
                    <a:pt x="412" y="292"/>
                  </a:cubicBezTo>
                  <a:cubicBezTo>
                    <a:pt x="457" y="178"/>
                    <a:pt x="412" y="64"/>
                    <a:pt x="320" y="19"/>
                  </a:cubicBezTo>
                  <a:cubicBezTo>
                    <a:pt x="296" y="6"/>
                    <a:pt x="268" y="1"/>
                    <a:pt x="240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7280" rIns="90000" bIns="172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42" name="Google Shape;1402;p8"/>
            <p:cNvSpPr/>
            <p:nvPr/>
          </p:nvSpPr>
          <p:spPr>
            <a:xfrm>
              <a:off x="3023280" y="4530240"/>
              <a:ext cx="23400" cy="20880"/>
            </a:xfrm>
            <a:custGeom>
              <a:avLst/>
              <a:gdLst>
                <a:gd name="textAreaLeft" fmla="*/ 0 w 23400"/>
                <a:gd name="textAreaRight" fmla="*/ 24840 w 23400"/>
                <a:gd name="textAreaTop" fmla="*/ 0 h 20880"/>
                <a:gd name="textAreaBottom" fmla="*/ 22320 h 20880"/>
              </a:gdLst>
              <a:ahLst/>
              <a:cxnLst/>
              <a:rect l="textAreaLeft" t="textAreaTop" r="textAreaRight" b="textAreaBottom"/>
              <a:pathLst>
                <a:path w="275" h="247">
                  <a:moveTo>
                    <a:pt x="151" y="1"/>
                  </a:moveTo>
                  <a:cubicBezTo>
                    <a:pt x="102" y="1"/>
                    <a:pt x="57" y="22"/>
                    <a:pt x="23" y="55"/>
                  </a:cubicBezTo>
                  <a:cubicBezTo>
                    <a:pt x="1" y="124"/>
                    <a:pt x="23" y="215"/>
                    <a:pt x="92" y="238"/>
                  </a:cubicBezTo>
                  <a:cubicBezTo>
                    <a:pt x="103" y="244"/>
                    <a:pt x="117" y="247"/>
                    <a:pt x="133" y="247"/>
                  </a:cubicBezTo>
                  <a:cubicBezTo>
                    <a:pt x="179" y="247"/>
                    <a:pt x="234" y="221"/>
                    <a:pt x="252" y="170"/>
                  </a:cubicBezTo>
                  <a:cubicBezTo>
                    <a:pt x="274" y="124"/>
                    <a:pt x="252" y="33"/>
                    <a:pt x="206" y="10"/>
                  </a:cubicBezTo>
                  <a:cubicBezTo>
                    <a:pt x="188" y="4"/>
                    <a:pt x="169" y="1"/>
                    <a:pt x="151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160" rIns="90000" bIns="111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43" name="Google Shape;1403;p8"/>
            <p:cNvSpPr/>
            <p:nvPr/>
          </p:nvSpPr>
          <p:spPr>
            <a:xfrm>
              <a:off x="2955600" y="4580640"/>
              <a:ext cx="41760" cy="34560"/>
            </a:xfrm>
            <a:custGeom>
              <a:avLst/>
              <a:gdLst>
                <a:gd name="textAreaLeft" fmla="*/ 0 w 41760"/>
                <a:gd name="textAreaRight" fmla="*/ 43200 w 41760"/>
                <a:gd name="textAreaTop" fmla="*/ 0 h 34560"/>
                <a:gd name="textAreaBottom" fmla="*/ 36000 h 34560"/>
              </a:gdLst>
              <a:ahLst/>
              <a:cxnLst/>
              <a:rect l="textAreaLeft" t="textAreaTop" r="textAreaRight" b="textAreaBottom"/>
              <a:pathLst>
                <a:path w="480" h="402">
                  <a:moveTo>
                    <a:pt x="243" y="0"/>
                  </a:moveTo>
                  <a:cubicBezTo>
                    <a:pt x="172" y="0"/>
                    <a:pt x="102" y="43"/>
                    <a:pt x="69" y="110"/>
                  </a:cubicBezTo>
                  <a:cubicBezTo>
                    <a:pt x="0" y="201"/>
                    <a:pt x="46" y="338"/>
                    <a:pt x="160" y="384"/>
                  </a:cubicBezTo>
                  <a:cubicBezTo>
                    <a:pt x="185" y="396"/>
                    <a:pt x="211" y="401"/>
                    <a:pt x="237" y="401"/>
                  </a:cubicBezTo>
                  <a:cubicBezTo>
                    <a:pt x="308" y="401"/>
                    <a:pt x="378" y="359"/>
                    <a:pt x="411" y="292"/>
                  </a:cubicBezTo>
                  <a:cubicBezTo>
                    <a:pt x="480" y="178"/>
                    <a:pt x="434" y="64"/>
                    <a:pt x="320" y="18"/>
                  </a:cubicBezTo>
                  <a:cubicBezTo>
                    <a:pt x="295" y="6"/>
                    <a:pt x="269" y="0"/>
                    <a:pt x="243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8000" rIns="90000" bIns="180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44" name="Google Shape;1404;p8"/>
            <p:cNvSpPr/>
            <p:nvPr/>
          </p:nvSpPr>
          <p:spPr>
            <a:xfrm>
              <a:off x="3508920" y="3350520"/>
              <a:ext cx="23040" cy="18720"/>
            </a:xfrm>
            <a:custGeom>
              <a:avLst/>
              <a:gdLst>
                <a:gd name="textAreaLeft" fmla="*/ 0 w 23040"/>
                <a:gd name="textAreaRight" fmla="*/ 24480 w 23040"/>
                <a:gd name="textAreaTop" fmla="*/ 0 h 18720"/>
                <a:gd name="textAreaBottom" fmla="*/ 20160 h 18720"/>
              </a:gdLst>
              <a:ahLst/>
              <a:cxnLst/>
              <a:rect l="textAreaLeft" t="textAreaTop" r="textAreaRight" b="textAreaBottom"/>
              <a:pathLst>
                <a:path w="274" h="224">
                  <a:moveTo>
                    <a:pt x="142" y="0"/>
                  </a:moveTo>
                  <a:cubicBezTo>
                    <a:pt x="102" y="0"/>
                    <a:pt x="56" y="22"/>
                    <a:pt x="23" y="55"/>
                  </a:cubicBezTo>
                  <a:cubicBezTo>
                    <a:pt x="0" y="124"/>
                    <a:pt x="23" y="192"/>
                    <a:pt x="91" y="215"/>
                  </a:cubicBezTo>
                  <a:cubicBezTo>
                    <a:pt x="104" y="221"/>
                    <a:pt x="118" y="224"/>
                    <a:pt x="132" y="224"/>
                  </a:cubicBezTo>
                  <a:cubicBezTo>
                    <a:pt x="172" y="224"/>
                    <a:pt x="218" y="203"/>
                    <a:pt x="251" y="169"/>
                  </a:cubicBezTo>
                  <a:cubicBezTo>
                    <a:pt x="274" y="101"/>
                    <a:pt x="251" y="32"/>
                    <a:pt x="183" y="9"/>
                  </a:cubicBezTo>
                  <a:cubicBezTo>
                    <a:pt x="170" y="3"/>
                    <a:pt x="157" y="0"/>
                    <a:pt x="142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080" rIns="9000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45" name="Google Shape;1405;p8"/>
            <p:cNvSpPr/>
            <p:nvPr/>
          </p:nvSpPr>
          <p:spPr>
            <a:xfrm>
              <a:off x="2292120" y="3386520"/>
              <a:ext cx="33480" cy="2916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29160"/>
                <a:gd name="textAreaBottom" fmla="*/ 30600 h 29160"/>
              </a:gdLst>
              <a:ahLst/>
              <a:cxnLst/>
              <a:rect l="textAreaLeft" t="textAreaTop" r="textAreaRight" b="textAreaBottom"/>
              <a:pathLst>
                <a:path w="389" h="339">
                  <a:moveTo>
                    <a:pt x="195" y="1"/>
                  </a:moveTo>
                  <a:cubicBezTo>
                    <a:pt x="127" y="1"/>
                    <a:pt x="63" y="38"/>
                    <a:pt x="47" y="88"/>
                  </a:cubicBezTo>
                  <a:cubicBezTo>
                    <a:pt x="1" y="179"/>
                    <a:pt x="24" y="293"/>
                    <a:pt x="115" y="316"/>
                  </a:cubicBezTo>
                  <a:cubicBezTo>
                    <a:pt x="145" y="331"/>
                    <a:pt x="176" y="339"/>
                    <a:pt x="205" y="339"/>
                  </a:cubicBezTo>
                  <a:cubicBezTo>
                    <a:pt x="262" y="339"/>
                    <a:pt x="313" y="308"/>
                    <a:pt x="343" y="248"/>
                  </a:cubicBezTo>
                  <a:cubicBezTo>
                    <a:pt x="389" y="156"/>
                    <a:pt x="343" y="65"/>
                    <a:pt x="275" y="19"/>
                  </a:cubicBezTo>
                  <a:cubicBezTo>
                    <a:pt x="249" y="7"/>
                    <a:pt x="222" y="1"/>
                    <a:pt x="195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120" rIns="90000" bIns="151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46" name="Google Shape;1406;p8"/>
            <p:cNvSpPr/>
            <p:nvPr/>
          </p:nvSpPr>
          <p:spPr>
            <a:xfrm>
              <a:off x="2015640" y="3922920"/>
              <a:ext cx="27360" cy="2412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24120"/>
                <a:gd name="textAreaBottom" fmla="*/ 25560 h 24120"/>
              </a:gdLst>
              <a:ahLst/>
              <a:cxnLst/>
              <a:rect l="textAreaLeft" t="textAreaTop" r="textAreaRight" b="textAreaBottom"/>
              <a:pathLst>
                <a:path w="320" h="284">
                  <a:moveTo>
                    <a:pt x="156" y="1"/>
                  </a:moveTo>
                  <a:cubicBezTo>
                    <a:pt x="107" y="1"/>
                    <a:pt x="61" y="31"/>
                    <a:pt x="46" y="92"/>
                  </a:cubicBezTo>
                  <a:cubicBezTo>
                    <a:pt x="0" y="160"/>
                    <a:pt x="23" y="229"/>
                    <a:pt x="115" y="275"/>
                  </a:cubicBezTo>
                  <a:cubicBezTo>
                    <a:pt x="132" y="280"/>
                    <a:pt x="149" y="283"/>
                    <a:pt x="166" y="283"/>
                  </a:cubicBezTo>
                  <a:cubicBezTo>
                    <a:pt x="216" y="283"/>
                    <a:pt x="263" y="257"/>
                    <a:pt x="297" y="206"/>
                  </a:cubicBezTo>
                  <a:cubicBezTo>
                    <a:pt x="320" y="138"/>
                    <a:pt x="297" y="46"/>
                    <a:pt x="229" y="23"/>
                  </a:cubicBezTo>
                  <a:cubicBezTo>
                    <a:pt x="206" y="8"/>
                    <a:pt x="181" y="1"/>
                    <a:pt x="156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600" rIns="90000" bIns="126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47" name="Google Shape;1407;p8"/>
            <p:cNvSpPr/>
            <p:nvPr/>
          </p:nvSpPr>
          <p:spPr>
            <a:xfrm>
              <a:off x="3236400" y="5096520"/>
              <a:ext cx="29520" cy="24120"/>
            </a:xfrm>
            <a:custGeom>
              <a:avLst/>
              <a:gdLst>
                <a:gd name="textAreaLeft" fmla="*/ 0 w 29520"/>
                <a:gd name="textAreaRight" fmla="*/ 30960 w 29520"/>
                <a:gd name="textAreaTop" fmla="*/ 0 h 24120"/>
                <a:gd name="textAreaBottom" fmla="*/ 25560 h 24120"/>
              </a:gdLst>
              <a:ahLst/>
              <a:cxnLst/>
              <a:rect l="textAreaLeft" t="textAreaTop" r="textAreaRight" b="textAreaBottom"/>
              <a:pathLst>
                <a:path w="343" h="284">
                  <a:moveTo>
                    <a:pt x="151" y="1"/>
                  </a:moveTo>
                  <a:cubicBezTo>
                    <a:pt x="104" y="1"/>
                    <a:pt x="61" y="26"/>
                    <a:pt x="46" y="70"/>
                  </a:cubicBezTo>
                  <a:cubicBezTo>
                    <a:pt x="0" y="161"/>
                    <a:pt x="46" y="230"/>
                    <a:pt x="114" y="275"/>
                  </a:cubicBezTo>
                  <a:cubicBezTo>
                    <a:pt x="132" y="281"/>
                    <a:pt x="150" y="284"/>
                    <a:pt x="169" y="284"/>
                  </a:cubicBezTo>
                  <a:cubicBezTo>
                    <a:pt x="224" y="284"/>
                    <a:pt x="280" y="258"/>
                    <a:pt x="297" y="207"/>
                  </a:cubicBezTo>
                  <a:cubicBezTo>
                    <a:pt x="343" y="138"/>
                    <a:pt x="297" y="47"/>
                    <a:pt x="229" y="24"/>
                  </a:cubicBezTo>
                  <a:cubicBezTo>
                    <a:pt x="204" y="8"/>
                    <a:pt x="177" y="1"/>
                    <a:pt x="151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600" rIns="90000" bIns="126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48" name="Google Shape;1408;p8"/>
            <p:cNvSpPr/>
            <p:nvPr/>
          </p:nvSpPr>
          <p:spPr>
            <a:xfrm>
              <a:off x="3477960" y="3303360"/>
              <a:ext cx="39600" cy="36000"/>
            </a:xfrm>
            <a:custGeom>
              <a:avLst/>
              <a:gdLst>
                <a:gd name="textAreaLeft" fmla="*/ 0 w 39600"/>
                <a:gd name="textAreaRight" fmla="*/ 41040 w 39600"/>
                <a:gd name="textAreaTop" fmla="*/ 0 h 36000"/>
                <a:gd name="textAreaBottom" fmla="*/ 37440 h 36000"/>
              </a:gdLst>
              <a:ahLst/>
              <a:cxnLst/>
              <a:rect l="textAreaLeft" t="textAreaTop" r="textAreaRight" b="textAreaBottom"/>
              <a:pathLst>
                <a:path w="458" h="416">
                  <a:moveTo>
                    <a:pt x="213" y="0"/>
                  </a:moveTo>
                  <a:cubicBezTo>
                    <a:pt x="140" y="0"/>
                    <a:pt x="77" y="46"/>
                    <a:pt x="46" y="124"/>
                  </a:cubicBezTo>
                  <a:cubicBezTo>
                    <a:pt x="1" y="215"/>
                    <a:pt x="24" y="352"/>
                    <a:pt x="138" y="397"/>
                  </a:cubicBezTo>
                  <a:cubicBezTo>
                    <a:pt x="162" y="410"/>
                    <a:pt x="190" y="415"/>
                    <a:pt x="218" y="415"/>
                  </a:cubicBezTo>
                  <a:cubicBezTo>
                    <a:pt x="296" y="415"/>
                    <a:pt x="378" y="373"/>
                    <a:pt x="412" y="306"/>
                  </a:cubicBezTo>
                  <a:cubicBezTo>
                    <a:pt x="457" y="192"/>
                    <a:pt x="412" y="78"/>
                    <a:pt x="320" y="32"/>
                  </a:cubicBezTo>
                  <a:cubicBezTo>
                    <a:pt x="284" y="10"/>
                    <a:pt x="247" y="0"/>
                    <a:pt x="213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8720" rIns="90000" bIns="187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49" name="Google Shape;1409;p8"/>
            <p:cNvSpPr/>
            <p:nvPr/>
          </p:nvSpPr>
          <p:spPr>
            <a:xfrm>
              <a:off x="4987800" y="6261480"/>
              <a:ext cx="25200" cy="21600"/>
            </a:xfrm>
            <a:custGeom>
              <a:avLst/>
              <a:gdLst>
                <a:gd name="textAreaLeft" fmla="*/ 0 w 25200"/>
                <a:gd name="textAreaRight" fmla="*/ 26640 w 25200"/>
                <a:gd name="textAreaTop" fmla="*/ 0 h 21600"/>
                <a:gd name="textAreaBottom" fmla="*/ 23040 h 21600"/>
              </a:gdLst>
              <a:ahLst/>
              <a:cxnLst/>
              <a:rect l="textAreaLeft" t="textAreaTop" r="textAreaRight" b="textAreaBottom"/>
              <a:pathLst>
                <a:path w="298" h="257">
                  <a:moveTo>
                    <a:pt x="152" y="1"/>
                  </a:moveTo>
                  <a:cubicBezTo>
                    <a:pt x="97" y="1"/>
                    <a:pt x="41" y="26"/>
                    <a:pt x="24" y="78"/>
                  </a:cubicBezTo>
                  <a:cubicBezTo>
                    <a:pt x="1" y="123"/>
                    <a:pt x="24" y="215"/>
                    <a:pt x="92" y="237"/>
                  </a:cubicBezTo>
                  <a:cubicBezTo>
                    <a:pt x="112" y="251"/>
                    <a:pt x="132" y="256"/>
                    <a:pt x="151" y="256"/>
                  </a:cubicBezTo>
                  <a:cubicBezTo>
                    <a:pt x="197" y="256"/>
                    <a:pt x="236" y="224"/>
                    <a:pt x="252" y="192"/>
                  </a:cubicBezTo>
                  <a:cubicBezTo>
                    <a:pt x="298" y="123"/>
                    <a:pt x="275" y="32"/>
                    <a:pt x="206" y="9"/>
                  </a:cubicBezTo>
                  <a:cubicBezTo>
                    <a:pt x="189" y="3"/>
                    <a:pt x="171" y="1"/>
                    <a:pt x="152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520" rIns="90000" bIns="115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50" name="Google Shape;1410;p8"/>
            <p:cNvSpPr/>
            <p:nvPr/>
          </p:nvSpPr>
          <p:spPr>
            <a:xfrm>
              <a:off x="2054520" y="3556080"/>
              <a:ext cx="25200" cy="23040"/>
            </a:xfrm>
            <a:custGeom>
              <a:avLst/>
              <a:gdLst>
                <a:gd name="textAreaLeft" fmla="*/ 0 w 25200"/>
                <a:gd name="textAreaRight" fmla="*/ 26640 w 25200"/>
                <a:gd name="textAreaTop" fmla="*/ 0 h 23040"/>
                <a:gd name="textAreaBottom" fmla="*/ 24480 h 23040"/>
              </a:gdLst>
              <a:ahLst/>
              <a:cxnLst/>
              <a:rect l="textAreaLeft" t="textAreaTop" r="textAreaRight" b="textAreaBottom"/>
              <a:pathLst>
                <a:path w="297" h="271">
                  <a:moveTo>
                    <a:pt x="128" y="0"/>
                  </a:moveTo>
                  <a:cubicBezTo>
                    <a:pt x="81" y="0"/>
                    <a:pt x="38" y="25"/>
                    <a:pt x="23" y="69"/>
                  </a:cubicBezTo>
                  <a:cubicBezTo>
                    <a:pt x="0" y="138"/>
                    <a:pt x="23" y="229"/>
                    <a:pt x="91" y="252"/>
                  </a:cubicBezTo>
                  <a:cubicBezTo>
                    <a:pt x="111" y="265"/>
                    <a:pt x="130" y="270"/>
                    <a:pt x="148" y="270"/>
                  </a:cubicBezTo>
                  <a:cubicBezTo>
                    <a:pt x="196" y="270"/>
                    <a:pt x="241" y="233"/>
                    <a:pt x="274" y="184"/>
                  </a:cubicBezTo>
                  <a:cubicBezTo>
                    <a:pt x="297" y="138"/>
                    <a:pt x="274" y="47"/>
                    <a:pt x="206" y="24"/>
                  </a:cubicBezTo>
                  <a:cubicBezTo>
                    <a:pt x="181" y="8"/>
                    <a:pt x="154" y="0"/>
                    <a:pt x="128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240" rIns="90000" bIns="122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51" name="Google Shape;1411;p8"/>
            <p:cNvSpPr/>
            <p:nvPr/>
          </p:nvSpPr>
          <p:spPr>
            <a:xfrm>
              <a:off x="2566440" y="3642120"/>
              <a:ext cx="31320" cy="28080"/>
            </a:xfrm>
            <a:custGeom>
              <a:avLst/>
              <a:gdLst>
                <a:gd name="textAreaLeft" fmla="*/ 0 w 31320"/>
                <a:gd name="textAreaRight" fmla="*/ 32760 w 31320"/>
                <a:gd name="textAreaTop" fmla="*/ 0 h 28080"/>
                <a:gd name="textAreaBottom" fmla="*/ 29520 h 28080"/>
              </a:gdLst>
              <a:ahLst/>
              <a:cxnLst/>
              <a:rect l="textAreaLeft" t="textAreaTop" r="textAreaRight" b="textAreaBottom"/>
              <a:pathLst>
                <a:path w="366" h="329">
                  <a:moveTo>
                    <a:pt x="172" y="1"/>
                  </a:moveTo>
                  <a:cubicBezTo>
                    <a:pt x="115" y="1"/>
                    <a:pt x="54" y="31"/>
                    <a:pt x="23" y="92"/>
                  </a:cubicBezTo>
                  <a:cubicBezTo>
                    <a:pt x="0" y="183"/>
                    <a:pt x="23" y="274"/>
                    <a:pt x="115" y="320"/>
                  </a:cubicBezTo>
                  <a:cubicBezTo>
                    <a:pt x="131" y="326"/>
                    <a:pt x="149" y="328"/>
                    <a:pt x="169" y="328"/>
                  </a:cubicBezTo>
                  <a:cubicBezTo>
                    <a:pt x="233" y="328"/>
                    <a:pt x="308" y="299"/>
                    <a:pt x="343" y="229"/>
                  </a:cubicBezTo>
                  <a:cubicBezTo>
                    <a:pt x="366" y="160"/>
                    <a:pt x="343" y="46"/>
                    <a:pt x="252" y="23"/>
                  </a:cubicBezTo>
                  <a:cubicBezTo>
                    <a:pt x="229" y="8"/>
                    <a:pt x="201" y="1"/>
                    <a:pt x="172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4760" rIns="90000" bIns="147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52" name="Google Shape;1412;p8"/>
            <p:cNvSpPr/>
            <p:nvPr/>
          </p:nvSpPr>
          <p:spPr>
            <a:xfrm>
              <a:off x="2320560" y="3702600"/>
              <a:ext cx="25200" cy="20880"/>
            </a:xfrm>
            <a:custGeom>
              <a:avLst/>
              <a:gdLst>
                <a:gd name="textAreaLeft" fmla="*/ 0 w 25200"/>
                <a:gd name="textAreaRight" fmla="*/ 26640 w 25200"/>
                <a:gd name="textAreaTop" fmla="*/ 0 h 20880"/>
                <a:gd name="textAreaBottom" fmla="*/ 22320 h 20880"/>
              </a:gdLst>
              <a:ahLst/>
              <a:cxnLst/>
              <a:rect l="textAreaLeft" t="textAreaTop" r="textAreaRight" b="textAreaBottom"/>
              <a:pathLst>
                <a:path w="298" h="247">
                  <a:moveTo>
                    <a:pt x="155" y="1"/>
                  </a:moveTo>
                  <a:cubicBezTo>
                    <a:pt x="106" y="1"/>
                    <a:pt x="63" y="26"/>
                    <a:pt x="46" y="78"/>
                  </a:cubicBezTo>
                  <a:cubicBezTo>
                    <a:pt x="0" y="123"/>
                    <a:pt x="46" y="192"/>
                    <a:pt x="92" y="238"/>
                  </a:cubicBezTo>
                  <a:cubicBezTo>
                    <a:pt x="109" y="243"/>
                    <a:pt x="126" y="246"/>
                    <a:pt x="143" y="246"/>
                  </a:cubicBezTo>
                  <a:cubicBezTo>
                    <a:pt x="193" y="246"/>
                    <a:pt x="240" y="220"/>
                    <a:pt x="274" y="169"/>
                  </a:cubicBezTo>
                  <a:cubicBezTo>
                    <a:pt x="297" y="123"/>
                    <a:pt x="274" y="32"/>
                    <a:pt x="206" y="9"/>
                  </a:cubicBezTo>
                  <a:cubicBezTo>
                    <a:pt x="189" y="4"/>
                    <a:pt x="172" y="1"/>
                    <a:pt x="155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160" rIns="90000" bIns="111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53" name="Google Shape;1413;p8"/>
            <p:cNvSpPr/>
            <p:nvPr/>
          </p:nvSpPr>
          <p:spPr>
            <a:xfrm>
              <a:off x="7763400" y="5484960"/>
              <a:ext cx="23400" cy="18720"/>
            </a:xfrm>
            <a:custGeom>
              <a:avLst/>
              <a:gdLst>
                <a:gd name="textAreaLeft" fmla="*/ 0 w 23400"/>
                <a:gd name="textAreaRight" fmla="*/ 24840 w 23400"/>
                <a:gd name="textAreaTop" fmla="*/ 0 h 18720"/>
                <a:gd name="textAreaBottom" fmla="*/ 20160 h 18720"/>
              </a:gdLst>
              <a:ahLst/>
              <a:cxnLst/>
              <a:rect l="textAreaLeft" t="textAreaTop" r="textAreaRight" b="textAreaBottom"/>
              <a:pathLst>
                <a:path w="275" h="224">
                  <a:moveTo>
                    <a:pt x="129" y="0"/>
                  </a:moveTo>
                  <a:cubicBezTo>
                    <a:pt x="81" y="0"/>
                    <a:pt x="40" y="22"/>
                    <a:pt x="23" y="55"/>
                  </a:cubicBezTo>
                  <a:cubicBezTo>
                    <a:pt x="0" y="123"/>
                    <a:pt x="23" y="192"/>
                    <a:pt x="69" y="215"/>
                  </a:cubicBezTo>
                  <a:cubicBezTo>
                    <a:pt x="87" y="221"/>
                    <a:pt x="105" y="224"/>
                    <a:pt x="123" y="224"/>
                  </a:cubicBezTo>
                  <a:cubicBezTo>
                    <a:pt x="171" y="224"/>
                    <a:pt x="212" y="203"/>
                    <a:pt x="229" y="169"/>
                  </a:cubicBezTo>
                  <a:cubicBezTo>
                    <a:pt x="274" y="101"/>
                    <a:pt x="251" y="32"/>
                    <a:pt x="183" y="9"/>
                  </a:cubicBezTo>
                  <a:cubicBezTo>
                    <a:pt x="165" y="3"/>
                    <a:pt x="146" y="0"/>
                    <a:pt x="129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080" rIns="9000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54" name="Google Shape;1414;p8"/>
            <p:cNvSpPr/>
            <p:nvPr/>
          </p:nvSpPr>
          <p:spPr>
            <a:xfrm>
              <a:off x="4625280" y="3122280"/>
              <a:ext cx="35640" cy="30600"/>
            </a:xfrm>
            <a:custGeom>
              <a:avLst/>
              <a:gdLst>
                <a:gd name="textAreaLeft" fmla="*/ 0 w 35640"/>
                <a:gd name="textAreaRight" fmla="*/ 37080 w 35640"/>
                <a:gd name="textAreaTop" fmla="*/ 0 h 30600"/>
                <a:gd name="textAreaBottom" fmla="*/ 32040 h 30600"/>
              </a:gdLst>
              <a:ahLst/>
              <a:cxnLst/>
              <a:rect l="textAreaLeft" t="textAreaTop" r="textAreaRight" b="textAreaBottom"/>
              <a:pathLst>
                <a:path w="412" h="357">
                  <a:moveTo>
                    <a:pt x="202" y="1"/>
                  </a:moveTo>
                  <a:cubicBezTo>
                    <a:pt x="138" y="1"/>
                    <a:pt x="80" y="43"/>
                    <a:pt x="47" y="110"/>
                  </a:cubicBezTo>
                  <a:cubicBezTo>
                    <a:pt x="1" y="179"/>
                    <a:pt x="47" y="293"/>
                    <a:pt x="138" y="338"/>
                  </a:cubicBezTo>
                  <a:cubicBezTo>
                    <a:pt x="156" y="351"/>
                    <a:pt x="178" y="356"/>
                    <a:pt x="201" y="356"/>
                  </a:cubicBezTo>
                  <a:cubicBezTo>
                    <a:pt x="263" y="356"/>
                    <a:pt x="333" y="314"/>
                    <a:pt x="366" y="247"/>
                  </a:cubicBezTo>
                  <a:cubicBezTo>
                    <a:pt x="412" y="179"/>
                    <a:pt x="366" y="64"/>
                    <a:pt x="275" y="19"/>
                  </a:cubicBezTo>
                  <a:cubicBezTo>
                    <a:pt x="250" y="7"/>
                    <a:pt x="226" y="1"/>
                    <a:pt x="202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840" rIns="90000" bIns="158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55" name="Google Shape;1415;p8"/>
            <p:cNvSpPr/>
            <p:nvPr/>
          </p:nvSpPr>
          <p:spPr>
            <a:xfrm>
              <a:off x="2332800" y="4115880"/>
              <a:ext cx="37440" cy="32400"/>
            </a:xfrm>
            <a:custGeom>
              <a:avLst/>
              <a:gdLst>
                <a:gd name="textAreaLeft" fmla="*/ 0 w 37440"/>
                <a:gd name="textAreaRight" fmla="*/ 38880 w 37440"/>
                <a:gd name="textAreaTop" fmla="*/ 0 h 32400"/>
                <a:gd name="textAreaBottom" fmla="*/ 33840 h 32400"/>
              </a:gdLst>
              <a:ahLst/>
              <a:cxnLst/>
              <a:rect l="textAreaLeft" t="textAreaTop" r="textAreaRight" b="textAreaBottom"/>
              <a:pathLst>
                <a:path w="435" h="379">
                  <a:moveTo>
                    <a:pt x="221" y="0"/>
                  </a:moveTo>
                  <a:cubicBezTo>
                    <a:pt x="150" y="0"/>
                    <a:pt x="79" y="43"/>
                    <a:pt x="46" y="109"/>
                  </a:cubicBezTo>
                  <a:cubicBezTo>
                    <a:pt x="0" y="201"/>
                    <a:pt x="46" y="315"/>
                    <a:pt x="137" y="360"/>
                  </a:cubicBezTo>
                  <a:cubicBezTo>
                    <a:pt x="162" y="373"/>
                    <a:pt x="188" y="378"/>
                    <a:pt x="214" y="378"/>
                  </a:cubicBezTo>
                  <a:cubicBezTo>
                    <a:pt x="285" y="378"/>
                    <a:pt x="355" y="336"/>
                    <a:pt x="388" y="269"/>
                  </a:cubicBezTo>
                  <a:cubicBezTo>
                    <a:pt x="434" y="178"/>
                    <a:pt x="388" y="64"/>
                    <a:pt x="297" y="18"/>
                  </a:cubicBezTo>
                  <a:cubicBezTo>
                    <a:pt x="273" y="6"/>
                    <a:pt x="247" y="0"/>
                    <a:pt x="221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6920" rIns="90000" bIns="169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56" name="Google Shape;1416;p8"/>
            <p:cNvSpPr/>
            <p:nvPr/>
          </p:nvSpPr>
          <p:spPr>
            <a:xfrm>
              <a:off x="5852160" y="2541240"/>
              <a:ext cx="23400" cy="20160"/>
            </a:xfrm>
            <a:custGeom>
              <a:avLst/>
              <a:gdLst>
                <a:gd name="textAreaLeft" fmla="*/ 0 w 23400"/>
                <a:gd name="textAreaRight" fmla="*/ 24840 w 23400"/>
                <a:gd name="textAreaTop" fmla="*/ 0 h 20160"/>
                <a:gd name="textAreaBottom" fmla="*/ 21600 h 20160"/>
              </a:gdLst>
              <a:ahLst/>
              <a:cxnLst/>
              <a:rect l="textAreaLeft" t="textAreaTop" r="textAreaRight" b="textAreaBottom"/>
              <a:pathLst>
                <a:path w="275" h="239">
                  <a:moveTo>
                    <a:pt x="142" y="0"/>
                  </a:moveTo>
                  <a:cubicBezTo>
                    <a:pt x="102" y="0"/>
                    <a:pt x="56" y="22"/>
                    <a:pt x="23" y="55"/>
                  </a:cubicBezTo>
                  <a:cubicBezTo>
                    <a:pt x="0" y="124"/>
                    <a:pt x="23" y="192"/>
                    <a:pt x="92" y="215"/>
                  </a:cubicBezTo>
                  <a:cubicBezTo>
                    <a:pt x="108" y="231"/>
                    <a:pt x="127" y="239"/>
                    <a:pt x="147" y="239"/>
                  </a:cubicBezTo>
                  <a:cubicBezTo>
                    <a:pt x="183" y="239"/>
                    <a:pt x="222" y="213"/>
                    <a:pt x="251" y="169"/>
                  </a:cubicBezTo>
                  <a:cubicBezTo>
                    <a:pt x="274" y="101"/>
                    <a:pt x="251" y="32"/>
                    <a:pt x="183" y="9"/>
                  </a:cubicBezTo>
                  <a:cubicBezTo>
                    <a:pt x="171" y="3"/>
                    <a:pt x="157" y="0"/>
                    <a:pt x="142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0" rIns="90000" bIns="108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57" name="Google Shape;1417;p8"/>
            <p:cNvSpPr/>
            <p:nvPr/>
          </p:nvSpPr>
          <p:spPr>
            <a:xfrm>
              <a:off x="3387960" y="5512320"/>
              <a:ext cx="37440" cy="31320"/>
            </a:xfrm>
            <a:custGeom>
              <a:avLst/>
              <a:gdLst>
                <a:gd name="textAreaLeft" fmla="*/ 0 w 37440"/>
                <a:gd name="textAreaRight" fmla="*/ 38880 w 37440"/>
                <a:gd name="textAreaTop" fmla="*/ 0 h 31320"/>
                <a:gd name="textAreaBottom" fmla="*/ 32760 h 31320"/>
              </a:gdLst>
              <a:ahLst/>
              <a:cxnLst/>
              <a:rect l="textAreaLeft" t="textAreaTop" r="textAreaRight" b="textAreaBottom"/>
              <a:pathLst>
                <a:path w="435" h="365">
                  <a:moveTo>
                    <a:pt x="202" y="0"/>
                  </a:moveTo>
                  <a:cubicBezTo>
                    <a:pt x="137" y="0"/>
                    <a:pt x="76" y="30"/>
                    <a:pt x="46" y="91"/>
                  </a:cubicBezTo>
                  <a:cubicBezTo>
                    <a:pt x="0" y="183"/>
                    <a:pt x="46" y="297"/>
                    <a:pt x="137" y="342"/>
                  </a:cubicBezTo>
                  <a:cubicBezTo>
                    <a:pt x="166" y="357"/>
                    <a:pt x="197" y="364"/>
                    <a:pt x="228" y="364"/>
                  </a:cubicBezTo>
                  <a:cubicBezTo>
                    <a:pt x="294" y="364"/>
                    <a:pt x="357" y="329"/>
                    <a:pt x="388" y="251"/>
                  </a:cubicBezTo>
                  <a:cubicBezTo>
                    <a:pt x="434" y="160"/>
                    <a:pt x="388" y="69"/>
                    <a:pt x="297" y="23"/>
                  </a:cubicBezTo>
                  <a:cubicBezTo>
                    <a:pt x="267" y="8"/>
                    <a:pt x="234" y="0"/>
                    <a:pt x="202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6200" rIns="90000" bIns="162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58" name="Google Shape;1418;p8"/>
            <p:cNvSpPr/>
            <p:nvPr/>
          </p:nvSpPr>
          <p:spPr>
            <a:xfrm>
              <a:off x="2675160" y="5223960"/>
              <a:ext cx="33480" cy="2268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22680"/>
                <a:gd name="textAreaBottom" fmla="*/ 24120 h 22680"/>
              </a:gdLst>
              <a:ahLst/>
              <a:cxnLst/>
              <a:rect l="textAreaLeft" t="textAreaTop" r="textAreaRight" b="textAreaBottom"/>
              <a:pathLst>
                <a:path w="389" h="270">
                  <a:moveTo>
                    <a:pt x="175" y="1"/>
                  </a:moveTo>
                  <a:cubicBezTo>
                    <a:pt x="104" y="1"/>
                    <a:pt x="34" y="43"/>
                    <a:pt x="0" y="110"/>
                  </a:cubicBezTo>
                  <a:lnTo>
                    <a:pt x="343" y="270"/>
                  </a:lnTo>
                  <a:cubicBezTo>
                    <a:pt x="388" y="178"/>
                    <a:pt x="343" y="64"/>
                    <a:pt x="251" y="19"/>
                  </a:cubicBezTo>
                  <a:cubicBezTo>
                    <a:pt x="227" y="6"/>
                    <a:pt x="201" y="1"/>
                    <a:pt x="175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880" rIns="90000" bIns="118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59" name="Google Shape;1419;p8"/>
            <p:cNvSpPr/>
            <p:nvPr/>
          </p:nvSpPr>
          <p:spPr>
            <a:xfrm>
              <a:off x="3310200" y="5510160"/>
              <a:ext cx="21240" cy="15120"/>
            </a:xfrm>
            <a:custGeom>
              <a:avLst/>
              <a:gdLst>
                <a:gd name="textAreaLeft" fmla="*/ 0 w 21240"/>
                <a:gd name="textAreaRight" fmla="*/ 22680 w 21240"/>
                <a:gd name="textAreaTop" fmla="*/ 0 h 15120"/>
                <a:gd name="textAreaBottom" fmla="*/ 16560 h 15120"/>
              </a:gdLst>
              <a:ahLst/>
              <a:cxnLst/>
              <a:rect l="textAreaLeft" t="textAreaTop" r="textAreaRight" b="textAreaBottom"/>
              <a:pathLst>
                <a:path w="252" h="184">
                  <a:moveTo>
                    <a:pt x="99" y="0"/>
                  </a:moveTo>
                  <a:cubicBezTo>
                    <a:pt x="58" y="0"/>
                    <a:pt x="15" y="25"/>
                    <a:pt x="0" y="70"/>
                  </a:cubicBezTo>
                  <a:lnTo>
                    <a:pt x="228" y="184"/>
                  </a:lnTo>
                  <a:cubicBezTo>
                    <a:pt x="251" y="115"/>
                    <a:pt x="228" y="47"/>
                    <a:pt x="160" y="24"/>
                  </a:cubicBezTo>
                  <a:cubicBezTo>
                    <a:pt x="144" y="8"/>
                    <a:pt x="122" y="0"/>
                    <a:pt x="99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8280" rIns="90000" bIns="82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60" name="Google Shape;1420;p8"/>
            <p:cNvSpPr/>
            <p:nvPr/>
          </p:nvSpPr>
          <p:spPr>
            <a:xfrm>
              <a:off x="2816280" y="5224680"/>
              <a:ext cx="21240" cy="18720"/>
            </a:xfrm>
            <a:custGeom>
              <a:avLst/>
              <a:gdLst>
                <a:gd name="textAreaLeft" fmla="*/ 0 w 21240"/>
                <a:gd name="textAreaRight" fmla="*/ 22680 w 21240"/>
                <a:gd name="textAreaTop" fmla="*/ 0 h 18720"/>
                <a:gd name="textAreaBottom" fmla="*/ 20160 h 18720"/>
              </a:gdLst>
              <a:ahLst/>
              <a:cxnLst/>
              <a:rect l="textAreaLeft" t="textAreaTop" r="textAreaRight" b="textAreaBottom"/>
              <a:pathLst>
                <a:path w="252" h="224">
                  <a:moveTo>
                    <a:pt x="129" y="1"/>
                  </a:moveTo>
                  <a:cubicBezTo>
                    <a:pt x="81" y="1"/>
                    <a:pt x="40" y="22"/>
                    <a:pt x="23" y="55"/>
                  </a:cubicBezTo>
                  <a:cubicBezTo>
                    <a:pt x="0" y="101"/>
                    <a:pt x="23" y="169"/>
                    <a:pt x="69" y="215"/>
                  </a:cubicBezTo>
                  <a:cubicBezTo>
                    <a:pt x="86" y="221"/>
                    <a:pt x="103" y="224"/>
                    <a:pt x="119" y="224"/>
                  </a:cubicBezTo>
                  <a:cubicBezTo>
                    <a:pt x="168" y="224"/>
                    <a:pt x="211" y="198"/>
                    <a:pt x="228" y="146"/>
                  </a:cubicBezTo>
                  <a:cubicBezTo>
                    <a:pt x="251" y="101"/>
                    <a:pt x="228" y="32"/>
                    <a:pt x="183" y="10"/>
                  </a:cubicBezTo>
                  <a:cubicBezTo>
                    <a:pt x="164" y="3"/>
                    <a:pt x="146" y="1"/>
                    <a:pt x="129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080" rIns="9000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61" name="Google Shape;1421;p8"/>
            <p:cNvSpPr/>
            <p:nvPr/>
          </p:nvSpPr>
          <p:spPr>
            <a:xfrm>
              <a:off x="2372040" y="4907160"/>
              <a:ext cx="27360" cy="2376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23760"/>
                <a:gd name="textAreaBottom" fmla="*/ 25200 h 23760"/>
              </a:gdLst>
              <a:ahLst/>
              <a:cxnLst/>
              <a:rect l="textAreaLeft" t="textAreaTop" r="textAreaRight" b="textAreaBottom"/>
              <a:pathLst>
                <a:path w="320" h="279">
                  <a:moveTo>
                    <a:pt x="164" y="0"/>
                  </a:moveTo>
                  <a:cubicBezTo>
                    <a:pt x="118" y="0"/>
                    <a:pt x="63" y="26"/>
                    <a:pt x="46" y="77"/>
                  </a:cubicBezTo>
                  <a:cubicBezTo>
                    <a:pt x="0" y="146"/>
                    <a:pt x="23" y="237"/>
                    <a:pt x="91" y="260"/>
                  </a:cubicBezTo>
                  <a:cubicBezTo>
                    <a:pt x="110" y="272"/>
                    <a:pt x="131" y="278"/>
                    <a:pt x="152" y="278"/>
                  </a:cubicBezTo>
                  <a:cubicBezTo>
                    <a:pt x="205" y="278"/>
                    <a:pt x="258" y="241"/>
                    <a:pt x="274" y="191"/>
                  </a:cubicBezTo>
                  <a:cubicBezTo>
                    <a:pt x="320" y="123"/>
                    <a:pt x="274" y="54"/>
                    <a:pt x="205" y="9"/>
                  </a:cubicBezTo>
                  <a:cubicBezTo>
                    <a:pt x="194" y="3"/>
                    <a:pt x="180" y="0"/>
                    <a:pt x="164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600" rIns="90000" bIns="126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62" name="Google Shape;1422;p8"/>
            <p:cNvSpPr/>
            <p:nvPr/>
          </p:nvSpPr>
          <p:spPr>
            <a:xfrm>
              <a:off x="3639960" y="5601600"/>
              <a:ext cx="21240" cy="18720"/>
            </a:xfrm>
            <a:custGeom>
              <a:avLst/>
              <a:gdLst>
                <a:gd name="textAreaLeft" fmla="*/ 0 w 21240"/>
                <a:gd name="textAreaRight" fmla="*/ 22680 w 21240"/>
                <a:gd name="textAreaTop" fmla="*/ 0 h 18720"/>
                <a:gd name="textAreaBottom" fmla="*/ 20160 h 18720"/>
              </a:gdLst>
              <a:ahLst/>
              <a:cxnLst/>
              <a:rect l="textAreaLeft" t="textAreaTop" r="textAreaRight" b="textAreaBottom"/>
              <a:pathLst>
                <a:path w="252" h="224">
                  <a:moveTo>
                    <a:pt x="129" y="0"/>
                  </a:moveTo>
                  <a:cubicBezTo>
                    <a:pt x="82" y="0"/>
                    <a:pt x="40" y="22"/>
                    <a:pt x="24" y="55"/>
                  </a:cubicBezTo>
                  <a:cubicBezTo>
                    <a:pt x="1" y="123"/>
                    <a:pt x="24" y="192"/>
                    <a:pt x="69" y="215"/>
                  </a:cubicBezTo>
                  <a:cubicBezTo>
                    <a:pt x="88" y="221"/>
                    <a:pt x="106" y="224"/>
                    <a:pt x="124" y="224"/>
                  </a:cubicBezTo>
                  <a:cubicBezTo>
                    <a:pt x="171" y="224"/>
                    <a:pt x="212" y="203"/>
                    <a:pt x="229" y="169"/>
                  </a:cubicBezTo>
                  <a:cubicBezTo>
                    <a:pt x="252" y="101"/>
                    <a:pt x="229" y="32"/>
                    <a:pt x="184" y="9"/>
                  </a:cubicBezTo>
                  <a:cubicBezTo>
                    <a:pt x="165" y="3"/>
                    <a:pt x="147" y="0"/>
                    <a:pt x="129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080" rIns="9000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63" name="Google Shape;1423;p8"/>
            <p:cNvSpPr/>
            <p:nvPr/>
          </p:nvSpPr>
          <p:spPr>
            <a:xfrm>
              <a:off x="2417040" y="5084640"/>
              <a:ext cx="27360" cy="1872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18720"/>
                <a:gd name="textAreaBottom" fmla="*/ 20160 h 18720"/>
              </a:gdLst>
              <a:ahLst/>
              <a:cxnLst/>
              <a:rect l="textAreaLeft" t="textAreaTop" r="textAreaRight" b="textAreaBottom"/>
              <a:pathLst>
                <a:path w="320" h="224">
                  <a:moveTo>
                    <a:pt x="153" y="0"/>
                  </a:moveTo>
                  <a:cubicBezTo>
                    <a:pt x="90" y="0"/>
                    <a:pt x="33" y="38"/>
                    <a:pt x="0" y="87"/>
                  </a:cubicBezTo>
                  <a:lnTo>
                    <a:pt x="297" y="224"/>
                  </a:lnTo>
                  <a:cubicBezTo>
                    <a:pt x="320" y="155"/>
                    <a:pt x="297" y="64"/>
                    <a:pt x="228" y="18"/>
                  </a:cubicBezTo>
                  <a:cubicBezTo>
                    <a:pt x="203" y="6"/>
                    <a:pt x="177" y="0"/>
                    <a:pt x="153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080" rIns="9000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64" name="Google Shape;1424;p8"/>
            <p:cNvSpPr/>
            <p:nvPr/>
          </p:nvSpPr>
          <p:spPr>
            <a:xfrm>
              <a:off x="2589120" y="5137920"/>
              <a:ext cx="33480" cy="2268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22680"/>
                <a:gd name="textAreaBottom" fmla="*/ 24120 h 22680"/>
              </a:gdLst>
              <a:ahLst/>
              <a:cxnLst/>
              <a:rect l="textAreaLeft" t="textAreaTop" r="textAreaRight" b="textAreaBottom"/>
              <a:pathLst>
                <a:path w="389" h="270">
                  <a:moveTo>
                    <a:pt x="175" y="1"/>
                  </a:moveTo>
                  <a:cubicBezTo>
                    <a:pt x="104" y="1"/>
                    <a:pt x="34" y="43"/>
                    <a:pt x="1" y="110"/>
                  </a:cubicBezTo>
                  <a:lnTo>
                    <a:pt x="343" y="270"/>
                  </a:lnTo>
                  <a:cubicBezTo>
                    <a:pt x="389" y="179"/>
                    <a:pt x="343" y="65"/>
                    <a:pt x="252" y="19"/>
                  </a:cubicBezTo>
                  <a:cubicBezTo>
                    <a:pt x="227" y="7"/>
                    <a:pt x="201" y="1"/>
                    <a:pt x="175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880" rIns="90000" bIns="118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65" name="Google Shape;1425;p8"/>
            <p:cNvSpPr/>
            <p:nvPr/>
          </p:nvSpPr>
          <p:spPr>
            <a:xfrm>
              <a:off x="2638080" y="5171400"/>
              <a:ext cx="27360" cy="1800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18000"/>
                <a:gd name="textAreaBottom" fmla="*/ 19440 h 18000"/>
              </a:gdLst>
              <a:ahLst/>
              <a:cxnLst/>
              <a:rect l="textAreaLeft" t="textAreaTop" r="textAreaRight" b="textAreaBottom"/>
              <a:pathLst>
                <a:path w="320" h="215">
                  <a:moveTo>
                    <a:pt x="151" y="0"/>
                  </a:moveTo>
                  <a:cubicBezTo>
                    <a:pt x="95" y="0"/>
                    <a:pt x="35" y="26"/>
                    <a:pt x="0" y="78"/>
                  </a:cubicBezTo>
                  <a:lnTo>
                    <a:pt x="274" y="214"/>
                  </a:lnTo>
                  <a:cubicBezTo>
                    <a:pt x="320" y="146"/>
                    <a:pt x="274" y="55"/>
                    <a:pt x="206" y="9"/>
                  </a:cubicBezTo>
                  <a:cubicBezTo>
                    <a:pt x="189" y="3"/>
                    <a:pt x="170" y="0"/>
                    <a:pt x="151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720" rIns="90000" bIns="97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66" name="Google Shape;1426;p8"/>
            <p:cNvSpPr/>
            <p:nvPr/>
          </p:nvSpPr>
          <p:spPr>
            <a:xfrm>
              <a:off x="2970000" y="4970880"/>
              <a:ext cx="27360" cy="2484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24840"/>
                <a:gd name="textAreaBottom" fmla="*/ 26280 h 24840"/>
              </a:gdLst>
              <a:ahLst/>
              <a:cxnLst/>
              <a:rect l="textAreaLeft" t="textAreaTop" r="textAreaRight" b="textAreaBottom"/>
              <a:pathLst>
                <a:path w="320" h="292">
                  <a:moveTo>
                    <a:pt x="174" y="1"/>
                  </a:moveTo>
                  <a:cubicBezTo>
                    <a:pt x="118" y="1"/>
                    <a:pt x="63" y="26"/>
                    <a:pt x="46" y="78"/>
                  </a:cubicBezTo>
                  <a:cubicBezTo>
                    <a:pt x="0" y="146"/>
                    <a:pt x="23" y="237"/>
                    <a:pt x="91" y="283"/>
                  </a:cubicBezTo>
                  <a:cubicBezTo>
                    <a:pt x="114" y="289"/>
                    <a:pt x="136" y="292"/>
                    <a:pt x="156" y="292"/>
                  </a:cubicBezTo>
                  <a:cubicBezTo>
                    <a:pt x="215" y="292"/>
                    <a:pt x="263" y="266"/>
                    <a:pt x="297" y="215"/>
                  </a:cubicBezTo>
                  <a:cubicBezTo>
                    <a:pt x="320" y="146"/>
                    <a:pt x="297" y="55"/>
                    <a:pt x="228" y="9"/>
                  </a:cubicBezTo>
                  <a:cubicBezTo>
                    <a:pt x="211" y="3"/>
                    <a:pt x="193" y="1"/>
                    <a:pt x="174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67" name="Google Shape;1427;p8"/>
            <p:cNvSpPr/>
            <p:nvPr/>
          </p:nvSpPr>
          <p:spPr>
            <a:xfrm>
              <a:off x="2161080" y="4285440"/>
              <a:ext cx="31320" cy="27000"/>
            </a:xfrm>
            <a:custGeom>
              <a:avLst/>
              <a:gdLst>
                <a:gd name="textAreaLeft" fmla="*/ 0 w 31320"/>
                <a:gd name="textAreaRight" fmla="*/ 32760 w 31320"/>
                <a:gd name="textAreaTop" fmla="*/ 0 h 27000"/>
                <a:gd name="textAreaBottom" fmla="*/ 28440 h 27000"/>
              </a:gdLst>
              <a:ahLst/>
              <a:cxnLst/>
              <a:rect l="textAreaLeft" t="textAreaTop" r="textAreaRight" b="textAreaBottom"/>
              <a:pathLst>
                <a:path w="366" h="316">
                  <a:moveTo>
                    <a:pt x="184" y="1"/>
                  </a:moveTo>
                  <a:cubicBezTo>
                    <a:pt x="127" y="1"/>
                    <a:pt x="76" y="31"/>
                    <a:pt x="46" y="92"/>
                  </a:cubicBezTo>
                  <a:cubicBezTo>
                    <a:pt x="0" y="160"/>
                    <a:pt x="46" y="275"/>
                    <a:pt x="114" y="297"/>
                  </a:cubicBezTo>
                  <a:cubicBezTo>
                    <a:pt x="140" y="310"/>
                    <a:pt x="165" y="316"/>
                    <a:pt x="190" y="316"/>
                  </a:cubicBezTo>
                  <a:cubicBezTo>
                    <a:pt x="253" y="316"/>
                    <a:pt x="310" y="278"/>
                    <a:pt x="342" y="229"/>
                  </a:cubicBezTo>
                  <a:cubicBezTo>
                    <a:pt x="365" y="160"/>
                    <a:pt x="342" y="46"/>
                    <a:pt x="274" y="24"/>
                  </a:cubicBezTo>
                  <a:cubicBezTo>
                    <a:pt x="244" y="8"/>
                    <a:pt x="213" y="1"/>
                    <a:pt x="184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4040" rIns="90000" bIns="140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68" name="Google Shape;1428;p8"/>
            <p:cNvSpPr/>
            <p:nvPr/>
          </p:nvSpPr>
          <p:spPr>
            <a:xfrm>
              <a:off x="3301920" y="5218560"/>
              <a:ext cx="23400" cy="20520"/>
            </a:xfrm>
            <a:custGeom>
              <a:avLst/>
              <a:gdLst>
                <a:gd name="textAreaLeft" fmla="*/ 0 w 23400"/>
                <a:gd name="textAreaRight" fmla="*/ 24840 w 23400"/>
                <a:gd name="textAreaTop" fmla="*/ 0 h 20520"/>
                <a:gd name="textAreaBottom" fmla="*/ 21960 h 20520"/>
              </a:gdLst>
              <a:ahLst/>
              <a:cxnLst/>
              <a:rect l="textAreaLeft" t="textAreaTop" r="textAreaRight" b="textAreaBottom"/>
              <a:pathLst>
                <a:path w="275" h="246">
                  <a:moveTo>
                    <a:pt x="139" y="0"/>
                  </a:moveTo>
                  <a:cubicBezTo>
                    <a:pt x="94" y="0"/>
                    <a:pt x="40" y="21"/>
                    <a:pt x="24" y="55"/>
                  </a:cubicBezTo>
                  <a:cubicBezTo>
                    <a:pt x="1" y="123"/>
                    <a:pt x="24" y="192"/>
                    <a:pt x="92" y="237"/>
                  </a:cubicBezTo>
                  <a:cubicBezTo>
                    <a:pt x="103" y="243"/>
                    <a:pt x="116" y="246"/>
                    <a:pt x="130" y="246"/>
                  </a:cubicBezTo>
                  <a:cubicBezTo>
                    <a:pt x="171" y="246"/>
                    <a:pt x="218" y="220"/>
                    <a:pt x="252" y="169"/>
                  </a:cubicBezTo>
                  <a:cubicBezTo>
                    <a:pt x="275" y="100"/>
                    <a:pt x="252" y="32"/>
                    <a:pt x="183" y="9"/>
                  </a:cubicBezTo>
                  <a:cubicBezTo>
                    <a:pt x="171" y="3"/>
                    <a:pt x="156" y="0"/>
                    <a:pt x="139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0" rIns="90000" bIns="108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69" name="Google Shape;1429;p8"/>
            <p:cNvSpPr/>
            <p:nvPr/>
          </p:nvSpPr>
          <p:spPr>
            <a:xfrm>
              <a:off x="4440960" y="5442120"/>
              <a:ext cx="21240" cy="18720"/>
            </a:xfrm>
            <a:custGeom>
              <a:avLst/>
              <a:gdLst>
                <a:gd name="textAreaLeft" fmla="*/ 0 w 21240"/>
                <a:gd name="textAreaRight" fmla="*/ 22680 w 21240"/>
                <a:gd name="textAreaTop" fmla="*/ 0 h 18720"/>
                <a:gd name="textAreaBottom" fmla="*/ 20160 h 18720"/>
              </a:gdLst>
              <a:ahLst/>
              <a:cxnLst/>
              <a:rect l="textAreaLeft" t="textAreaTop" r="textAreaRight" b="textAreaBottom"/>
              <a:pathLst>
                <a:path w="252" h="224">
                  <a:moveTo>
                    <a:pt x="129" y="0"/>
                  </a:moveTo>
                  <a:cubicBezTo>
                    <a:pt x="81" y="0"/>
                    <a:pt x="40" y="21"/>
                    <a:pt x="23" y="55"/>
                  </a:cubicBezTo>
                  <a:cubicBezTo>
                    <a:pt x="1" y="123"/>
                    <a:pt x="23" y="192"/>
                    <a:pt x="69" y="214"/>
                  </a:cubicBezTo>
                  <a:cubicBezTo>
                    <a:pt x="87" y="221"/>
                    <a:pt x="106" y="223"/>
                    <a:pt x="123" y="223"/>
                  </a:cubicBezTo>
                  <a:cubicBezTo>
                    <a:pt x="171" y="223"/>
                    <a:pt x="212" y="202"/>
                    <a:pt x="229" y="169"/>
                  </a:cubicBezTo>
                  <a:cubicBezTo>
                    <a:pt x="252" y="100"/>
                    <a:pt x="229" y="32"/>
                    <a:pt x="183" y="9"/>
                  </a:cubicBezTo>
                  <a:cubicBezTo>
                    <a:pt x="165" y="3"/>
                    <a:pt x="147" y="0"/>
                    <a:pt x="129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080" rIns="9000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70" name="Google Shape;1430;p8"/>
            <p:cNvSpPr/>
            <p:nvPr/>
          </p:nvSpPr>
          <p:spPr>
            <a:xfrm>
              <a:off x="2871720" y="5000760"/>
              <a:ext cx="29520" cy="25560"/>
            </a:xfrm>
            <a:custGeom>
              <a:avLst/>
              <a:gdLst>
                <a:gd name="textAreaLeft" fmla="*/ 0 w 29520"/>
                <a:gd name="textAreaRight" fmla="*/ 30960 w 29520"/>
                <a:gd name="textAreaTop" fmla="*/ 0 h 25560"/>
                <a:gd name="textAreaBottom" fmla="*/ 27000 h 25560"/>
              </a:gdLst>
              <a:ahLst/>
              <a:cxnLst/>
              <a:rect l="textAreaLeft" t="textAreaTop" r="textAreaRight" b="textAreaBottom"/>
              <a:pathLst>
                <a:path w="343" h="302">
                  <a:moveTo>
                    <a:pt x="167" y="0"/>
                  </a:moveTo>
                  <a:cubicBezTo>
                    <a:pt x="113" y="0"/>
                    <a:pt x="56" y="38"/>
                    <a:pt x="23" y="87"/>
                  </a:cubicBezTo>
                  <a:cubicBezTo>
                    <a:pt x="0" y="156"/>
                    <a:pt x="23" y="247"/>
                    <a:pt x="92" y="292"/>
                  </a:cubicBezTo>
                  <a:cubicBezTo>
                    <a:pt x="115" y="298"/>
                    <a:pt x="136" y="301"/>
                    <a:pt x="156" y="301"/>
                  </a:cubicBezTo>
                  <a:cubicBezTo>
                    <a:pt x="216" y="301"/>
                    <a:pt x="263" y="275"/>
                    <a:pt x="297" y="224"/>
                  </a:cubicBezTo>
                  <a:cubicBezTo>
                    <a:pt x="343" y="133"/>
                    <a:pt x="297" y="41"/>
                    <a:pt x="229" y="19"/>
                  </a:cubicBezTo>
                  <a:cubicBezTo>
                    <a:pt x="210" y="6"/>
                    <a:pt x="189" y="0"/>
                    <a:pt x="167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3320" rIns="90000" bIns="133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71" name="Google Shape;1431;p8"/>
            <p:cNvSpPr/>
            <p:nvPr/>
          </p:nvSpPr>
          <p:spPr>
            <a:xfrm>
              <a:off x="2564280" y="5145840"/>
              <a:ext cx="31320" cy="21240"/>
            </a:xfrm>
            <a:custGeom>
              <a:avLst/>
              <a:gdLst>
                <a:gd name="textAreaLeft" fmla="*/ 0 w 31320"/>
                <a:gd name="textAreaRight" fmla="*/ 32760 w 31320"/>
                <a:gd name="textAreaTop" fmla="*/ 0 h 21240"/>
                <a:gd name="textAreaBottom" fmla="*/ 22680 h 21240"/>
              </a:gdLst>
              <a:ahLst/>
              <a:cxnLst/>
              <a:rect l="textAreaLeft" t="textAreaTop" r="textAreaRight" b="textAreaBottom"/>
              <a:pathLst>
                <a:path w="366" h="252">
                  <a:moveTo>
                    <a:pt x="134" y="0"/>
                  </a:moveTo>
                  <a:cubicBezTo>
                    <a:pt x="72" y="0"/>
                    <a:pt x="16" y="31"/>
                    <a:pt x="1" y="92"/>
                  </a:cubicBezTo>
                  <a:lnTo>
                    <a:pt x="320" y="251"/>
                  </a:lnTo>
                  <a:cubicBezTo>
                    <a:pt x="366" y="160"/>
                    <a:pt x="320" y="46"/>
                    <a:pt x="229" y="23"/>
                  </a:cubicBezTo>
                  <a:cubicBezTo>
                    <a:pt x="198" y="8"/>
                    <a:pt x="165" y="0"/>
                    <a:pt x="134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160" rIns="90000" bIns="111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72" name="Google Shape;1432;p8"/>
            <p:cNvSpPr/>
            <p:nvPr/>
          </p:nvSpPr>
          <p:spPr>
            <a:xfrm>
              <a:off x="3076560" y="5296320"/>
              <a:ext cx="23400" cy="21960"/>
            </a:xfrm>
            <a:custGeom>
              <a:avLst/>
              <a:gdLst>
                <a:gd name="textAreaLeft" fmla="*/ 0 w 23400"/>
                <a:gd name="textAreaRight" fmla="*/ 24840 w 23400"/>
                <a:gd name="textAreaTop" fmla="*/ 0 h 21960"/>
                <a:gd name="textAreaBottom" fmla="*/ 23400 h 21960"/>
              </a:gdLst>
              <a:ahLst/>
              <a:cxnLst/>
              <a:rect l="textAreaLeft" t="textAreaTop" r="textAreaRight" b="textAreaBottom"/>
              <a:pathLst>
                <a:path w="275" h="262">
                  <a:moveTo>
                    <a:pt x="143" y="1"/>
                  </a:moveTo>
                  <a:cubicBezTo>
                    <a:pt x="97" y="1"/>
                    <a:pt x="41" y="27"/>
                    <a:pt x="24" y="78"/>
                  </a:cubicBezTo>
                  <a:cubicBezTo>
                    <a:pt x="1" y="146"/>
                    <a:pt x="24" y="215"/>
                    <a:pt x="92" y="238"/>
                  </a:cubicBezTo>
                  <a:cubicBezTo>
                    <a:pt x="108" y="254"/>
                    <a:pt x="130" y="261"/>
                    <a:pt x="153" y="261"/>
                  </a:cubicBezTo>
                  <a:cubicBezTo>
                    <a:pt x="194" y="261"/>
                    <a:pt x="237" y="236"/>
                    <a:pt x="252" y="192"/>
                  </a:cubicBezTo>
                  <a:cubicBezTo>
                    <a:pt x="275" y="124"/>
                    <a:pt x="252" y="55"/>
                    <a:pt x="184" y="9"/>
                  </a:cubicBezTo>
                  <a:cubicBezTo>
                    <a:pt x="172" y="4"/>
                    <a:pt x="158" y="1"/>
                    <a:pt x="143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520" rIns="90000" bIns="115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73" name="Google Shape;1433;p8"/>
            <p:cNvSpPr/>
            <p:nvPr/>
          </p:nvSpPr>
          <p:spPr>
            <a:xfrm>
              <a:off x="2845080" y="4331880"/>
              <a:ext cx="31320" cy="26640"/>
            </a:xfrm>
            <a:custGeom>
              <a:avLst/>
              <a:gdLst>
                <a:gd name="textAreaLeft" fmla="*/ 0 w 31320"/>
                <a:gd name="textAreaRight" fmla="*/ 32760 w 31320"/>
                <a:gd name="textAreaTop" fmla="*/ 0 h 26640"/>
                <a:gd name="textAreaBottom" fmla="*/ 28080 h 26640"/>
              </a:gdLst>
              <a:ahLst/>
              <a:cxnLst/>
              <a:rect l="textAreaLeft" t="textAreaTop" r="textAreaRight" b="textAreaBottom"/>
              <a:pathLst>
                <a:path w="366" h="314">
                  <a:moveTo>
                    <a:pt x="194" y="0"/>
                  </a:moveTo>
                  <a:cubicBezTo>
                    <a:pt x="132" y="0"/>
                    <a:pt x="63" y="26"/>
                    <a:pt x="46" y="77"/>
                  </a:cubicBezTo>
                  <a:cubicBezTo>
                    <a:pt x="1" y="168"/>
                    <a:pt x="46" y="260"/>
                    <a:pt x="115" y="305"/>
                  </a:cubicBezTo>
                  <a:cubicBezTo>
                    <a:pt x="131" y="311"/>
                    <a:pt x="150" y="314"/>
                    <a:pt x="169" y="314"/>
                  </a:cubicBezTo>
                  <a:cubicBezTo>
                    <a:pt x="232" y="314"/>
                    <a:pt x="303" y="284"/>
                    <a:pt x="320" y="214"/>
                  </a:cubicBezTo>
                  <a:cubicBezTo>
                    <a:pt x="366" y="146"/>
                    <a:pt x="320" y="54"/>
                    <a:pt x="252" y="9"/>
                  </a:cubicBezTo>
                  <a:cubicBezTo>
                    <a:pt x="235" y="3"/>
                    <a:pt x="215" y="0"/>
                    <a:pt x="194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4040" rIns="90000" bIns="140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74" name="Google Shape;1434;p8"/>
            <p:cNvSpPr/>
            <p:nvPr/>
          </p:nvSpPr>
          <p:spPr>
            <a:xfrm>
              <a:off x="2718000" y="5217840"/>
              <a:ext cx="41760" cy="34560"/>
            </a:xfrm>
            <a:custGeom>
              <a:avLst/>
              <a:gdLst>
                <a:gd name="textAreaLeft" fmla="*/ 0 w 41760"/>
                <a:gd name="textAreaRight" fmla="*/ 43200 w 41760"/>
                <a:gd name="textAreaTop" fmla="*/ 0 h 34560"/>
                <a:gd name="textAreaBottom" fmla="*/ 36000 h 34560"/>
              </a:gdLst>
              <a:ahLst/>
              <a:cxnLst/>
              <a:rect l="textAreaLeft" t="textAreaTop" r="textAreaRight" b="textAreaBottom"/>
              <a:pathLst>
                <a:path w="480" h="402">
                  <a:moveTo>
                    <a:pt x="252" y="0"/>
                  </a:moveTo>
                  <a:cubicBezTo>
                    <a:pt x="173" y="0"/>
                    <a:pt x="102" y="43"/>
                    <a:pt x="69" y="109"/>
                  </a:cubicBezTo>
                  <a:cubicBezTo>
                    <a:pt x="1" y="201"/>
                    <a:pt x="46" y="338"/>
                    <a:pt x="160" y="383"/>
                  </a:cubicBezTo>
                  <a:cubicBezTo>
                    <a:pt x="185" y="395"/>
                    <a:pt x="211" y="401"/>
                    <a:pt x="237" y="401"/>
                  </a:cubicBezTo>
                  <a:cubicBezTo>
                    <a:pt x="309" y="401"/>
                    <a:pt x="384" y="359"/>
                    <a:pt x="434" y="292"/>
                  </a:cubicBezTo>
                  <a:cubicBezTo>
                    <a:pt x="480" y="178"/>
                    <a:pt x="434" y="64"/>
                    <a:pt x="343" y="18"/>
                  </a:cubicBezTo>
                  <a:cubicBezTo>
                    <a:pt x="312" y="6"/>
                    <a:pt x="282" y="0"/>
                    <a:pt x="252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8000" rIns="90000" bIns="180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75" name="Google Shape;1435;p8"/>
            <p:cNvSpPr/>
            <p:nvPr/>
          </p:nvSpPr>
          <p:spPr>
            <a:xfrm>
              <a:off x="2787840" y="5010840"/>
              <a:ext cx="33480" cy="3060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30600"/>
                <a:gd name="textAreaBottom" fmla="*/ 32040 h 30600"/>
              </a:gdLst>
              <a:ahLst/>
              <a:cxnLst/>
              <a:rect l="textAreaLeft" t="textAreaTop" r="textAreaRight" b="textAreaBottom"/>
              <a:pathLst>
                <a:path w="389" h="357">
                  <a:moveTo>
                    <a:pt x="198" y="1"/>
                  </a:moveTo>
                  <a:cubicBezTo>
                    <a:pt x="129" y="1"/>
                    <a:pt x="63" y="43"/>
                    <a:pt x="46" y="110"/>
                  </a:cubicBezTo>
                  <a:cubicBezTo>
                    <a:pt x="1" y="201"/>
                    <a:pt x="23" y="293"/>
                    <a:pt x="115" y="338"/>
                  </a:cubicBezTo>
                  <a:cubicBezTo>
                    <a:pt x="139" y="350"/>
                    <a:pt x="165" y="356"/>
                    <a:pt x="191" y="356"/>
                  </a:cubicBezTo>
                  <a:cubicBezTo>
                    <a:pt x="261" y="356"/>
                    <a:pt x="326" y="314"/>
                    <a:pt x="343" y="247"/>
                  </a:cubicBezTo>
                  <a:cubicBezTo>
                    <a:pt x="389" y="178"/>
                    <a:pt x="366" y="64"/>
                    <a:pt x="275" y="19"/>
                  </a:cubicBezTo>
                  <a:cubicBezTo>
                    <a:pt x="250" y="6"/>
                    <a:pt x="224" y="1"/>
                    <a:pt x="198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840" rIns="90000" bIns="158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76" name="Google Shape;1436;p8"/>
            <p:cNvSpPr/>
            <p:nvPr/>
          </p:nvSpPr>
          <p:spPr>
            <a:xfrm>
              <a:off x="2500920" y="4920480"/>
              <a:ext cx="35280" cy="30960"/>
            </a:xfrm>
            <a:custGeom>
              <a:avLst/>
              <a:gdLst>
                <a:gd name="textAreaLeft" fmla="*/ 0 w 35280"/>
                <a:gd name="textAreaRight" fmla="*/ 36720 w 35280"/>
                <a:gd name="textAreaTop" fmla="*/ 0 h 30960"/>
                <a:gd name="textAreaBottom" fmla="*/ 32400 h 30960"/>
              </a:gdLst>
              <a:ahLst/>
              <a:cxnLst/>
              <a:rect l="textAreaLeft" t="textAreaTop" r="textAreaRight" b="textAreaBottom"/>
              <a:pathLst>
                <a:path w="411" h="361">
                  <a:moveTo>
                    <a:pt x="178" y="1"/>
                  </a:moveTo>
                  <a:cubicBezTo>
                    <a:pt x="114" y="1"/>
                    <a:pt x="53" y="31"/>
                    <a:pt x="23" y="92"/>
                  </a:cubicBezTo>
                  <a:cubicBezTo>
                    <a:pt x="0" y="183"/>
                    <a:pt x="23" y="297"/>
                    <a:pt x="114" y="343"/>
                  </a:cubicBezTo>
                  <a:cubicBezTo>
                    <a:pt x="139" y="355"/>
                    <a:pt x="165" y="361"/>
                    <a:pt x="191" y="361"/>
                  </a:cubicBezTo>
                  <a:cubicBezTo>
                    <a:pt x="262" y="361"/>
                    <a:pt x="332" y="318"/>
                    <a:pt x="365" y="252"/>
                  </a:cubicBezTo>
                  <a:cubicBezTo>
                    <a:pt x="411" y="160"/>
                    <a:pt x="365" y="69"/>
                    <a:pt x="274" y="23"/>
                  </a:cubicBezTo>
                  <a:cubicBezTo>
                    <a:pt x="244" y="8"/>
                    <a:pt x="211" y="1"/>
                    <a:pt x="178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6200" rIns="90000" bIns="162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77" name="Google Shape;1437;p8"/>
            <p:cNvSpPr/>
            <p:nvPr/>
          </p:nvSpPr>
          <p:spPr>
            <a:xfrm>
              <a:off x="3248640" y="5417280"/>
              <a:ext cx="33480" cy="2988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29880"/>
                <a:gd name="textAreaBottom" fmla="*/ 31320 h 29880"/>
              </a:gdLst>
              <a:ahLst/>
              <a:cxnLst/>
              <a:rect l="textAreaLeft" t="textAreaTop" r="textAreaRight" b="textAreaBottom"/>
              <a:pathLst>
                <a:path w="389" h="347">
                  <a:moveTo>
                    <a:pt x="210" y="1"/>
                  </a:moveTo>
                  <a:cubicBezTo>
                    <a:pt x="142" y="1"/>
                    <a:pt x="81" y="31"/>
                    <a:pt x="46" y="100"/>
                  </a:cubicBezTo>
                  <a:cubicBezTo>
                    <a:pt x="0" y="192"/>
                    <a:pt x="23" y="283"/>
                    <a:pt x="114" y="329"/>
                  </a:cubicBezTo>
                  <a:cubicBezTo>
                    <a:pt x="139" y="341"/>
                    <a:pt x="163" y="347"/>
                    <a:pt x="187" y="347"/>
                  </a:cubicBezTo>
                  <a:cubicBezTo>
                    <a:pt x="251" y="347"/>
                    <a:pt x="309" y="304"/>
                    <a:pt x="343" y="237"/>
                  </a:cubicBezTo>
                  <a:cubicBezTo>
                    <a:pt x="388" y="169"/>
                    <a:pt x="343" y="55"/>
                    <a:pt x="274" y="9"/>
                  </a:cubicBezTo>
                  <a:cubicBezTo>
                    <a:pt x="253" y="4"/>
                    <a:pt x="231" y="1"/>
                    <a:pt x="210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480" rIns="90000" bIns="154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78" name="Google Shape;1438;p8"/>
            <p:cNvSpPr/>
            <p:nvPr/>
          </p:nvSpPr>
          <p:spPr>
            <a:xfrm>
              <a:off x="2961720" y="5105160"/>
              <a:ext cx="39600" cy="34560"/>
            </a:xfrm>
            <a:custGeom>
              <a:avLst/>
              <a:gdLst>
                <a:gd name="textAreaLeft" fmla="*/ 0 w 39600"/>
                <a:gd name="textAreaRight" fmla="*/ 41040 w 39600"/>
                <a:gd name="textAreaTop" fmla="*/ 0 h 34560"/>
                <a:gd name="textAreaBottom" fmla="*/ 36000 h 34560"/>
              </a:gdLst>
              <a:ahLst/>
              <a:cxnLst/>
              <a:rect l="textAreaLeft" t="textAreaTop" r="textAreaRight" b="textAreaBottom"/>
              <a:pathLst>
                <a:path w="458" h="402">
                  <a:moveTo>
                    <a:pt x="240" y="1"/>
                  </a:moveTo>
                  <a:cubicBezTo>
                    <a:pt x="162" y="1"/>
                    <a:pt x="80" y="43"/>
                    <a:pt x="46" y="110"/>
                  </a:cubicBezTo>
                  <a:cubicBezTo>
                    <a:pt x="1" y="224"/>
                    <a:pt x="46" y="338"/>
                    <a:pt x="138" y="384"/>
                  </a:cubicBezTo>
                  <a:cubicBezTo>
                    <a:pt x="168" y="396"/>
                    <a:pt x="199" y="402"/>
                    <a:pt x="228" y="402"/>
                  </a:cubicBezTo>
                  <a:cubicBezTo>
                    <a:pt x="308" y="402"/>
                    <a:pt x="378" y="359"/>
                    <a:pt x="412" y="293"/>
                  </a:cubicBezTo>
                  <a:cubicBezTo>
                    <a:pt x="457" y="201"/>
                    <a:pt x="412" y="87"/>
                    <a:pt x="320" y="19"/>
                  </a:cubicBezTo>
                  <a:cubicBezTo>
                    <a:pt x="296" y="6"/>
                    <a:pt x="268" y="1"/>
                    <a:pt x="240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8000" rIns="90000" bIns="180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79" name="Google Shape;1439;p8"/>
            <p:cNvSpPr/>
            <p:nvPr/>
          </p:nvSpPr>
          <p:spPr>
            <a:xfrm>
              <a:off x="3496680" y="5633640"/>
              <a:ext cx="27360" cy="1872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18720"/>
                <a:gd name="textAreaBottom" fmla="*/ 20160 h 18720"/>
              </a:gdLst>
              <a:ahLst/>
              <a:cxnLst/>
              <a:rect l="textAreaLeft" t="textAreaTop" r="textAreaRight" b="textAreaBottom"/>
              <a:pathLst>
                <a:path w="320" h="224">
                  <a:moveTo>
                    <a:pt x="144" y="0"/>
                  </a:moveTo>
                  <a:cubicBezTo>
                    <a:pt x="90" y="0"/>
                    <a:pt x="33" y="38"/>
                    <a:pt x="0" y="87"/>
                  </a:cubicBezTo>
                  <a:lnTo>
                    <a:pt x="297" y="224"/>
                  </a:lnTo>
                  <a:cubicBezTo>
                    <a:pt x="320" y="133"/>
                    <a:pt x="297" y="41"/>
                    <a:pt x="206" y="19"/>
                  </a:cubicBezTo>
                  <a:cubicBezTo>
                    <a:pt x="186" y="6"/>
                    <a:pt x="166" y="0"/>
                    <a:pt x="144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080" rIns="9000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80" name="Google Shape;1440;p8"/>
            <p:cNvSpPr/>
            <p:nvPr/>
          </p:nvSpPr>
          <p:spPr>
            <a:xfrm>
              <a:off x="2480400" y="4737240"/>
              <a:ext cx="29520" cy="25920"/>
            </a:xfrm>
            <a:custGeom>
              <a:avLst/>
              <a:gdLst>
                <a:gd name="textAreaLeft" fmla="*/ 0 w 29520"/>
                <a:gd name="textAreaRight" fmla="*/ 30960 w 29520"/>
                <a:gd name="textAreaTop" fmla="*/ 0 h 25920"/>
                <a:gd name="textAreaBottom" fmla="*/ 27360 h 25920"/>
              </a:gdLst>
              <a:ahLst/>
              <a:cxnLst/>
              <a:rect l="textAreaLeft" t="textAreaTop" r="textAreaRight" b="textAreaBottom"/>
              <a:pathLst>
                <a:path w="344" h="306">
                  <a:moveTo>
                    <a:pt x="174" y="1"/>
                  </a:moveTo>
                  <a:cubicBezTo>
                    <a:pt x="118" y="1"/>
                    <a:pt x="58" y="26"/>
                    <a:pt x="24" y="78"/>
                  </a:cubicBezTo>
                  <a:cubicBezTo>
                    <a:pt x="1" y="169"/>
                    <a:pt x="24" y="260"/>
                    <a:pt x="92" y="283"/>
                  </a:cubicBezTo>
                  <a:cubicBezTo>
                    <a:pt x="123" y="298"/>
                    <a:pt x="153" y="306"/>
                    <a:pt x="181" y="306"/>
                  </a:cubicBezTo>
                  <a:cubicBezTo>
                    <a:pt x="237" y="306"/>
                    <a:pt x="282" y="275"/>
                    <a:pt x="298" y="215"/>
                  </a:cubicBezTo>
                  <a:cubicBezTo>
                    <a:pt x="343" y="146"/>
                    <a:pt x="298" y="55"/>
                    <a:pt x="229" y="9"/>
                  </a:cubicBezTo>
                  <a:cubicBezTo>
                    <a:pt x="212" y="3"/>
                    <a:pt x="193" y="1"/>
                    <a:pt x="174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3680" rIns="90000" bIns="136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81" name="Google Shape;1441;p8"/>
            <p:cNvSpPr/>
            <p:nvPr/>
          </p:nvSpPr>
          <p:spPr>
            <a:xfrm>
              <a:off x="2173320" y="4915440"/>
              <a:ext cx="23040" cy="21600"/>
            </a:xfrm>
            <a:custGeom>
              <a:avLst/>
              <a:gdLst>
                <a:gd name="textAreaLeft" fmla="*/ 0 w 23040"/>
                <a:gd name="textAreaRight" fmla="*/ 24480 w 23040"/>
                <a:gd name="textAreaTop" fmla="*/ 0 h 21600"/>
                <a:gd name="textAreaBottom" fmla="*/ 23040 h 21600"/>
              </a:gdLst>
              <a:ahLst/>
              <a:cxnLst/>
              <a:rect l="textAreaLeft" t="textAreaTop" r="textAreaRight" b="textAreaBottom"/>
              <a:pathLst>
                <a:path w="274" h="257">
                  <a:moveTo>
                    <a:pt x="142" y="0"/>
                  </a:moveTo>
                  <a:cubicBezTo>
                    <a:pt x="96" y="0"/>
                    <a:pt x="40" y="26"/>
                    <a:pt x="23" y="77"/>
                  </a:cubicBezTo>
                  <a:cubicBezTo>
                    <a:pt x="0" y="146"/>
                    <a:pt x="23" y="214"/>
                    <a:pt x="91" y="237"/>
                  </a:cubicBezTo>
                  <a:cubicBezTo>
                    <a:pt x="105" y="251"/>
                    <a:pt x="122" y="256"/>
                    <a:pt x="140" y="256"/>
                  </a:cubicBezTo>
                  <a:cubicBezTo>
                    <a:pt x="185" y="256"/>
                    <a:pt x="235" y="224"/>
                    <a:pt x="251" y="192"/>
                  </a:cubicBezTo>
                  <a:cubicBezTo>
                    <a:pt x="274" y="123"/>
                    <a:pt x="251" y="55"/>
                    <a:pt x="183" y="9"/>
                  </a:cubicBezTo>
                  <a:cubicBezTo>
                    <a:pt x="171" y="3"/>
                    <a:pt x="157" y="0"/>
                    <a:pt x="142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520" rIns="90000" bIns="115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82" name="Google Shape;1442;p8"/>
            <p:cNvSpPr/>
            <p:nvPr/>
          </p:nvSpPr>
          <p:spPr>
            <a:xfrm>
              <a:off x="1906920" y="4799520"/>
              <a:ext cx="17280" cy="12960"/>
            </a:xfrm>
            <a:custGeom>
              <a:avLst/>
              <a:gdLst>
                <a:gd name="textAreaLeft" fmla="*/ 0 w 17280"/>
                <a:gd name="textAreaRight" fmla="*/ 18720 w 17280"/>
                <a:gd name="textAreaTop" fmla="*/ 0 h 12960"/>
                <a:gd name="textAreaBottom" fmla="*/ 14400 h 12960"/>
              </a:gdLst>
              <a:ahLst/>
              <a:cxnLst/>
              <a:rect l="textAreaLeft" t="textAreaTop" r="textAreaRight" b="textAreaBottom"/>
              <a:pathLst>
                <a:path w="207" h="162">
                  <a:moveTo>
                    <a:pt x="84" y="1"/>
                  </a:moveTo>
                  <a:cubicBezTo>
                    <a:pt x="49" y="1"/>
                    <a:pt x="15" y="26"/>
                    <a:pt x="1" y="70"/>
                  </a:cubicBezTo>
                  <a:lnTo>
                    <a:pt x="183" y="162"/>
                  </a:lnTo>
                  <a:cubicBezTo>
                    <a:pt x="206" y="93"/>
                    <a:pt x="206" y="48"/>
                    <a:pt x="138" y="25"/>
                  </a:cubicBezTo>
                  <a:cubicBezTo>
                    <a:pt x="121" y="9"/>
                    <a:pt x="102" y="1"/>
                    <a:pt x="84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7200" rIns="90000" bIns="72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83" name="Google Shape;1443;p8"/>
            <p:cNvSpPr/>
            <p:nvPr/>
          </p:nvSpPr>
          <p:spPr>
            <a:xfrm>
              <a:off x="2035800" y="3246120"/>
              <a:ext cx="27360" cy="2484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24840"/>
                <a:gd name="textAreaBottom" fmla="*/ 26280 h 24840"/>
              </a:gdLst>
              <a:ahLst/>
              <a:cxnLst/>
              <a:rect l="textAreaLeft" t="textAreaTop" r="textAreaRight" b="textAreaBottom"/>
              <a:pathLst>
                <a:path w="321" h="292">
                  <a:moveTo>
                    <a:pt x="174" y="1"/>
                  </a:moveTo>
                  <a:cubicBezTo>
                    <a:pt x="118" y="1"/>
                    <a:pt x="58" y="26"/>
                    <a:pt x="24" y="78"/>
                  </a:cubicBezTo>
                  <a:cubicBezTo>
                    <a:pt x="1" y="169"/>
                    <a:pt x="24" y="238"/>
                    <a:pt x="92" y="283"/>
                  </a:cubicBezTo>
                  <a:cubicBezTo>
                    <a:pt x="115" y="289"/>
                    <a:pt x="136" y="292"/>
                    <a:pt x="156" y="292"/>
                  </a:cubicBezTo>
                  <a:cubicBezTo>
                    <a:pt x="216" y="292"/>
                    <a:pt x="263" y="266"/>
                    <a:pt x="297" y="215"/>
                  </a:cubicBezTo>
                  <a:cubicBezTo>
                    <a:pt x="320" y="146"/>
                    <a:pt x="297" y="55"/>
                    <a:pt x="229" y="9"/>
                  </a:cubicBezTo>
                  <a:cubicBezTo>
                    <a:pt x="212" y="4"/>
                    <a:pt x="193" y="1"/>
                    <a:pt x="174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84" name="Google Shape;1444;p8"/>
            <p:cNvSpPr/>
            <p:nvPr/>
          </p:nvSpPr>
          <p:spPr>
            <a:xfrm>
              <a:off x="1546200" y="3971160"/>
              <a:ext cx="35640" cy="31680"/>
            </a:xfrm>
            <a:custGeom>
              <a:avLst/>
              <a:gdLst>
                <a:gd name="textAreaLeft" fmla="*/ 0 w 35640"/>
                <a:gd name="textAreaRight" fmla="*/ 37080 w 35640"/>
                <a:gd name="textAreaTop" fmla="*/ 0 h 31680"/>
                <a:gd name="textAreaBottom" fmla="*/ 33120 h 31680"/>
              </a:gdLst>
              <a:ahLst/>
              <a:cxnLst/>
              <a:rect l="textAreaLeft" t="textAreaTop" r="textAreaRight" b="textAreaBottom"/>
              <a:pathLst>
                <a:path w="412" h="369">
                  <a:moveTo>
                    <a:pt x="207" y="0"/>
                  </a:moveTo>
                  <a:cubicBezTo>
                    <a:pt x="134" y="0"/>
                    <a:pt x="64" y="30"/>
                    <a:pt x="46" y="100"/>
                  </a:cubicBezTo>
                  <a:cubicBezTo>
                    <a:pt x="0" y="191"/>
                    <a:pt x="23" y="305"/>
                    <a:pt x="115" y="351"/>
                  </a:cubicBezTo>
                  <a:cubicBezTo>
                    <a:pt x="139" y="363"/>
                    <a:pt x="165" y="369"/>
                    <a:pt x="191" y="369"/>
                  </a:cubicBezTo>
                  <a:cubicBezTo>
                    <a:pt x="262" y="369"/>
                    <a:pt x="332" y="326"/>
                    <a:pt x="366" y="260"/>
                  </a:cubicBezTo>
                  <a:cubicBezTo>
                    <a:pt x="411" y="168"/>
                    <a:pt x="366" y="54"/>
                    <a:pt x="274" y="8"/>
                  </a:cubicBezTo>
                  <a:cubicBezTo>
                    <a:pt x="253" y="3"/>
                    <a:pt x="230" y="0"/>
                    <a:pt x="207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6560" rIns="90000" bIns="165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85" name="Google Shape;1445;p8"/>
            <p:cNvSpPr/>
            <p:nvPr/>
          </p:nvSpPr>
          <p:spPr>
            <a:xfrm>
              <a:off x="3195360" y="5013720"/>
              <a:ext cx="27360" cy="2484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24840"/>
                <a:gd name="textAreaBottom" fmla="*/ 26280 h 24840"/>
              </a:gdLst>
              <a:ahLst/>
              <a:cxnLst/>
              <a:rect l="textAreaLeft" t="textAreaTop" r="textAreaRight" b="textAreaBottom"/>
              <a:pathLst>
                <a:path w="321" h="292">
                  <a:moveTo>
                    <a:pt x="155" y="1"/>
                  </a:moveTo>
                  <a:cubicBezTo>
                    <a:pt x="105" y="1"/>
                    <a:pt x="58" y="27"/>
                    <a:pt x="24" y="78"/>
                  </a:cubicBezTo>
                  <a:cubicBezTo>
                    <a:pt x="1" y="146"/>
                    <a:pt x="24" y="238"/>
                    <a:pt x="92" y="283"/>
                  </a:cubicBezTo>
                  <a:cubicBezTo>
                    <a:pt x="109" y="289"/>
                    <a:pt x="128" y="292"/>
                    <a:pt x="146" y="292"/>
                  </a:cubicBezTo>
                  <a:cubicBezTo>
                    <a:pt x="202" y="292"/>
                    <a:pt x="258" y="266"/>
                    <a:pt x="275" y="215"/>
                  </a:cubicBezTo>
                  <a:cubicBezTo>
                    <a:pt x="320" y="146"/>
                    <a:pt x="275" y="55"/>
                    <a:pt x="206" y="10"/>
                  </a:cubicBezTo>
                  <a:cubicBezTo>
                    <a:pt x="189" y="4"/>
                    <a:pt x="172" y="1"/>
                    <a:pt x="155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86" name="Google Shape;1446;p8"/>
            <p:cNvSpPr/>
            <p:nvPr/>
          </p:nvSpPr>
          <p:spPr>
            <a:xfrm>
              <a:off x="3283560" y="4084560"/>
              <a:ext cx="33480" cy="2952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29520"/>
                <a:gd name="textAreaBottom" fmla="*/ 30960 h 29520"/>
              </a:gdLst>
              <a:ahLst/>
              <a:cxnLst/>
              <a:rect l="textAreaLeft" t="textAreaTop" r="textAreaRight" b="textAreaBottom"/>
              <a:pathLst>
                <a:path w="389" h="344">
                  <a:moveTo>
                    <a:pt x="179" y="1"/>
                  </a:moveTo>
                  <a:cubicBezTo>
                    <a:pt x="114" y="1"/>
                    <a:pt x="54" y="31"/>
                    <a:pt x="23" y="92"/>
                  </a:cubicBezTo>
                  <a:cubicBezTo>
                    <a:pt x="0" y="183"/>
                    <a:pt x="23" y="275"/>
                    <a:pt x="114" y="320"/>
                  </a:cubicBezTo>
                  <a:cubicBezTo>
                    <a:pt x="145" y="336"/>
                    <a:pt x="175" y="343"/>
                    <a:pt x="204" y="343"/>
                  </a:cubicBezTo>
                  <a:cubicBezTo>
                    <a:pt x="262" y="343"/>
                    <a:pt x="312" y="313"/>
                    <a:pt x="343" y="252"/>
                  </a:cubicBezTo>
                  <a:cubicBezTo>
                    <a:pt x="388" y="161"/>
                    <a:pt x="343" y="46"/>
                    <a:pt x="274" y="24"/>
                  </a:cubicBezTo>
                  <a:cubicBezTo>
                    <a:pt x="244" y="8"/>
                    <a:pt x="211" y="1"/>
                    <a:pt x="179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480" rIns="90000" bIns="154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87" name="Google Shape;1447;p8"/>
            <p:cNvSpPr/>
            <p:nvPr/>
          </p:nvSpPr>
          <p:spPr>
            <a:xfrm>
              <a:off x="3713760" y="5123520"/>
              <a:ext cx="37440" cy="32760"/>
            </a:xfrm>
            <a:custGeom>
              <a:avLst/>
              <a:gdLst>
                <a:gd name="textAreaLeft" fmla="*/ 0 w 37440"/>
                <a:gd name="textAreaRight" fmla="*/ 38880 w 37440"/>
                <a:gd name="textAreaTop" fmla="*/ 0 h 32760"/>
                <a:gd name="textAreaBottom" fmla="*/ 34200 h 32760"/>
              </a:gdLst>
              <a:ahLst/>
              <a:cxnLst/>
              <a:rect l="textAreaLeft" t="textAreaTop" r="textAreaRight" b="textAreaBottom"/>
              <a:pathLst>
                <a:path w="435" h="383">
                  <a:moveTo>
                    <a:pt x="221" y="0"/>
                  </a:moveTo>
                  <a:cubicBezTo>
                    <a:pt x="150" y="0"/>
                    <a:pt x="80" y="43"/>
                    <a:pt x="46" y="109"/>
                  </a:cubicBezTo>
                  <a:cubicBezTo>
                    <a:pt x="1" y="201"/>
                    <a:pt x="23" y="315"/>
                    <a:pt x="138" y="360"/>
                  </a:cubicBezTo>
                  <a:cubicBezTo>
                    <a:pt x="166" y="375"/>
                    <a:pt x="198" y="382"/>
                    <a:pt x="228" y="382"/>
                  </a:cubicBezTo>
                  <a:cubicBezTo>
                    <a:pt x="294" y="382"/>
                    <a:pt x="357" y="347"/>
                    <a:pt x="389" y="269"/>
                  </a:cubicBezTo>
                  <a:cubicBezTo>
                    <a:pt x="434" y="178"/>
                    <a:pt x="389" y="64"/>
                    <a:pt x="297" y="18"/>
                  </a:cubicBezTo>
                  <a:cubicBezTo>
                    <a:pt x="273" y="6"/>
                    <a:pt x="247" y="0"/>
                    <a:pt x="221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6920" rIns="90000" bIns="169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88" name="Google Shape;1448;p8"/>
            <p:cNvSpPr/>
            <p:nvPr/>
          </p:nvSpPr>
          <p:spPr>
            <a:xfrm>
              <a:off x="1972440" y="4259160"/>
              <a:ext cx="25200" cy="22680"/>
            </a:xfrm>
            <a:custGeom>
              <a:avLst/>
              <a:gdLst>
                <a:gd name="textAreaLeft" fmla="*/ 0 w 25200"/>
                <a:gd name="textAreaRight" fmla="*/ 26640 w 25200"/>
                <a:gd name="textAreaTop" fmla="*/ 0 h 22680"/>
                <a:gd name="textAreaBottom" fmla="*/ 24120 h 22680"/>
              </a:gdLst>
              <a:ahLst/>
              <a:cxnLst/>
              <a:rect l="textAreaLeft" t="textAreaTop" r="textAreaRight" b="textAreaBottom"/>
              <a:pathLst>
                <a:path w="297" h="267">
                  <a:moveTo>
                    <a:pt x="146" y="1"/>
                  </a:moveTo>
                  <a:cubicBezTo>
                    <a:pt x="99" y="1"/>
                    <a:pt x="55" y="33"/>
                    <a:pt x="23" y="65"/>
                  </a:cubicBezTo>
                  <a:cubicBezTo>
                    <a:pt x="0" y="134"/>
                    <a:pt x="23" y="225"/>
                    <a:pt x="91" y="248"/>
                  </a:cubicBezTo>
                  <a:cubicBezTo>
                    <a:pt x="111" y="261"/>
                    <a:pt x="130" y="266"/>
                    <a:pt x="148" y="266"/>
                  </a:cubicBezTo>
                  <a:cubicBezTo>
                    <a:pt x="196" y="266"/>
                    <a:pt x="241" y="229"/>
                    <a:pt x="274" y="180"/>
                  </a:cubicBezTo>
                  <a:cubicBezTo>
                    <a:pt x="297" y="134"/>
                    <a:pt x="274" y="43"/>
                    <a:pt x="206" y="20"/>
                  </a:cubicBezTo>
                  <a:cubicBezTo>
                    <a:pt x="185" y="6"/>
                    <a:pt x="165" y="1"/>
                    <a:pt x="146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880" rIns="90000" bIns="118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89" name="Google Shape;1449;p8"/>
            <p:cNvSpPr/>
            <p:nvPr/>
          </p:nvSpPr>
          <p:spPr>
            <a:xfrm>
              <a:off x="3482280" y="4334400"/>
              <a:ext cx="23400" cy="21960"/>
            </a:xfrm>
            <a:custGeom>
              <a:avLst/>
              <a:gdLst>
                <a:gd name="textAreaLeft" fmla="*/ 0 w 23400"/>
                <a:gd name="textAreaRight" fmla="*/ 24840 w 23400"/>
                <a:gd name="textAreaTop" fmla="*/ 0 h 21960"/>
                <a:gd name="textAreaBottom" fmla="*/ 23400 h 21960"/>
              </a:gdLst>
              <a:ahLst/>
              <a:cxnLst/>
              <a:rect l="textAreaLeft" t="textAreaTop" r="textAreaRight" b="textAreaBottom"/>
              <a:pathLst>
                <a:path w="275" h="262">
                  <a:moveTo>
                    <a:pt x="122" y="1"/>
                  </a:moveTo>
                  <a:cubicBezTo>
                    <a:pt x="81" y="1"/>
                    <a:pt x="38" y="26"/>
                    <a:pt x="23" y="70"/>
                  </a:cubicBezTo>
                  <a:cubicBezTo>
                    <a:pt x="0" y="138"/>
                    <a:pt x="23" y="207"/>
                    <a:pt x="69" y="253"/>
                  </a:cubicBezTo>
                  <a:cubicBezTo>
                    <a:pt x="86" y="258"/>
                    <a:pt x="103" y="261"/>
                    <a:pt x="120" y="261"/>
                  </a:cubicBezTo>
                  <a:cubicBezTo>
                    <a:pt x="170" y="261"/>
                    <a:pt x="217" y="235"/>
                    <a:pt x="251" y="184"/>
                  </a:cubicBezTo>
                  <a:cubicBezTo>
                    <a:pt x="274" y="116"/>
                    <a:pt x="251" y="47"/>
                    <a:pt x="183" y="24"/>
                  </a:cubicBezTo>
                  <a:cubicBezTo>
                    <a:pt x="167" y="8"/>
                    <a:pt x="145" y="1"/>
                    <a:pt x="122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520" rIns="90000" bIns="115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90" name="Google Shape;1450;p8"/>
            <p:cNvSpPr/>
            <p:nvPr/>
          </p:nvSpPr>
          <p:spPr>
            <a:xfrm>
              <a:off x="1581120" y="4226400"/>
              <a:ext cx="35640" cy="32400"/>
            </a:xfrm>
            <a:custGeom>
              <a:avLst/>
              <a:gdLst>
                <a:gd name="textAreaLeft" fmla="*/ 0 w 35640"/>
                <a:gd name="textAreaRight" fmla="*/ 37080 w 35640"/>
                <a:gd name="textAreaTop" fmla="*/ 0 h 32400"/>
                <a:gd name="textAreaBottom" fmla="*/ 33840 h 32400"/>
              </a:gdLst>
              <a:ahLst/>
              <a:cxnLst/>
              <a:rect l="textAreaLeft" t="textAreaTop" r="textAreaRight" b="textAreaBottom"/>
              <a:pathLst>
                <a:path w="412" h="379">
                  <a:moveTo>
                    <a:pt x="221" y="1"/>
                  </a:moveTo>
                  <a:cubicBezTo>
                    <a:pt x="150" y="1"/>
                    <a:pt x="80" y="43"/>
                    <a:pt x="46" y="110"/>
                  </a:cubicBezTo>
                  <a:cubicBezTo>
                    <a:pt x="0" y="201"/>
                    <a:pt x="46" y="315"/>
                    <a:pt x="137" y="361"/>
                  </a:cubicBezTo>
                  <a:cubicBezTo>
                    <a:pt x="162" y="373"/>
                    <a:pt x="186" y="379"/>
                    <a:pt x="210" y="379"/>
                  </a:cubicBezTo>
                  <a:cubicBezTo>
                    <a:pt x="274" y="379"/>
                    <a:pt x="332" y="337"/>
                    <a:pt x="366" y="270"/>
                  </a:cubicBezTo>
                  <a:cubicBezTo>
                    <a:pt x="411" y="178"/>
                    <a:pt x="389" y="64"/>
                    <a:pt x="297" y="19"/>
                  </a:cubicBezTo>
                  <a:cubicBezTo>
                    <a:pt x="273" y="6"/>
                    <a:pt x="247" y="1"/>
                    <a:pt x="221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6920" rIns="90000" bIns="169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91" name="Google Shape;1451;p8"/>
            <p:cNvSpPr/>
            <p:nvPr/>
          </p:nvSpPr>
          <p:spPr>
            <a:xfrm>
              <a:off x="4664160" y="2948040"/>
              <a:ext cx="25200" cy="22680"/>
            </a:xfrm>
            <a:custGeom>
              <a:avLst/>
              <a:gdLst>
                <a:gd name="textAreaLeft" fmla="*/ 0 w 25200"/>
                <a:gd name="textAreaRight" fmla="*/ 26640 w 25200"/>
                <a:gd name="textAreaTop" fmla="*/ 0 h 22680"/>
                <a:gd name="textAreaBottom" fmla="*/ 24120 h 22680"/>
              </a:gdLst>
              <a:ahLst/>
              <a:cxnLst/>
              <a:rect l="textAreaLeft" t="textAreaTop" r="textAreaRight" b="textAreaBottom"/>
              <a:pathLst>
                <a:path w="298" h="267">
                  <a:moveTo>
                    <a:pt x="157" y="1"/>
                  </a:moveTo>
                  <a:cubicBezTo>
                    <a:pt x="113" y="1"/>
                    <a:pt x="62" y="33"/>
                    <a:pt x="46" y="65"/>
                  </a:cubicBezTo>
                  <a:cubicBezTo>
                    <a:pt x="1" y="134"/>
                    <a:pt x="46" y="225"/>
                    <a:pt x="92" y="248"/>
                  </a:cubicBezTo>
                  <a:cubicBezTo>
                    <a:pt x="111" y="261"/>
                    <a:pt x="132" y="266"/>
                    <a:pt x="153" y="266"/>
                  </a:cubicBezTo>
                  <a:cubicBezTo>
                    <a:pt x="206" y="266"/>
                    <a:pt x="258" y="229"/>
                    <a:pt x="274" y="179"/>
                  </a:cubicBezTo>
                  <a:cubicBezTo>
                    <a:pt x="297" y="134"/>
                    <a:pt x="274" y="42"/>
                    <a:pt x="206" y="20"/>
                  </a:cubicBezTo>
                  <a:cubicBezTo>
                    <a:pt x="193" y="6"/>
                    <a:pt x="175" y="1"/>
                    <a:pt x="157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880" rIns="90000" bIns="118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92" name="Google Shape;1452;p8"/>
            <p:cNvSpPr/>
            <p:nvPr/>
          </p:nvSpPr>
          <p:spPr>
            <a:xfrm>
              <a:off x="3779280" y="5482800"/>
              <a:ext cx="21240" cy="18720"/>
            </a:xfrm>
            <a:custGeom>
              <a:avLst/>
              <a:gdLst>
                <a:gd name="textAreaLeft" fmla="*/ 0 w 21240"/>
                <a:gd name="textAreaRight" fmla="*/ 22680 w 21240"/>
                <a:gd name="textAreaTop" fmla="*/ 0 h 18720"/>
                <a:gd name="textAreaBottom" fmla="*/ 20160 h 18720"/>
              </a:gdLst>
              <a:ahLst/>
              <a:cxnLst/>
              <a:rect l="textAreaLeft" t="textAreaTop" r="textAreaRight" b="textAreaBottom"/>
              <a:pathLst>
                <a:path w="252" h="224">
                  <a:moveTo>
                    <a:pt x="128" y="1"/>
                  </a:moveTo>
                  <a:cubicBezTo>
                    <a:pt x="81" y="1"/>
                    <a:pt x="40" y="22"/>
                    <a:pt x="23" y="55"/>
                  </a:cubicBezTo>
                  <a:cubicBezTo>
                    <a:pt x="0" y="124"/>
                    <a:pt x="23" y="169"/>
                    <a:pt x="91" y="215"/>
                  </a:cubicBezTo>
                  <a:cubicBezTo>
                    <a:pt x="103" y="221"/>
                    <a:pt x="116" y="223"/>
                    <a:pt x="129" y="223"/>
                  </a:cubicBezTo>
                  <a:cubicBezTo>
                    <a:pt x="168" y="223"/>
                    <a:pt x="211" y="198"/>
                    <a:pt x="228" y="146"/>
                  </a:cubicBezTo>
                  <a:cubicBezTo>
                    <a:pt x="251" y="101"/>
                    <a:pt x="228" y="32"/>
                    <a:pt x="183" y="9"/>
                  </a:cubicBezTo>
                  <a:cubicBezTo>
                    <a:pt x="164" y="3"/>
                    <a:pt x="146" y="1"/>
                    <a:pt x="128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080" rIns="9000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93" name="Google Shape;1453;p8"/>
            <p:cNvSpPr/>
            <p:nvPr/>
          </p:nvSpPr>
          <p:spPr>
            <a:xfrm>
              <a:off x="5391360" y="5352480"/>
              <a:ext cx="21240" cy="20160"/>
            </a:xfrm>
            <a:custGeom>
              <a:avLst/>
              <a:gdLst>
                <a:gd name="textAreaLeft" fmla="*/ 0 w 21240"/>
                <a:gd name="textAreaRight" fmla="*/ 22680 w 21240"/>
                <a:gd name="textAreaTop" fmla="*/ 0 h 20160"/>
                <a:gd name="textAreaBottom" fmla="*/ 21600 h 20160"/>
              </a:gdLst>
              <a:ahLst/>
              <a:cxnLst/>
              <a:rect l="textAreaLeft" t="textAreaTop" r="textAreaRight" b="textAreaBottom"/>
              <a:pathLst>
                <a:path w="252" h="239">
                  <a:moveTo>
                    <a:pt x="112" y="1"/>
                  </a:moveTo>
                  <a:cubicBezTo>
                    <a:pt x="72" y="1"/>
                    <a:pt x="38" y="26"/>
                    <a:pt x="23" y="70"/>
                  </a:cubicBezTo>
                  <a:cubicBezTo>
                    <a:pt x="1" y="116"/>
                    <a:pt x="23" y="184"/>
                    <a:pt x="69" y="230"/>
                  </a:cubicBezTo>
                  <a:cubicBezTo>
                    <a:pt x="86" y="236"/>
                    <a:pt x="103" y="238"/>
                    <a:pt x="120" y="238"/>
                  </a:cubicBezTo>
                  <a:cubicBezTo>
                    <a:pt x="169" y="238"/>
                    <a:pt x="212" y="213"/>
                    <a:pt x="229" y="161"/>
                  </a:cubicBezTo>
                  <a:cubicBezTo>
                    <a:pt x="252" y="116"/>
                    <a:pt x="229" y="47"/>
                    <a:pt x="183" y="25"/>
                  </a:cubicBezTo>
                  <a:cubicBezTo>
                    <a:pt x="159" y="8"/>
                    <a:pt x="135" y="1"/>
                    <a:pt x="112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0" rIns="90000" bIns="108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94" name="Google Shape;1454;p8"/>
            <p:cNvSpPr/>
            <p:nvPr/>
          </p:nvSpPr>
          <p:spPr>
            <a:xfrm>
              <a:off x="4539240" y="6033960"/>
              <a:ext cx="27360" cy="2484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24840"/>
                <a:gd name="textAreaBottom" fmla="*/ 26280 h 24840"/>
              </a:gdLst>
              <a:ahLst/>
              <a:cxnLst/>
              <a:rect l="textAreaLeft" t="textAreaTop" r="textAreaRight" b="textAreaBottom"/>
              <a:pathLst>
                <a:path w="320" h="292">
                  <a:moveTo>
                    <a:pt x="174" y="1"/>
                  </a:moveTo>
                  <a:cubicBezTo>
                    <a:pt x="117" y="1"/>
                    <a:pt x="57" y="27"/>
                    <a:pt x="23" y="78"/>
                  </a:cubicBezTo>
                  <a:cubicBezTo>
                    <a:pt x="0" y="146"/>
                    <a:pt x="23" y="238"/>
                    <a:pt x="92" y="283"/>
                  </a:cubicBezTo>
                  <a:cubicBezTo>
                    <a:pt x="109" y="289"/>
                    <a:pt x="127" y="292"/>
                    <a:pt x="146" y="292"/>
                  </a:cubicBezTo>
                  <a:cubicBezTo>
                    <a:pt x="203" y="292"/>
                    <a:pt x="263" y="266"/>
                    <a:pt x="297" y="215"/>
                  </a:cubicBezTo>
                  <a:cubicBezTo>
                    <a:pt x="320" y="146"/>
                    <a:pt x="297" y="55"/>
                    <a:pt x="228" y="9"/>
                  </a:cubicBezTo>
                  <a:cubicBezTo>
                    <a:pt x="211" y="4"/>
                    <a:pt x="193" y="1"/>
                    <a:pt x="174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95" name="Google Shape;1455;p8"/>
            <p:cNvSpPr/>
            <p:nvPr/>
          </p:nvSpPr>
          <p:spPr>
            <a:xfrm>
              <a:off x="4750200" y="6191640"/>
              <a:ext cx="23400" cy="18720"/>
            </a:xfrm>
            <a:custGeom>
              <a:avLst/>
              <a:gdLst>
                <a:gd name="textAreaLeft" fmla="*/ 0 w 23400"/>
                <a:gd name="textAreaRight" fmla="*/ 24840 w 23400"/>
                <a:gd name="textAreaTop" fmla="*/ 0 h 18720"/>
                <a:gd name="textAreaBottom" fmla="*/ 20160 h 18720"/>
              </a:gdLst>
              <a:ahLst/>
              <a:cxnLst/>
              <a:rect l="textAreaLeft" t="textAreaTop" r="textAreaRight" b="textAreaBottom"/>
              <a:pathLst>
                <a:path w="275" h="224">
                  <a:moveTo>
                    <a:pt x="142" y="0"/>
                  </a:moveTo>
                  <a:cubicBezTo>
                    <a:pt x="102" y="0"/>
                    <a:pt x="56" y="21"/>
                    <a:pt x="23" y="55"/>
                  </a:cubicBezTo>
                  <a:cubicBezTo>
                    <a:pt x="0" y="123"/>
                    <a:pt x="23" y="192"/>
                    <a:pt x="92" y="214"/>
                  </a:cubicBezTo>
                  <a:cubicBezTo>
                    <a:pt x="104" y="221"/>
                    <a:pt x="118" y="223"/>
                    <a:pt x="132" y="223"/>
                  </a:cubicBezTo>
                  <a:cubicBezTo>
                    <a:pt x="172" y="223"/>
                    <a:pt x="218" y="202"/>
                    <a:pt x="251" y="169"/>
                  </a:cubicBezTo>
                  <a:cubicBezTo>
                    <a:pt x="274" y="100"/>
                    <a:pt x="251" y="32"/>
                    <a:pt x="183" y="9"/>
                  </a:cubicBezTo>
                  <a:cubicBezTo>
                    <a:pt x="171" y="3"/>
                    <a:pt x="157" y="0"/>
                    <a:pt x="142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080" rIns="9000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96" name="Google Shape;1456;p8"/>
            <p:cNvSpPr/>
            <p:nvPr/>
          </p:nvSpPr>
          <p:spPr>
            <a:xfrm>
              <a:off x="4711320" y="5865120"/>
              <a:ext cx="33480" cy="2916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29160"/>
                <a:gd name="textAreaBottom" fmla="*/ 30600 h 29160"/>
              </a:gdLst>
              <a:ahLst/>
              <a:cxnLst/>
              <a:rect l="textAreaLeft" t="textAreaTop" r="textAreaRight" b="textAreaBottom"/>
              <a:pathLst>
                <a:path w="389" h="339">
                  <a:moveTo>
                    <a:pt x="199" y="0"/>
                  </a:moveTo>
                  <a:cubicBezTo>
                    <a:pt x="136" y="0"/>
                    <a:pt x="79" y="38"/>
                    <a:pt x="46" y="87"/>
                  </a:cubicBezTo>
                  <a:cubicBezTo>
                    <a:pt x="1" y="179"/>
                    <a:pt x="23" y="270"/>
                    <a:pt x="115" y="316"/>
                  </a:cubicBezTo>
                  <a:cubicBezTo>
                    <a:pt x="145" y="331"/>
                    <a:pt x="176" y="338"/>
                    <a:pt x="204" y="338"/>
                  </a:cubicBezTo>
                  <a:cubicBezTo>
                    <a:pt x="262" y="338"/>
                    <a:pt x="313" y="308"/>
                    <a:pt x="343" y="247"/>
                  </a:cubicBezTo>
                  <a:cubicBezTo>
                    <a:pt x="389" y="156"/>
                    <a:pt x="343" y="64"/>
                    <a:pt x="274" y="19"/>
                  </a:cubicBezTo>
                  <a:cubicBezTo>
                    <a:pt x="249" y="6"/>
                    <a:pt x="223" y="0"/>
                    <a:pt x="199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120" rIns="90000" bIns="151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97" name="Google Shape;1457;p8"/>
            <p:cNvSpPr/>
            <p:nvPr/>
          </p:nvSpPr>
          <p:spPr>
            <a:xfrm>
              <a:off x="6024240" y="6181560"/>
              <a:ext cx="23400" cy="20520"/>
            </a:xfrm>
            <a:custGeom>
              <a:avLst/>
              <a:gdLst>
                <a:gd name="textAreaLeft" fmla="*/ 0 w 23400"/>
                <a:gd name="textAreaRight" fmla="*/ 24840 w 23400"/>
                <a:gd name="textAreaTop" fmla="*/ 0 h 20520"/>
                <a:gd name="textAreaBottom" fmla="*/ 21960 h 20520"/>
              </a:gdLst>
              <a:ahLst/>
              <a:cxnLst/>
              <a:rect l="textAreaLeft" t="textAreaTop" r="textAreaRight" b="textAreaBottom"/>
              <a:pathLst>
                <a:path w="275" h="246">
                  <a:moveTo>
                    <a:pt x="142" y="0"/>
                  </a:moveTo>
                  <a:cubicBezTo>
                    <a:pt x="96" y="0"/>
                    <a:pt x="41" y="26"/>
                    <a:pt x="23" y="77"/>
                  </a:cubicBezTo>
                  <a:cubicBezTo>
                    <a:pt x="1" y="123"/>
                    <a:pt x="23" y="214"/>
                    <a:pt x="92" y="237"/>
                  </a:cubicBezTo>
                  <a:cubicBezTo>
                    <a:pt x="103" y="243"/>
                    <a:pt x="116" y="246"/>
                    <a:pt x="130" y="246"/>
                  </a:cubicBezTo>
                  <a:cubicBezTo>
                    <a:pt x="170" y="246"/>
                    <a:pt x="217" y="220"/>
                    <a:pt x="252" y="169"/>
                  </a:cubicBezTo>
                  <a:cubicBezTo>
                    <a:pt x="274" y="123"/>
                    <a:pt x="252" y="55"/>
                    <a:pt x="183" y="9"/>
                  </a:cubicBezTo>
                  <a:cubicBezTo>
                    <a:pt x="172" y="3"/>
                    <a:pt x="158" y="0"/>
                    <a:pt x="142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0" rIns="90000" bIns="108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98" name="Google Shape;1458;p8"/>
            <p:cNvSpPr/>
            <p:nvPr/>
          </p:nvSpPr>
          <p:spPr>
            <a:xfrm>
              <a:off x="4916160" y="6153840"/>
              <a:ext cx="35280" cy="30600"/>
            </a:xfrm>
            <a:custGeom>
              <a:avLst/>
              <a:gdLst>
                <a:gd name="textAreaLeft" fmla="*/ 0 w 35280"/>
                <a:gd name="textAreaRight" fmla="*/ 36720 w 35280"/>
                <a:gd name="textAreaTop" fmla="*/ 0 h 30600"/>
                <a:gd name="textAreaBottom" fmla="*/ 32040 h 30600"/>
              </a:gdLst>
              <a:ahLst/>
              <a:cxnLst/>
              <a:rect l="textAreaLeft" t="textAreaTop" r="textAreaRight" b="textAreaBottom"/>
              <a:pathLst>
                <a:path w="411" h="357">
                  <a:moveTo>
                    <a:pt x="199" y="1"/>
                  </a:moveTo>
                  <a:cubicBezTo>
                    <a:pt x="135" y="1"/>
                    <a:pt x="79" y="38"/>
                    <a:pt x="46" y="88"/>
                  </a:cubicBezTo>
                  <a:cubicBezTo>
                    <a:pt x="0" y="179"/>
                    <a:pt x="23" y="293"/>
                    <a:pt x="114" y="339"/>
                  </a:cubicBezTo>
                  <a:cubicBezTo>
                    <a:pt x="139" y="351"/>
                    <a:pt x="165" y="357"/>
                    <a:pt x="191" y="357"/>
                  </a:cubicBezTo>
                  <a:cubicBezTo>
                    <a:pt x="262" y="357"/>
                    <a:pt x="332" y="314"/>
                    <a:pt x="365" y="247"/>
                  </a:cubicBezTo>
                  <a:cubicBezTo>
                    <a:pt x="411" y="156"/>
                    <a:pt x="365" y="65"/>
                    <a:pt x="274" y="19"/>
                  </a:cubicBezTo>
                  <a:cubicBezTo>
                    <a:pt x="248" y="6"/>
                    <a:pt x="223" y="1"/>
                    <a:pt x="199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840" rIns="90000" bIns="158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199" name="Google Shape;1459;p8"/>
            <p:cNvSpPr/>
            <p:nvPr/>
          </p:nvSpPr>
          <p:spPr>
            <a:xfrm>
              <a:off x="3996360" y="5877000"/>
              <a:ext cx="27360" cy="1908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19080"/>
                <a:gd name="textAreaBottom" fmla="*/ 20520 h 19080"/>
              </a:gdLst>
              <a:ahLst/>
              <a:cxnLst/>
              <a:rect l="textAreaLeft" t="textAreaTop" r="textAreaRight" b="textAreaBottom"/>
              <a:pathLst>
                <a:path w="321" h="230">
                  <a:moveTo>
                    <a:pt x="117" y="1"/>
                  </a:moveTo>
                  <a:cubicBezTo>
                    <a:pt x="61" y="1"/>
                    <a:pt x="16" y="31"/>
                    <a:pt x="1" y="92"/>
                  </a:cubicBezTo>
                  <a:lnTo>
                    <a:pt x="274" y="229"/>
                  </a:lnTo>
                  <a:cubicBezTo>
                    <a:pt x="320" y="161"/>
                    <a:pt x="274" y="47"/>
                    <a:pt x="206" y="24"/>
                  </a:cubicBezTo>
                  <a:cubicBezTo>
                    <a:pt x="176" y="9"/>
                    <a:pt x="145" y="1"/>
                    <a:pt x="117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080" rIns="9000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200" name="Google Shape;1460;p8"/>
            <p:cNvSpPr/>
            <p:nvPr/>
          </p:nvSpPr>
          <p:spPr>
            <a:xfrm>
              <a:off x="5114880" y="5597640"/>
              <a:ext cx="23400" cy="19800"/>
            </a:xfrm>
            <a:custGeom>
              <a:avLst/>
              <a:gdLst>
                <a:gd name="textAreaLeft" fmla="*/ 0 w 23400"/>
                <a:gd name="textAreaRight" fmla="*/ 24840 w 23400"/>
                <a:gd name="textAreaTop" fmla="*/ 0 h 19800"/>
                <a:gd name="textAreaBottom" fmla="*/ 21240 h 19800"/>
              </a:gdLst>
              <a:ahLst/>
              <a:cxnLst/>
              <a:rect l="textAreaLeft" t="textAreaTop" r="textAreaRight" b="textAreaBottom"/>
              <a:pathLst>
                <a:path w="275" h="238">
                  <a:moveTo>
                    <a:pt x="145" y="0"/>
                  </a:moveTo>
                  <a:cubicBezTo>
                    <a:pt x="104" y="0"/>
                    <a:pt x="57" y="26"/>
                    <a:pt x="23" y="77"/>
                  </a:cubicBezTo>
                  <a:cubicBezTo>
                    <a:pt x="0" y="123"/>
                    <a:pt x="23" y="191"/>
                    <a:pt x="91" y="214"/>
                  </a:cubicBezTo>
                  <a:cubicBezTo>
                    <a:pt x="108" y="230"/>
                    <a:pt x="127" y="238"/>
                    <a:pt x="146" y="238"/>
                  </a:cubicBezTo>
                  <a:cubicBezTo>
                    <a:pt x="180" y="238"/>
                    <a:pt x="214" y="213"/>
                    <a:pt x="228" y="168"/>
                  </a:cubicBezTo>
                  <a:cubicBezTo>
                    <a:pt x="274" y="100"/>
                    <a:pt x="251" y="32"/>
                    <a:pt x="183" y="9"/>
                  </a:cubicBezTo>
                  <a:cubicBezTo>
                    <a:pt x="171" y="3"/>
                    <a:pt x="158" y="0"/>
                    <a:pt x="145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440" rIns="90000" bIns="10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201" name="Google Shape;1461;p8"/>
            <p:cNvSpPr/>
            <p:nvPr/>
          </p:nvSpPr>
          <p:spPr>
            <a:xfrm>
              <a:off x="5874840" y="6020640"/>
              <a:ext cx="29520" cy="25560"/>
            </a:xfrm>
            <a:custGeom>
              <a:avLst/>
              <a:gdLst>
                <a:gd name="textAreaLeft" fmla="*/ 0 w 29520"/>
                <a:gd name="textAreaRight" fmla="*/ 30960 w 29520"/>
                <a:gd name="textAreaTop" fmla="*/ 0 h 25560"/>
                <a:gd name="textAreaBottom" fmla="*/ 27000 h 25560"/>
              </a:gdLst>
              <a:ahLst/>
              <a:cxnLst/>
              <a:rect l="textAreaLeft" t="textAreaTop" r="textAreaRight" b="textAreaBottom"/>
              <a:pathLst>
                <a:path w="343" h="301">
                  <a:moveTo>
                    <a:pt x="176" y="0"/>
                  </a:moveTo>
                  <a:cubicBezTo>
                    <a:pt x="114" y="0"/>
                    <a:pt x="62" y="38"/>
                    <a:pt x="46" y="87"/>
                  </a:cubicBezTo>
                  <a:cubicBezTo>
                    <a:pt x="0" y="155"/>
                    <a:pt x="46" y="247"/>
                    <a:pt x="114" y="292"/>
                  </a:cubicBezTo>
                  <a:cubicBezTo>
                    <a:pt x="132" y="298"/>
                    <a:pt x="150" y="301"/>
                    <a:pt x="169" y="301"/>
                  </a:cubicBezTo>
                  <a:cubicBezTo>
                    <a:pt x="226" y="301"/>
                    <a:pt x="286" y="275"/>
                    <a:pt x="320" y="224"/>
                  </a:cubicBezTo>
                  <a:cubicBezTo>
                    <a:pt x="343" y="133"/>
                    <a:pt x="320" y="64"/>
                    <a:pt x="251" y="19"/>
                  </a:cubicBezTo>
                  <a:cubicBezTo>
                    <a:pt x="226" y="6"/>
                    <a:pt x="200" y="0"/>
                    <a:pt x="176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3320" rIns="90000" bIns="133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202" name="Google Shape;1462;p8"/>
            <p:cNvSpPr/>
            <p:nvPr/>
          </p:nvSpPr>
          <p:spPr>
            <a:xfrm>
              <a:off x="5471280" y="5922000"/>
              <a:ext cx="23400" cy="20160"/>
            </a:xfrm>
            <a:custGeom>
              <a:avLst/>
              <a:gdLst>
                <a:gd name="textAreaLeft" fmla="*/ 0 w 23400"/>
                <a:gd name="textAreaRight" fmla="*/ 24840 w 23400"/>
                <a:gd name="textAreaTop" fmla="*/ 0 h 20160"/>
                <a:gd name="textAreaBottom" fmla="*/ 21600 h 20160"/>
              </a:gdLst>
              <a:ahLst/>
              <a:cxnLst/>
              <a:rect l="textAreaLeft" t="textAreaTop" r="textAreaRight" b="textAreaBottom"/>
              <a:pathLst>
                <a:path w="275" h="239">
                  <a:moveTo>
                    <a:pt x="123" y="0"/>
                  </a:moveTo>
                  <a:cubicBezTo>
                    <a:pt x="82" y="0"/>
                    <a:pt x="38" y="25"/>
                    <a:pt x="24" y="70"/>
                  </a:cubicBezTo>
                  <a:cubicBezTo>
                    <a:pt x="1" y="138"/>
                    <a:pt x="24" y="207"/>
                    <a:pt x="92" y="229"/>
                  </a:cubicBezTo>
                  <a:cubicBezTo>
                    <a:pt x="104" y="235"/>
                    <a:pt x="118" y="238"/>
                    <a:pt x="133" y="238"/>
                  </a:cubicBezTo>
                  <a:cubicBezTo>
                    <a:pt x="173" y="238"/>
                    <a:pt x="218" y="217"/>
                    <a:pt x="252" y="184"/>
                  </a:cubicBezTo>
                  <a:cubicBezTo>
                    <a:pt x="275" y="115"/>
                    <a:pt x="252" y="47"/>
                    <a:pt x="183" y="24"/>
                  </a:cubicBezTo>
                  <a:cubicBezTo>
                    <a:pt x="167" y="8"/>
                    <a:pt x="145" y="0"/>
                    <a:pt x="123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0" rIns="90000" bIns="108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203" name="Google Shape;1463;p8"/>
            <p:cNvSpPr/>
            <p:nvPr/>
          </p:nvSpPr>
          <p:spPr>
            <a:xfrm>
              <a:off x="6020280" y="6126840"/>
              <a:ext cx="25200" cy="23040"/>
            </a:xfrm>
            <a:custGeom>
              <a:avLst/>
              <a:gdLst>
                <a:gd name="textAreaLeft" fmla="*/ 0 w 25200"/>
                <a:gd name="textAreaRight" fmla="*/ 26640 w 25200"/>
                <a:gd name="textAreaTop" fmla="*/ 0 h 23040"/>
                <a:gd name="textAreaBottom" fmla="*/ 24480 h 23040"/>
              </a:gdLst>
              <a:ahLst/>
              <a:cxnLst/>
              <a:rect l="textAreaLeft" t="textAreaTop" r="textAreaRight" b="textAreaBottom"/>
              <a:pathLst>
                <a:path w="298" h="272">
                  <a:moveTo>
                    <a:pt x="129" y="1"/>
                  </a:moveTo>
                  <a:cubicBezTo>
                    <a:pt x="82" y="1"/>
                    <a:pt x="38" y="26"/>
                    <a:pt x="24" y="70"/>
                  </a:cubicBezTo>
                  <a:cubicBezTo>
                    <a:pt x="1" y="139"/>
                    <a:pt x="24" y="230"/>
                    <a:pt x="92" y="253"/>
                  </a:cubicBezTo>
                  <a:cubicBezTo>
                    <a:pt x="111" y="265"/>
                    <a:pt x="130" y="271"/>
                    <a:pt x="149" y="271"/>
                  </a:cubicBezTo>
                  <a:cubicBezTo>
                    <a:pt x="197" y="271"/>
                    <a:pt x="242" y="234"/>
                    <a:pt x="275" y="184"/>
                  </a:cubicBezTo>
                  <a:cubicBezTo>
                    <a:pt x="298" y="139"/>
                    <a:pt x="275" y="47"/>
                    <a:pt x="206" y="24"/>
                  </a:cubicBezTo>
                  <a:cubicBezTo>
                    <a:pt x="182" y="8"/>
                    <a:pt x="155" y="1"/>
                    <a:pt x="129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240" rIns="90000" bIns="122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204" name="Google Shape;1464;p8"/>
            <p:cNvSpPr/>
            <p:nvPr/>
          </p:nvSpPr>
          <p:spPr>
            <a:xfrm>
              <a:off x="2894400" y="3559320"/>
              <a:ext cx="31320" cy="26640"/>
            </a:xfrm>
            <a:custGeom>
              <a:avLst/>
              <a:gdLst>
                <a:gd name="textAreaLeft" fmla="*/ 0 w 31320"/>
                <a:gd name="textAreaRight" fmla="*/ 32760 w 31320"/>
                <a:gd name="textAreaTop" fmla="*/ 0 h 26640"/>
                <a:gd name="textAreaBottom" fmla="*/ 28080 h 26640"/>
              </a:gdLst>
              <a:ahLst/>
              <a:cxnLst/>
              <a:rect l="textAreaLeft" t="textAreaTop" r="textAreaRight" b="textAreaBottom"/>
              <a:pathLst>
                <a:path w="366" h="314">
                  <a:moveTo>
                    <a:pt x="197" y="0"/>
                  </a:moveTo>
                  <a:cubicBezTo>
                    <a:pt x="134" y="0"/>
                    <a:pt x="64" y="30"/>
                    <a:pt x="46" y="100"/>
                  </a:cubicBezTo>
                  <a:cubicBezTo>
                    <a:pt x="1" y="168"/>
                    <a:pt x="23" y="260"/>
                    <a:pt x="115" y="305"/>
                  </a:cubicBezTo>
                  <a:cubicBezTo>
                    <a:pt x="132" y="311"/>
                    <a:pt x="152" y="314"/>
                    <a:pt x="172" y="314"/>
                  </a:cubicBezTo>
                  <a:cubicBezTo>
                    <a:pt x="234" y="314"/>
                    <a:pt x="303" y="288"/>
                    <a:pt x="320" y="237"/>
                  </a:cubicBezTo>
                  <a:cubicBezTo>
                    <a:pt x="366" y="146"/>
                    <a:pt x="320" y="54"/>
                    <a:pt x="252" y="9"/>
                  </a:cubicBezTo>
                  <a:cubicBezTo>
                    <a:pt x="235" y="3"/>
                    <a:pt x="217" y="0"/>
                    <a:pt x="197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4040" rIns="90000" bIns="140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205" name="Google Shape;1465;p8"/>
            <p:cNvSpPr/>
            <p:nvPr/>
          </p:nvSpPr>
          <p:spPr>
            <a:xfrm>
              <a:off x="4700880" y="3125160"/>
              <a:ext cx="23400" cy="18720"/>
            </a:xfrm>
            <a:custGeom>
              <a:avLst/>
              <a:gdLst>
                <a:gd name="textAreaLeft" fmla="*/ 0 w 23400"/>
                <a:gd name="textAreaRight" fmla="*/ 24840 w 23400"/>
                <a:gd name="textAreaTop" fmla="*/ 0 h 18720"/>
                <a:gd name="textAreaBottom" fmla="*/ 20160 h 18720"/>
              </a:gdLst>
              <a:ahLst/>
              <a:cxnLst/>
              <a:rect l="textAreaLeft" t="textAreaTop" r="textAreaRight" b="textAreaBottom"/>
              <a:pathLst>
                <a:path w="275" h="224">
                  <a:moveTo>
                    <a:pt x="129" y="1"/>
                  </a:moveTo>
                  <a:cubicBezTo>
                    <a:pt x="81" y="1"/>
                    <a:pt x="40" y="22"/>
                    <a:pt x="23" y="55"/>
                  </a:cubicBezTo>
                  <a:cubicBezTo>
                    <a:pt x="0" y="124"/>
                    <a:pt x="23" y="192"/>
                    <a:pt x="69" y="215"/>
                  </a:cubicBezTo>
                  <a:cubicBezTo>
                    <a:pt x="87" y="221"/>
                    <a:pt x="106" y="224"/>
                    <a:pt x="123" y="224"/>
                  </a:cubicBezTo>
                  <a:cubicBezTo>
                    <a:pt x="171" y="224"/>
                    <a:pt x="212" y="203"/>
                    <a:pt x="229" y="169"/>
                  </a:cubicBezTo>
                  <a:cubicBezTo>
                    <a:pt x="274" y="101"/>
                    <a:pt x="252" y="32"/>
                    <a:pt x="183" y="10"/>
                  </a:cubicBezTo>
                  <a:cubicBezTo>
                    <a:pt x="165" y="4"/>
                    <a:pt x="146" y="1"/>
                    <a:pt x="129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080" rIns="9000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206" name="Google Shape;1466;p8"/>
            <p:cNvSpPr/>
            <p:nvPr/>
          </p:nvSpPr>
          <p:spPr>
            <a:xfrm>
              <a:off x="5632920" y="6480360"/>
              <a:ext cx="25200" cy="21960"/>
            </a:xfrm>
            <a:custGeom>
              <a:avLst/>
              <a:gdLst>
                <a:gd name="textAreaLeft" fmla="*/ 0 w 25200"/>
                <a:gd name="textAreaRight" fmla="*/ 26640 w 25200"/>
                <a:gd name="textAreaTop" fmla="*/ 0 h 21960"/>
                <a:gd name="textAreaBottom" fmla="*/ 23400 h 21960"/>
              </a:gdLst>
              <a:ahLst/>
              <a:cxnLst/>
              <a:rect l="textAreaLeft" t="textAreaTop" r="textAreaRight" b="textAreaBottom"/>
              <a:pathLst>
                <a:path w="298" h="262">
                  <a:moveTo>
                    <a:pt x="156" y="1"/>
                  </a:moveTo>
                  <a:cubicBezTo>
                    <a:pt x="107" y="1"/>
                    <a:pt x="64" y="27"/>
                    <a:pt x="47" y="78"/>
                  </a:cubicBezTo>
                  <a:cubicBezTo>
                    <a:pt x="1" y="146"/>
                    <a:pt x="47" y="215"/>
                    <a:pt x="92" y="238"/>
                  </a:cubicBezTo>
                  <a:cubicBezTo>
                    <a:pt x="117" y="254"/>
                    <a:pt x="141" y="261"/>
                    <a:pt x="164" y="261"/>
                  </a:cubicBezTo>
                  <a:cubicBezTo>
                    <a:pt x="206" y="261"/>
                    <a:pt x="245" y="236"/>
                    <a:pt x="275" y="192"/>
                  </a:cubicBezTo>
                  <a:cubicBezTo>
                    <a:pt x="298" y="124"/>
                    <a:pt x="275" y="55"/>
                    <a:pt x="206" y="9"/>
                  </a:cubicBezTo>
                  <a:cubicBezTo>
                    <a:pt x="189" y="4"/>
                    <a:pt x="172" y="1"/>
                    <a:pt x="156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520" rIns="90000" bIns="115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207" name="Google Shape;1467;p8"/>
            <p:cNvSpPr/>
            <p:nvPr/>
          </p:nvSpPr>
          <p:spPr>
            <a:xfrm>
              <a:off x="3891960" y="3312720"/>
              <a:ext cx="25200" cy="23040"/>
            </a:xfrm>
            <a:custGeom>
              <a:avLst/>
              <a:gdLst>
                <a:gd name="textAreaLeft" fmla="*/ 0 w 25200"/>
                <a:gd name="textAreaRight" fmla="*/ 26640 w 25200"/>
                <a:gd name="textAreaTop" fmla="*/ 0 h 23040"/>
                <a:gd name="textAreaBottom" fmla="*/ 24480 h 23040"/>
              </a:gdLst>
              <a:ahLst/>
              <a:cxnLst/>
              <a:rect l="textAreaLeft" t="textAreaTop" r="textAreaRight" b="textAreaBottom"/>
              <a:pathLst>
                <a:path w="298" h="271">
                  <a:moveTo>
                    <a:pt x="159" y="0"/>
                  </a:moveTo>
                  <a:cubicBezTo>
                    <a:pt x="115" y="0"/>
                    <a:pt x="63" y="38"/>
                    <a:pt x="46" y="87"/>
                  </a:cubicBezTo>
                  <a:cubicBezTo>
                    <a:pt x="0" y="133"/>
                    <a:pt x="23" y="224"/>
                    <a:pt x="92" y="247"/>
                  </a:cubicBezTo>
                  <a:cubicBezTo>
                    <a:pt x="116" y="263"/>
                    <a:pt x="143" y="271"/>
                    <a:pt x="169" y="271"/>
                  </a:cubicBezTo>
                  <a:cubicBezTo>
                    <a:pt x="216" y="271"/>
                    <a:pt x="260" y="245"/>
                    <a:pt x="274" y="201"/>
                  </a:cubicBezTo>
                  <a:cubicBezTo>
                    <a:pt x="297" y="133"/>
                    <a:pt x="274" y="41"/>
                    <a:pt x="206" y="19"/>
                  </a:cubicBezTo>
                  <a:cubicBezTo>
                    <a:pt x="193" y="6"/>
                    <a:pt x="177" y="0"/>
                    <a:pt x="159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240" rIns="90000" bIns="122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208" name="Google Shape;1468;p8"/>
            <p:cNvSpPr/>
            <p:nvPr/>
          </p:nvSpPr>
          <p:spPr>
            <a:xfrm>
              <a:off x="4276800" y="3335400"/>
              <a:ext cx="39600" cy="34560"/>
            </a:xfrm>
            <a:custGeom>
              <a:avLst/>
              <a:gdLst>
                <a:gd name="textAreaLeft" fmla="*/ 0 w 39600"/>
                <a:gd name="textAreaRight" fmla="*/ 41040 w 39600"/>
                <a:gd name="textAreaTop" fmla="*/ 0 h 34560"/>
                <a:gd name="textAreaBottom" fmla="*/ 36000 h 34560"/>
              </a:gdLst>
              <a:ahLst/>
              <a:cxnLst/>
              <a:rect l="textAreaLeft" t="textAreaTop" r="textAreaRight" b="textAreaBottom"/>
              <a:pathLst>
                <a:path w="458" h="402">
                  <a:moveTo>
                    <a:pt x="230" y="1"/>
                  </a:moveTo>
                  <a:cubicBezTo>
                    <a:pt x="150" y="1"/>
                    <a:pt x="80" y="43"/>
                    <a:pt x="46" y="110"/>
                  </a:cubicBezTo>
                  <a:cubicBezTo>
                    <a:pt x="1" y="201"/>
                    <a:pt x="46" y="338"/>
                    <a:pt x="138" y="384"/>
                  </a:cubicBezTo>
                  <a:cubicBezTo>
                    <a:pt x="162" y="396"/>
                    <a:pt x="190" y="402"/>
                    <a:pt x="218" y="402"/>
                  </a:cubicBezTo>
                  <a:cubicBezTo>
                    <a:pt x="296" y="402"/>
                    <a:pt x="378" y="359"/>
                    <a:pt x="411" y="293"/>
                  </a:cubicBezTo>
                  <a:cubicBezTo>
                    <a:pt x="457" y="178"/>
                    <a:pt x="411" y="64"/>
                    <a:pt x="320" y="19"/>
                  </a:cubicBezTo>
                  <a:cubicBezTo>
                    <a:pt x="290" y="6"/>
                    <a:pt x="259" y="1"/>
                    <a:pt x="230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8000" rIns="90000" bIns="180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209" name="Google Shape;1469;p8"/>
            <p:cNvSpPr/>
            <p:nvPr/>
          </p:nvSpPr>
          <p:spPr>
            <a:xfrm>
              <a:off x="4301640" y="3241800"/>
              <a:ext cx="23400" cy="18720"/>
            </a:xfrm>
            <a:custGeom>
              <a:avLst/>
              <a:gdLst>
                <a:gd name="textAreaLeft" fmla="*/ 0 w 23400"/>
                <a:gd name="textAreaRight" fmla="*/ 24840 w 23400"/>
                <a:gd name="textAreaTop" fmla="*/ 0 h 18720"/>
                <a:gd name="textAreaBottom" fmla="*/ 20160 h 18720"/>
              </a:gdLst>
              <a:ahLst/>
              <a:cxnLst/>
              <a:rect l="textAreaLeft" t="textAreaTop" r="textAreaRight" b="textAreaBottom"/>
              <a:pathLst>
                <a:path w="275" h="225">
                  <a:moveTo>
                    <a:pt x="143" y="1"/>
                  </a:moveTo>
                  <a:cubicBezTo>
                    <a:pt x="104" y="1"/>
                    <a:pt x="63" y="22"/>
                    <a:pt x="46" y="55"/>
                  </a:cubicBezTo>
                  <a:cubicBezTo>
                    <a:pt x="0" y="124"/>
                    <a:pt x="46" y="192"/>
                    <a:pt x="92" y="215"/>
                  </a:cubicBezTo>
                  <a:cubicBezTo>
                    <a:pt x="104" y="221"/>
                    <a:pt x="118" y="224"/>
                    <a:pt x="133" y="224"/>
                  </a:cubicBezTo>
                  <a:cubicBezTo>
                    <a:pt x="173" y="224"/>
                    <a:pt x="218" y="203"/>
                    <a:pt x="252" y="169"/>
                  </a:cubicBezTo>
                  <a:cubicBezTo>
                    <a:pt x="274" y="101"/>
                    <a:pt x="252" y="32"/>
                    <a:pt x="183" y="10"/>
                  </a:cubicBezTo>
                  <a:cubicBezTo>
                    <a:pt x="171" y="4"/>
                    <a:pt x="157" y="1"/>
                    <a:pt x="143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080" rIns="9000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210" name="Google Shape;1470;p8"/>
            <p:cNvSpPr/>
            <p:nvPr/>
          </p:nvSpPr>
          <p:spPr>
            <a:xfrm>
              <a:off x="1984680" y="3058920"/>
              <a:ext cx="37440" cy="34560"/>
            </a:xfrm>
            <a:custGeom>
              <a:avLst/>
              <a:gdLst>
                <a:gd name="textAreaLeft" fmla="*/ 0 w 37440"/>
                <a:gd name="textAreaRight" fmla="*/ 38880 w 37440"/>
                <a:gd name="textAreaTop" fmla="*/ 0 h 34560"/>
                <a:gd name="textAreaBottom" fmla="*/ 36000 h 34560"/>
              </a:gdLst>
              <a:ahLst/>
              <a:cxnLst/>
              <a:rect l="textAreaLeft" t="textAreaTop" r="textAreaRight" b="textAreaBottom"/>
              <a:pathLst>
                <a:path w="434" h="402">
                  <a:moveTo>
                    <a:pt x="220" y="0"/>
                  </a:moveTo>
                  <a:cubicBezTo>
                    <a:pt x="149" y="0"/>
                    <a:pt x="79" y="43"/>
                    <a:pt x="46" y="110"/>
                  </a:cubicBezTo>
                  <a:cubicBezTo>
                    <a:pt x="0" y="224"/>
                    <a:pt x="23" y="338"/>
                    <a:pt x="137" y="383"/>
                  </a:cubicBezTo>
                  <a:cubicBezTo>
                    <a:pt x="161" y="396"/>
                    <a:pt x="188" y="401"/>
                    <a:pt x="214" y="401"/>
                  </a:cubicBezTo>
                  <a:cubicBezTo>
                    <a:pt x="285" y="401"/>
                    <a:pt x="355" y="359"/>
                    <a:pt x="388" y="292"/>
                  </a:cubicBezTo>
                  <a:cubicBezTo>
                    <a:pt x="434" y="201"/>
                    <a:pt x="411" y="64"/>
                    <a:pt x="297" y="18"/>
                  </a:cubicBezTo>
                  <a:cubicBezTo>
                    <a:pt x="272" y="6"/>
                    <a:pt x="246" y="0"/>
                    <a:pt x="220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8000" rIns="90000" bIns="180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211" name="Google Shape;1471;p8"/>
            <p:cNvSpPr/>
            <p:nvPr/>
          </p:nvSpPr>
          <p:spPr>
            <a:xfrm>
              <a:off x="3197520" y="5320080"/>
              <a:ext cx="37440" cy="32760"/>
            </a:xfrm>
            <a:custGeom>
              <a:avLst/>
              <a:gdLst>
                <a:gd name="textAreaLeft" fmla="*/ 0 w 37440"/>
                <a:gd name="textAreaRight" fmla="*/ 38880 w 37440"/>
                <a:gd name="textAreaTop" fmla="*/ 0 h 32760"/>
                <a:gd name="textAreaBottom" fmla="*/ 34200 h 32760"/>
              </a:gdLst>
              <a:ahLst/>
              <a:cxnLst/>
              <a:rect l="textAreaLeft" t="textAreaTop" r="textAreaRight" b="textAreaBottom"/>
              <a:pathLst>
                <a:path w="435" h="383">
                  <a:moveTo>
                    <a:pt x="221" y="0"/>
                  </a:moveTo>
                  <a:cubicBezTo>
                    <a:pt x="150" y="0"/>
                    <a:pt x="80" y="43"/>
                    <a:pt x="46" y="110"/>
                  </a:cubicBezTo>
                  <a:cubicBezTo>
                    <a:pt x="1" y="201"/>
                    <a:pt x="46" y="315"/>
                    <a:pt x="138" y="361"/>
                  </a:cubicBezTo>
                  <a:cubicBezTo>
                    <a:pt x="167" y="375"/>
                    <a:pt x="198" y="383"/>
                    <a:pt x="228" y="383"/>
                  </a:cubicBezTo>
                  <a:cubicBezTo>
                    <a:pt x="294" y="383"/>
                    <a:pt x="357" y="347"/>
                    <a:pt x="389" y="269"/>
                  </a:cubicBezTo>
                  <a:cubicBezTo>
                    <a:pt x="434" y="178"/>
                    <a:pt x="389" y="64"/>
                    <a:pt x="297" y="18"/>
                  </a:cubicBezTo>
                  <a:cubicBezTo>
                    <a:pt x="273" y="6"/>
                    <a:pt x="247" y="0"/>
                    <a:pt x="221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6920" rIns="90000" bIns="169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212" name="Google Shape;1472;p8"/>
            <p:cNvSpPr/>
            <p:nvPr/>
          </p:nvSpPr>
          <p:spPr>
            <a:xfrm>
              <a:off x="3752640" y="4616280"/>
              <a:ext cx="21240" cy="19440"/>
            </a:xfrm>
            <a:custGeom>
              <a:avLst/>
              <a:gdLst>
                <a:gd name="textAreaLeft" fmla="*/ 0 w 21240"/>
                <a:gd name="textAreaRight" fmla="*/ 22680 w 21240"/>
                <a:gd name="textAreaTop" fmla="*/ 0 h 19440"/>
                <a:gd name="textAreaBottom" fmla="*/ 20880 h 19440"/>
              </a:gdLst>
              <a:ahLst/>
              <a:cxnLst/>
              <a:rect l="textAreaLeft" t="textAreaTop" r="textAreaRight" b="textAreaBottom"/>
              <a:pathLst>
                <a:path w="252" h="234">
                  <a:moveTo>
                    <a:pt x="132" y="1"/>
                  </a:moveTo>
                  <a:cubicBezTo>
                    <a:pt x="83" y="1"/>
                    <a:pt x="40" y="27"/>
                    <a:pt x="23" y="78"/>
                  </a:cubicBezTo>
                  <a:cubicBezTo>
                    <a:pt x="0" y="124"/>
                    <a:pt x="23" y="192"/>
                    <a:pt x="69" y="215"/>
                  </a:cubicBezTo>
                  <a:cubicBezTo>
                    <a:pt x="89" y="228"/>
                    <a:pt x="109" y="234"/>
                    <a:pt x="128" y="234"/>
                  </a:cubicBezTo>
                  <a:cubicBezTo>
                    <a:pt x="173" y="234"/>
                    <a:pt x="212" y="201"/>
                    <a:pt x="229" y="169"/>
                  </a:cubicBezTo>
                  <a:cubicBezTo>
                    <a:pt x="251" y="101"/>
                    <a:pt x="229" y="32"/>
                    <a:pt x="183" y="9"/>
                  </a:cubicBezTo>
                  <a:cubicBezTo>
                    <a:pt x="166" y="4"/>
                    <a:pt x="149" y="1"/>
                    <a:pt x="132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440" rIns="90000" bIns="10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213" name="Google Shape;1473;p8"/>
            <p:cNvSpPr/>
            <p:nvPr/>
          </p:nvSpPr>
          <p:spPr>
            <a:xfrm>
              <a:off x="4588200" y="5649840"/>
              <a:ext cx="33480" cy="2988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29880"/>
                <a:gd name="textAreaBottom" fmla="*/ 31320 h 29880"/>
              </a:gdLst>
              <a:ahLst/>
              <a:cxnLst/>
              <a:rect l="textAreaLeft" t="textAreaTop" r="textAreaRight" b="textAreaBottom"/>
              <a:pathLst>
                <a:path w="389" h="347">
                  <a:moveTo>
                    <a:pt x="194" y="1"/>
                  </a:moveTo>
                  <a:cubicBezTo>
                    <a:pt x="124" y="1"/>
                    <a:pt x="56" y="38"/>
                    <a:pt x="23" y="88"/>
                  </a:cubicBezTo>
                  <a:cubicBezTo>
                    <a:pt x="0" y="179"/>
                    <a:pt x="23" y="293"/>
                    <a:pt x="114" y="339"/>
                  </a:cubicBezTo>
                  <a:cubicBezTo>
                    <a:pt x="136" y="344"/>
                    <a:pt x="157" y="347"/>
                    <a:pt x="178" y="347"/>
                  </a:cubicBezTo>
                  <a:cubicBezTo>
                    <a:pt x="246" y="347"/>
                    <a:pt x="308" y="317"/>
                    <a:pt x="342" y="247"/>
                  </a:cubicBezTo>
                  <a:cubicBezTo>
                    <a:pt x="388" y="156"/>
                    <a:pt x="342" y="65"/>
                    <a:pt x="274" y="19"/>
                  </a:cubicBezTo>
                  <a:cubicBezTo>
                    <a:pt x="248" y="6"/>
                    <a:pt x="221" y="1"/>
                    <a:pt x="194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480" rIns="90000" bIns="154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214" name="Google Shape;1474;p8"/>
            <p:cNvSpPr/>
            <p:nvPr/>
          </p:nvSpPr>
          <p:spPr>
            <a:xfrm>
              <a:off x="4739760" y="5560920"/>
              <a:ext cx="21240" cy="18720"/>
            </a:xfrm>
            <a:custGeom>
              <a:avLst/>
              <a:gdLst>
                <a:gd name="textAreaLeft" fmla="*/ 0 w 21240"/>
                <a:gd name="textAreaRight" fmla="*/ 22680 w 21240"/>
                <a:gd name="textAreaTop" fmla="*/ 0 h 18720"/>
                <a:gd name="textAreaBottom" fmla="*/ 20160 h 18720"/>
              </a:gdLst>
              <a:ahLst/>
              <a:cxnLst/>
              <a:rect l="textAreaLeft" t="textAreaTop" r="textAreaRight" b="textAreaBottom"/>
              <a:pathLst>
                <a:path w="252" h="224">
                  <a:moveTo>
                    <a:pt x="136" y="0"/>
                  </a:moveTo>
                  <a:cubicBezTo>
                    <a:pt x="93" y="0"/>
                    <a:pt x="63" y="26"/>
                    <a:pt x="46" y="77"/>
                  </a:cubicBezTo>
                  <a:cubicBezTo>
                    <a:pt x="0" y="123"/>
                    <a:pt x="23" y="191"/>
                    <a:pt x="91" y="214"/>
                  </a:cubicBezTo>
                  <a:cubicBezTo>
                    <a:pt x="104" y="220"/>
                    <a:pt x="118" y="223"/>
                    <a:pt x="132" y="223"/>
                  </a:cubicBezTo>
                  <a:cubicBezTo>
                    <a:pt x="170" y="223"/>
                    <a:pt x="212" y="202"/>
                    <a:pt x="228" y="169"/>
                  </a:cubicBezTo>
                  <a:cubicBezTo>
                    <a:pt x="251" y="100"/>
                    <a:pt x="228" y="55"/>
                    <a:pt x="183" y="9"/>
                  </a:cubicBezTo>
                  <a:cubicBezTo>
                    <a:pt x="166" y="3"/>
                    <a:pt x="150" y="0"/>
                    <a:pt x="136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080" rIns="90000" bIns="100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215" name="Google Shape;1475;p8"/>
            <p:cNvSpPr/>
            <p:nvPr/>
          </p:nvSpPr>
          <p:spPr>
            <a:xfrm>
              <a:off x="5551200" y="2686680"/>
              <a:ext cx="27360" cy="2376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23760"/>
                <a:gd name="textAreaBottom" fmla="*/ 25200 h 23760"/>
              </a:gdLst>
              <a:ahLst/>
              <a:cxnLst/>
              <a:rect l="textAreaLeft" t="textAreaTop" r="textAreaRight" b="textAreaBottom"/>
              <a:pathLst>
                <a:path w="321" h="279">
                  <a:moveTo>
                    <a:pt x="175" y="0"/>
                  </a:moveTo>
                  <a:cubicBezTo>
                    <a:pt x="119" y="0"/>
                    <a:pt x="64" y="26"/>
                    <a:pt x="47" y="77"/>
                  </a:cubicBezTo>
                  <a:cubicBezTo>
                    <a:pt x="1" y="146"/>
                    <a:pt x="47" y="237"/>
                    <a:pt x="115" y="260"/>
                  </a:cubicBezTo>
                  <a:cubicBezTo>
                    <a:pt x="134" y="273"/>
                    <a:pt x="153" y="278"/>
                    <a:pt x="172" y="278"/>
                  </a:cubicBezTo>
                  <a:cubicBezTo>
                    <a:pt x="220" y="278"/>
                    <a:pt x="265" y="241"/>
                    <a:pt x="298" y="192"/>
                  </a:cubicBezTo>
                  <a:cubicBezTo>
                    <a:pt x="320" y="123"/>
                    <a:pt x="298" y="55"/>
                    <a:pt x="229" y="9"/>
                  </a:cubicBezTo>
                  <a:cubicBezTo>
                    <a:pt x="212" y="3"/>
                    <a:pt x="194" y="0"/>
                    <a:pt x="175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600" rIns="90000" bIns="126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216" name="Google Shape;1476;p8"/>
            <p:cNvSpPr/>
            <p:nvPr/>
          </p:nvSpPr>
          <p:spPr>
            <a:xfrm>
              <a:off x="5852160" y="2425320"/>
              <a:ext cx="23400" cy="20160"/>
            </a:xfrm>
            <a:custGeom>
              <a:avLst/>
              <a:gdLst>
                <a:gd name="textAreaLeft" fmla="*/ 0 w 23400"/>
                <a:gd name="textAreaRight" fmla="*/ 24840 w 23400"/>
                <a:gd name="textAreaTop" fmla="*/ 0 h 20160"/>
                <a:gd name="textAreaBottom" fmla="*/ 21600 h 20160"/>
              </a:gdLst>
              <a:ahLst/>
              <a:cxnLst/>
              <a:rect l="textAreaLeft" t="textAreaTop" r="textAreaRight" b="textAreaBottom"/>
              <a:pathLst>
                <a:path w="275" h="239">
                  <a:moveTo>
                    <a:pt x="112" y="0"/>
                  </a:moveTo>
                  <a:cubicBezTo>
                    <a:pt x="72" y="0"/>
                    <a:pt x="38" y="26"/>
                    <a:pt x="23" y="70"/>
                  </a:cubicBezTo>
                  <a:cubicBezTo>
                    <a:pt x="0" y="138"/>
                    <a:pt x="23" y="207"/>
                    <a:pt x="92" y="230"/>
                  </a:cubicBezTo>
                  <a:cubicBezTo>
                    <a:pt x="103" y="235"/>
                    <a:pt x="116" y="238"/>
                    <a:pt x="129" y="238"/>
                  </a:cubicBezTo>
                  <a:cubicBezTo>
                    <a:pt x="169" y="238"/>
                    <a:pt x="211" y="213"/>
                    <a:pt x="229" y="161"/>
                  </a:cubicBezTo>
                  <a:cubicBezTo>
                    <a:pt x="274" y="116"/>
                    <a:pt x="251" y="47"/>
                    <a:pt x="183" y="24"/>
                  </a:cubicBezTo>
                  <a:cubicBezTo>
                    <a:pt x="159" y="8"/>
                    <a:pt x="134" y="0"/>
                    <a:pt x="112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0" rIns="90000" bIns="108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217" name="Google Shape;1477;p8"/>
            <p:cNvSpPr/>
            <p:nvPr/>
          </p:nvSpPr>
          <p:spPr>
            <a:xfrm>
              <a:off x="4168440" y="3912840"/>
              <a:ext cx="33480" cy="2988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29880"/>
                <a:gd name="textAreaBottom" fmla="*/ 31320 h 29880"/>
              </a:gdLst>
              <a:ahLst/>
              <a:cxnLst/>
              <a:rect l="textAreaLeft" t="textAreaTop" r="textAreaRight" b="textAreaBottom"/>
              <a:pathLst>
                <a:path w="389" h="347">
                  <a:moveTo>
                    <a:pt x="189" y="0"/>
                  </a:moveTo>
                  <a:cubicBezTo>
                    <a:pt x="127" y="0"/>
                    <a:pt x="57" y="43"/>
                    <a:pt x="24" y="110"/>
                  </a:cubicBezTo>
                  <a:cubicBezTo>
                    <a:pt x="1" y="178"/>
                    <a:pt x="24" y="292"/>
                    <a:pt x="115" y="338"/>
                  </a:cubicBezTo>
                  <a:cubicBezTo>
                    <a:pt x="137" y="343"/>
                    <a:pt x="158" y="346"/>
                    <a:pt x="179" y="346"/>
                  </a:cubicBezTo>
                  <a:cubicBezTo>
                    <a:pt x="247" y="346"/>
                    <a:pt x="308" y="316"/>
                    <a:pt x="343" y="247"/>
                  </a:cubicBezTo>
                  <a:cubicBezTo>
                    <a:pt x="389" y="178"/>
                    <a:pt x="343" y="64"/>
                    <a:pt x="252" y="18"/>
                  </a:cubicBezTo>
                  <a:cubicBezTo>
                    <a:pt x="234" y="6"/>
                    <a:pt x="212" y="0"/>
                    <a:pt x="189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480" rIns="90000" bIns="154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218" name="Google Shape;1478;p8"/>
            <p:cNvSpPr/>
            <p:nvPr/>
          </p:nvSpPr>
          <p:spPr>
            <a:xfrm>
              <a:off x="3666600" y="4066560"/>
              <a:ext cx="23400" cy="20880"/>
            </a:xfrm>
            <a:custGeom>
              <a:avLst/>
              <a:gdLst>
                <a:gd name="textAreaLeft" fmla="*/ 0 w 23400"/>
                <a:gd name="textAreaRight" fmla="*/ 24840 w 23400"/>
                <a:gd name="textAreaTop" fmla="*/ 0 h 20880"/>
                <a:gd name="textAreaBottom" fmla="*/ 22320 h 20880"/>
              </a:gdLst>
              <a:ahLst/>
              <a:cxnLst/>
              <a:rect l="textAreaLeft" t="textAreaTop" r="textAreaRight" b="textAreaBottom"/>
              <a:pathLst>
                <a:path w="275" h="249">
                  <a:moveTo>
                    <a:pt x="138" y="0"/>
                  </a:moveTo>
                  <a:cubicBezTo>
                    <a:pt x="99" y="0"/>
                    <a:pt x="56" y="33"/>
                    <a:pt x="23" y="65"/>
                  </a:cubicBezTo>
                  <a:cubicBezTo>
                    <a:pt x="1" y="133"/>
                    <a:pt x="23" y="202"/>
                    <a:pt x="92" y="225"/>
                  </a:cubicBezTo>
                  <a:cubicBezTo>
                    <a:pt x="108" y="241"/>
                    <a:pt x="130" y="248"/>
                    <a:pt x="153" y="248"/>
                  </a:cubicBezTo>
                  <a:cubicBezTo>
                    <a:pt x="194" y="248"/>
                    <a:pt x="237" y="223"/>
                    <a:pt x="252" y="179"/>
                  </a:cubicBezTo>
                  <a:cubicBezTo>
                    <a:pt x="275" y="111"/>
                    <a:pt x="252" y="42"/>
                    <a:pt x="183" y="19"/>
                  </a:cubicBezTo>
                  <a:cubicBezTo>
                    <a:pt x="170" y="6"/>
                    <a:pt x="155" y="0"/>
                    <a:pt x="138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160" rIns="90000" bIns="1116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219" name="Google Shape;1479;p8"/>
            <p:cNvSpPr/>
            <p:nvPr/>
          </p:nvSpPr>
          <p:spPr>
            <a:xfrm>
              <a:off x="4410000" y="3850200"/>
              <a:ext cx="25200" cy="22680"/>
            </a:xfrm>
            <a:custGeom>
              <a:avLst/>
              <a:gdLst>
                <a:gd name="textAreaLeft" fmla="*/ 0 w 25200"/>
                <a:gd name="textAreaRight" fmla="*/ 26640 w 25200"/>
                <a:gd name="textAreaTop" fmla="*/ 0 h 22680"/>
                <a:gd name="textAreaBottom" fmla="*/ 24120 h 22680"/>
              </a:gdLst>
              <a:ahLst/>
              <a:cxnLst/>
              <a:rect l="textAreaLeft" t="textAreaTop" r="textAreaRight" b="textAreaBottom"/>
              <a:pathLst>
                <a:path w="297" h="269">
                  <a:moveTo>
                    <a:pt x="155" y="0"/>
                  </a:moveTo>
                  <a:cubicBezTo>
                    <a:pt x="104" y="0"/>
                    <a:pt x="57" y="26"/>
                    <a:pt x="23" y="77"/>
                  </a:cubicBezTo>
                  <a:cubicBezTo>
                    <a:pt x="0" y="146"/>
                    <a:pt x="23" y="214"/>
                    <a:pt x="92" y="260"/>
                  </a:cubicBezTo>
                  <a:cubicBezTo>
                    <a:pt x="109" y="266"/>
                    <a:pt x="126" y="268"/>
                    <a:pt x="142" y="268"/>
                  </a:cubicBezTo>
                  <a:cubicBezTo>
                    <a:pt x="191" y="268"/>
                    <a:pt x="234" y="243"/>
                    <a:pt x="251" y="191"/>
                  </a:cubicBezTo>
                  <a:cubicBezTo>
                    <a:pt x="297" y="123"/>
                    <a:pt x="274" y="54"/>
                    <a:pt x="206" y="9"/>
                  </a:cubicBezTo>
                  <a:cubicBezTo>
                    <a:pt x="189" y="3"/>
                    <a:pt x="171" y="0"/>
                    <a:pt x="155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880" rIns="90000" bIns="118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220" name="Google Shape;1480;p8"/>
            <p:cNvSpPr/>
            <p:nvPr/>
          </p:nvSpPr>
          <p:spPr>
            <a:xfrm>
              <a:off x="3709440" y="3972240"/>
              <a:ext cx="37440" cy="32400"/>
            </a:xfrm>
            <a:custGeom>
              <a:avLst/>
              <a:gdLst>
                <a:gd name="textAreaLeft" fmla="*/ 0 w 37440"/>
                <a:gd name="textAreaRight" fmla="*/ 38880 w 37440"/>
                <a:gd name="textAreaTop" fmla="*/ 0 h 32400"/>
                <a:gd name="textAreaBottom" fmla="*/ 33840 h 32400"/>
              </a:gdLst>
              <a:ahLst/>
              <a:cxnLst/>
              <a:rect l="textAreaLeft" t="textAreaTop" r="textAreaRight" b="textAreaBottom"/>
              <a:pathLst>
                <a:path w="435" h="379">
                  <a:moveTo>
                    <a:pt x="221" y="0"/>
                  </a:moveTo>
                  <a:cubicBezTo>
                    <a:pt x="150" y="0"/>
                    <a:pt x="80" y="43"/>
                    <a:pt x="47" y="110"/>
                  </a:cubicBezTo>
                  <a:cubicBezTo>
                    <a:pt x="1" y="201"/>
                    <a:pt x="47" y="315"/>
                    <a:pt x="138" y="361"/>
                  </a:cubicBezTo>
                  <a:cubicBezTo>
                    <a:pt x="162" y="373"/>
                    <a:pt x="189" y="379"/>
                    <a:pt x="214" y="379"/>
                  </a:cubicBezTo>
                  <a:cubicBezTo>
                    <a:pt x="285" y="379"/>
                    <a:pt x="356" y="336"/>
                    <a:pt x="389" y="269"/>
                  </a:cubicBezTo>
                  <a:cubicBezTo>
                    <a:pt x="435" y="178"/>
                    <a:pt x="389" y="64"/>
                    <a:pt x="298" y="18"/>
                  </a:cubicBezTo>
                  <a:cubicBezTo>
                    <a:pt x="273" y="6"/>
                    <a:pt x="247" y="0"/>
                    <a:pt x="221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6920" rIns="90000" bIns="169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221" name="Google Shape;1481;p8"/>
            <p:cNvSpPr/>
            <p:nvPr/>
          </p:nvSpPr>
          <p:spPr>
            <a:xfrm>
              <a:off x="3828240" y="3924000"/>
              <a:ext cx="27360" cy="2268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22680"/>
                <a:gd name="textAreaBottom" fmla="*/ 24120 h 22680"/>
              </a:gdLst>
              <a:ahLst/>
              <a:cxnLst/>
              <a:rect l="textAreaLeft" t="textAreaTop" r="textAreaRight" b="textAreaBottom"/>
              <a:pathLst>
                <a:path w="321" h="270">
                  <a:moveTo>
                    <a:pt x="175" y="1"/>
                  </a:moveTo>
                  <a:cubicBezTo>
                    <a:pt x="119" y="1"/>
                    <a:pt x="64" y="27"/>
                    <a:pt x="47" y="78"/>
                  </a:cubicBezTo>
                  <a:cubicBezTo>
                    <a:pt x="1" y="146"/>
                    <a:pt x="24" y="215"/>
                    <a:pt x="92" y="261"/>
                  </a:cubicBezTo>
                  <a:cubicBezTo>
                    <a:pt x="109" y="266"/>
                    <a:pt x="128" y="269"/>
                    <a:pt x="146" y="269"/>
                  </a:cubicBezTo>
                  <a:cubicBezTo>
                    <a:pt x="202" y="269"/>
                    <a:pt x="258" y="243"/>
                    <a:pt x="275" y="192"/>
                  </a:cubicBezTo>
                  <a:cubicBezTo>
                    <a:pt x="320" y="124"/>
                    <a:pt x="298" y="32"/>
                    <a:pt x="229" y="9"/>
                  </a:cubicBezTo>
                  <a:cubicBezTo>
                    <a:pt x="212" y="4"/>
                    <a:pt x="193" y="1"/>
                    <a:pt x="175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1880" rIns="90000" bIns="118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222" name="Google Shape;1482;p8"/>
            <p:cNvSpPr/>
            <p:nvPr/>
          </p:nvSpPr>
          <p:spPr>
            <a:xfrm>
              <a:off x="4156200" y="3887280"/>
              <a:ext cx="31320" cy="25920"/>
            </a:xfrm>
            <a:custGeom>
              <a:avLst/>
              <a:gdLst>
                <a:gd name="textAreaLeft" fmla="*/ 0 w 31320"/>
                <a:gd name="textAreaRight" fmla="*/ 32760 w 31320"/>
                <a:gd name="textAreaTop" fmla="*/ 0 h 25920"/>
                <a:gd name="textAreaBottom" fmla="*/ 27360 h 25920"/>
              </a:gdLst>
              <a:ahLst/>
              <a:cxnLst/>
              <a:rect l="textAreaLeft" t="textAreaTop" r="textAreaRight" b="textAreaBottom"/>
              <a:pathLst>
                <a:path w="367" h="306">
                  <a:moveTo>
                    <a:pt x="197" y="0"/>
                  </a:moveTo>
                  <a:cubicBezTo>
                    <a:pt x="141" y="0"/>
                    <a:pt x="81" y="26"/>
                    <a:pt x="47" y="77"/>
                  </a:cubicBezTo>
                  <a:cubicBezTo>
                    <a:pt x="1" y="168"/>
                    <a:pt x="47" y="260"/>
                    <a:pt x="115" y="283"/>
                  </a:cubicBezTo>
                  <a:cubicBezTo>
                    <a:pt x="145" y="298"/>
                    <a:pt x="176" y="305"/>
                    <a:pt x="204" y="305"/>
                  </a:cubicBezTo>
                  <a:cubicBezTo>
                    <a:pt x="260" y="305"/>
                    <a:pt x="305" y="275"/>
                    <a:pt x="320" y="214"/>
                  </a:cubicBezTo>
                  <a:cubicBezTo>
                    <a:pt x="366" y="146"/>
                    <a:pt x="320" y="54"/>
                    <a:pt x="252" y="9"/>
                  </a:cubicBezTo>
                  <a:cubicBezTo>
                    <a:pt x="235" y="3"/>
                    <a:pt x="216" y="0"/>
                    <a:pt x="197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3680" rIns="90000" bIns="1368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223" name="Google Shape;1483;p8"/>
            <p:cNvSpPr/>
            <p:nvPr/>
          </p:nvSpPr>
          <p:spPr>
            <a:xfrm>
              <a:off x="6884640" y="4255920"/>
              <a:ext cx="29520" cy="24120"/>
            </a:xfrm>
            <a:custGeom>
              <a:avLst/>
              <a:gdLst>
                <a:gd name="textAreaLeft" fmla="*/ 0 w 29520"/>
                <a:gd name="textAreaRight" fmla="*/ 30960 w 29520"/>
                <a:gd name="textAreaTop" fmla="*/ 0 h 24120"/>
                <a:gd name="textAreaBottom" fmla="*/ 25560 h 24120"/>
              </a:gdLst>
              <a:ahLst/>
              <a:cxnLst/>
              <a:rect l="textAreaLeft" t="textAreaTop" r="textAreaRight" b="textAreaBottom"/>
              <a:pathLst>
                <a:path w="343" h="284">
                  <a:moveTo>
                    <a:pt x="174" y="1"/>
                  </a:moveTo>
                  <a:cubicBezTo>
                    <a:pt x="119" y="1"/>
                    <a:pt x="63" y="26"/>
                    <a:pt x="46" y="78"/>
                  </a:cubicBezTo>
                  <a:cubicBezTo>
                    <a:pt x="0" y="146"/>
                    <a:pt x="46" y="237"/>
                    <a:pt x="114" y="260"/>
                  </a:cubicBezTo>
                  <a:cubicBezTo>
                    <a:pt x="137" y="275"/>
                    <a:pt x="163" y="283"/>
                    <a:pt x="187" y="283"/>
                  </a:cubicBezTo>
                  <a:cubicBezTo>
                    <a:pt x="236" y="283"/>
                    <a:pt x="282" y="253"/>
                    <a:pt x="297" y="192"/>
                  </a:cubicBezTo>
                  <a:cubicBezTo>
                    <a:pt x="343" y="123"/>
                    <a:pt x="297" y="55"/>
                    <a:pt x="228" y="9"/>
                  </a:cubicBezTo>
                  <a:cubicBezTo>
                    <a:pt x="211" y="3"/>
                    <a:pt x="193" y="1"/>
                    <a:pt x="174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600" rIns="90000" bIns="126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224" name="Google Shape;1484;p8"/>
            <p:cNvSpPr/>
            <p:nvPr/>
          </p:nvSpPr>
          <p:spPr>
            <a:xfrm>
              <a:off x="5438520" y="5718600"/>
              <a:ext cx="39600" cy="36000"/>
            </a:xfrm>
            <a:custGeom>
              <a:avLst/>
              <a:gdLst>
                <a:gd name="textAreaLeft" fmla="*/ 0 w 39600"/>
                <a:gd name="textAreaRight" fmla="*/ 41040 w 39600"/>
                <a:gd name="textAreaTop" fmla="*/ 0 h 36000"/>
                <a:gd name="textAreaBottom" fmla="*/ 37440 h 36000"/>
              </a:gdLst>
              <a:ahLst/>
              <a:cxnLst/>
              <a:rect l="textAreaLeft" t="textAreaTop" r="textAreaRight" b="textAreaBottom"/>
              <a:pathLst>
                <a:path w="458" h="416">
                  <a:moveTo>
                    <a:pt x="213" y="0"/>
                  </a:moveTo>
                  <a:cubicBezTo>
                    <a:pt x="140" y="0"/>
                    <a:pt x="77" y="46"/>
                    <a:pt x="46" y="124"/>
                  </a:cubicBezTo>
                  <a:cubicBezTo>
                    <a:pt x="1" y="215"/>
                    <a:pt x="23" y="352"/>
                    <a:pt x="137" y="397"/>
                  </a:cubicBezTo>
                  <a:cubicBezTo>
                    <a:pt x="162" y="410"/>
                    <a:pt x="190" y="415"/>
                    <a:pt x="218" y="415"/>
                  </a:cubicBezTo>
                  <a:cubicBezTo>
                    <a:pt x="296" y="415"/>
                    <a:pt x="378" y="373"/>
                    <a:pt x="411" y="306"/>
                  </a:cubicBezTo>
                  <a:cubicBezTo>
                    <a:pt x="457" y="192"/>
                    <a:pt x="411" y="78"/>
                    <a:pt x="320" y="32"/>
                  </a:cubicBezTo>
                  <a:cubicBezTo>
                    <a:pt x="284" y="10"/>
                    <a:pt x="247" y="0"/>
                    <a:pt x="213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8720" rIns="90000" bIns="187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225" name="Google Shape;1485;p8"/>
            <p:cNvSpPr/>
            <p:nvPr/>
          </p:nvSpPr>
          <p:spPr>
            <a:xfrm>
              <a:off x="5463000" y="5672520"/>
              <a:ext cx="33480" cy="29160"/>
            </a:xfrm>
            <a:custGeom>
              <a:avLst/>
              <a:gdLst>
                <a:gd name="textAreaLeft" fmla="*/ 0 w 33480"/>
                <a:gd name="textAreaRight" fmla="*/ 34920 w 33480"/>
                <a:gd name="textAreaTop" fmla="*/ 0 h 29160"/>
                <a:gd name="textAreaBottom" fmla="*/ 30600 h 29160"/>
              </a:gdLst>
              <a:ahLst/>
              <a:cxnLst/>
              <a:rect l="textAreaLeft" t="textAreaTop" r="textAreaRight" b="textAreaBottom"/>
              <a:pathLst>
                <a:path w="389" h="339">
                  <a:moveTo>
                    <a:pt x="199" y="1"/>
                  </a:moveTo>
                  <a:cubicBezTo>
                    <a:pt x="136" y="1"/>
                    <a:pt x="79" y="38"/>
                    <a:pt x="46" y="88"/>
                  </a:cubicBezTo>
                  <a:cubicBezTo>
                    <a:pt x="0" y="179"/>
                    <a:pt x="46" y="293"/>
                    <a:pt x="115" y="316"/>
                  </a:cubicBezTo>
                  <a:cubicBezTo>
                    <a:pt x="145" y="331"/>
                    <a:pt x="178" y="339"/>
                    <a:pt x="209" y="339"/>
                  </a:cubicBezTo>
                  <a:cubicBezTo>
                    <a:pt x="272" y="339"/>
                    <a:pt x="328" y="308"/>
                    <a:pt x="343" y="247"/>
                  </a:cubicBezTo>
                  <a:cubicBezTo>
                    <a:pt x="388" y="156"/>
                    <a:pt x="366" y="65"/>
                    <a:pt x="274" y="19"/>
                  </a:cubicBezTo>
                  <a:cubicBezTo>
                    <a:pt x="249" y="6"/>
                    <a:pt x="223" y="1"/>
                    <a:pt x="199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120" rIns="90000" bIns="151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226" name="Google Shape;1486;p8"/>
            <p:cNvSpPr/>
            <p:nvPr/>
          </p:nvSpPr>
          <p:spPr>
            <a:xfrm>
              <a:off x="5448600" y="5627160"/>
              <a:ext cx="29520" cy="24120"/>
            </a:xfrm>
            <a:custGeom>
              <a:avLst/>
              <a:gdLst>
                <a:gd name="textAreaLeft" fmla="*/ 0 w 29520"/>
                <a:gd name="textAreaRight" fmla="*/ 30960 w 29520"/>
                <a:gd name="textAreaTop" fmla="*/ 0 h 24120"/>
                <a:gd name="textAreaBottom" fmla="*/ 25560 h 24120"/>
              </a:gdLst>
              <a:ahLst/>
              <a:cxnLst/>
              <a:rect l="textAreaLeft" t="textAreaTop" r="textAreaRight" b="textAreaBottom"/>
              <a:pathLst>
                <a:path w="344" h="284">
                  <a:moveTo>
                    <a:pt x="152" y="0"/>
                  </a:moveTo>
                  <a:cubicBezTo>
                    <a:pt x="104" y="0"/>
                    <a:pt x="61" y="26"/>
                    <a:pt x="46" y="70"/>
                  </a:cubicBezTo>
                  <a:cubicBezTo>
                    <a:pt x="1" y="161"/>
                    <a:pt x="46" y="230"/>
                    <a:pt x="115" y="275"/>
                  </a:cubicBezTo>
                  <a:cubicBezTo>
                    <a:pt x="132" y="281"/>
                    <a:pt x="150" y="284"/>
                    <a:pt x="169" y="284"/>
                  </a:cubicBezTo>
                  <a:cubicBezTo>
                    <a:pt x="225" y="284"/>
                    <a:pt x="280" y="258"/>
                    <a:pt x="297" y="207"/>
                  </a:cubicBezTo>
                  <a:cubicBezTo>
                    <a:pt x="343" y="138"/>
                    <a:pt x="297" y="47"/>
                    <a:pt x="229" y="24"/>
                  </a:cubicBezTo>
                  <a:cubicBezTo>
                    <a:pt x="205" y="8"/>
                    <a:pt x="178" y="0"/>
                    <a:pt x="152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600" rIns="90000" bIns="126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227" name="Google Shape;1487;p8"/>
            <p:cNvSpPr/>
            <p:nvPr/>
          </p:nvSpPr>
          <p:spPr>
            <a:xfrm>
              <a:off x="5448600" y="5573160"/>
              <a:ext cx="27360" cy="2412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24120"/>
                <a:gd name="textAreaBottom" fmla="*/ 25560 h 24120"/>
              </a:gdLst>
              <a:ahLst/>
              <a:cxnLst/>
              <a:rect l="textAreaLeft" t="textAreaTop" r="textAreaRight" b="textAreaBottom"/>
              <a:pathLst>
                <a:path w="321" h="284">
                  <a:moveTo>
                    <a:pt x="175" y="0"/>
                  </a:moveTo>
                  <a:cubicBezTo>
                    <a:pt x="119" y="0"/>
                    <a:pt x="63" y="26"/>
                    <a:pt x="46" y="77"/>
                  </a:cubicBezTo>
                  <a:cubicBezTo>
                    <a:pt x="1" y="146"/>
                    <a:pt x="23" y="237"/>
                    <a:pt x="92" y="260"/>
                  </a:cubicBezTo>
                  <a:cubicBezTo>
                    <a:pt x="124" y="276"/>
                    <a:pt x="154" y="284"/>
                    <a:pt x="180" y="284"/>
                  </a:cubicBezTo>
                  <a:cubicBezTo>
                    <a:pt x="229" y="284"/>
                    <a:pt x="268" y="258"/>
                    <a:pt x="297" y="214"/>
                  </a:cubicBezTo>
                  <a:cubicBezTo>
                    <a:pt x="320" y="123"/>
                    <a:pt x="297" y="54"/>
                    <a:pt x="229" y="9"/>
                  </a:cubicBezTo>
                  <a:cubicBezTo>
                    <a:pt x="212" y="3"/>
                    <a:pt x="193" y="0"/>
                    <a:pt x="175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600" rIns="90000" bIns="126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228" name="Google Shape;1488;p8"/>
            <p:cNvSpPr/>
            <p:nvPr/>
          </p:nvSpPr>
          <p:spPr>
            <a:xfrm>
              <a:off x="4533120" y="5564880"/>
              <a:ext cx="21240" cy="16560"/>
            </a:xfrm>
            <a:custGeom>
              <a:avLst/>
              <a:gdLst>
                <a:gd name="textAreaLeft" fmla="*/ 0 w 21240"/>
                <a:gd name="textAreaRight" fmla="*/ 22680 w 21240"/>
                <a:gd name="textAreaTop" fmla="*/ 0 h 16560"/>
                <a:gd name="textAreaBottom" fmla="*/ 18000 h 16560"/>
              </a:gdLst>
              <a:ahLst/>
              <a:cxnLst/>
              <a:rect l="textAreaLeft" t="textAreaTop" r="textAreaRight" b="textAreaBottom"/>
              <a:pathLst>
                <a:path w="252" h="202">
                  <a:moveTo>
                    <a:pt x="133" y="1"/>
                  </a:moveTo>
                  <a:cubicBezTo>
                    <a:pt x="90" y="1"/>
                    <a:pt x="57" y="22"/>
                    <a:pt x="24" y="55"/>
                  </a:cubicBezTo>
                  <a:cubicBezTo>
                    <a:pt x="1" y="101"/>
                    <a:pt x="24" y="169"/>
                    <a:pt x="92" y="192"/>
                  </a:cubicBezTo>
                  <a:cubicBezTo>
                    <a:pt x="104" y="198"/>
                    <a:pt x="118" y="201"/>
                    <a:pt x="132" y="201"/>
                  </a:cubicBezTo>
                  <a:cubicBezTo>
                    <a:pt x="171" y="201"/>
                    <a:pt x="212" y="180"/>
                    <a:pt x="229" y="146"/>
                  </a:cubicBezTo>
                  <a:cubicBezTo>
                    <a:pt x="252" y="101"/>
                    <a:pt x="229" y="32"/>
                    <a:pt x="183" y="10"/>
                  </a:cubicBezTo>
                  <a:cubicBezTo>
                    <a:pt x="165" y="3"/>
                    <a:pt x="148" y="1"/>
                    <a:pt x="133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000" rIns="90000" bIns="90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229" name="Google Shape;1489;p8"/>
            <p:cNvSpPr/>
            <p:nvPr/>
          </p:nvSpPr>
          <p:spPr>
            <a:xfrm>
              <a:off x="5213160" y="3553920"/>
              <a:ext cx="31320" cy="27000"/>
            </a:xfrm>
            <a:custGeom>
              <a:avLst/>
              <a:gdLst>
                <a:gd name="textAreaLeft" fmla="*/ 0 w 31320"/>
                <a:gd name="textAreaRight" fmla="*/ 32760 w 31320"/>
                <a:gd name="textAreaTop" fmla="*/ 0 h 27000"/>
                <a:gd name="textAreaBottom" fmla="*/ 28440 h 27000"/>
              </a:gdLst>
              <a:ahLst/>
              <a:cxnLst/>
              <a:rect l="textAreaLeft" t="textAreaTop" r="textAreaRight" b="textAreaBottom"/>
              <a:pathLst>
                <a:path w="366" h="316">
                  <a:moveTo>
                    <a:pt x="163" y="0"/>
                  </a:moveTo>
                  <a:cubicBezTo>
                    <a:pt x="107" y="0"/>
                    <a:pt x="62" y="31"/>
                    <a:pt x="46" y="91"/>
                  </a:cubicBezTo>
                  <a:cubicBezTo>
                    <a:pt x="1" y="160"/>
                    <a:pt x="24" y="251"/>
                    <a:pt x="115" y="297"/>
                  </a:cubicBezTo>
                  <a:cubicBezTo>
                    <a:pt x="134" y="310"/>
                    <a:pt x="155" y="315"/>
                    <a:pt x="176" y="315"/>
                  </a:cubicBezTo>
                  <a:cubicBezTo>
                    <a:pt x="231" y="315"/>
                    <a:pt x="287" y="278"/>
                    <a:pt x="320" y="228"/>
                  </a:cubicBezTo>
                  <a:cubicBezTo>
                    <a:pt x="366" y="137"/>
                    <a:pt x="320" y="46"/>
                    <a:pt x="252" y="23"/>
                  </a:cubicBezTo>
                  <a:cubicBezTo>
                    <a:pt x="221" y="8"/>
                    <a:pt x="191" y="0"/>
                    <a:pt x="163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4040" rIns="90000" bIns="140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230" name="Google Shape;1490;p8"/>
            <p:cNvSpPr/>
            <p:nvPr/>
          </p:nvSpPr>
          <p:spPr>
            <a:xfrm>
              <a:off x="5184360" y="3582000"/>
              <a:ext cx="23400" cy="20160"/>
            </a:xfrm>
            <a:custGeom>
              <a:avLst/>
              <a:gdLst>
                <a:gd name="textAreaLeft" fmla="*/ 0 w 23400"/>
                <a:gd name="textAreaRight" fmla="*/ 24840 w 23400"/>
                <a:gd name="textAreaTop" fmla="*/ 0 h 20160"/>
                <a:gd name="textAreaBottom" fmla="*/ 21600 h 20160"/>
              </a:gdLst>
              <a:ahLst/>
              <a:cxnLst/>
              <a:rect l="textAreaLeft" t="textAreaTop" r="textAreaRight" b="textAreaBottom"/>
              <a:pathLst>
                <a:path w="275" h="239">
                  <a:moveTo>
                    <a:pt x="138" y="1"/>
                  </a:moveTo>
                  <a:cubicBezTo>
                    <a:pt x="93" y="1"/>
                    <a:pt x="40" y="22"/>
                    <a:pt x="23" y="55"/>
                  </a:cubicBezTo>
                  <a:cubicBezTo>
                    <a:pt x="0" y="124"/>
                    <a:pt x="23" y="192"/>
                    <a:pt x="92" y="215"/>
                  </a:cubicBezTo>
                  <a:cubicBezTo>
                    <a:pt x="108" y="231"/>
                    <a:pt x="127" y="239"/>
                    <a:pt x="147" y="239"/>
                  </a:cubicBezTo>
                  <a:cubicBezTo>
                    <a:pt x="183" y="239"/>
                    <a:pt x="222" y="214"/>
                    <a:pt x="251" y="169"/>
                  </a:cubicBezTo>
                  <a:cubicBezTo>
                    <a:pt x="274" y="101"/>
                    <a:pt x="251" y="32"/>
                    <a:pt x="183" y="10"/>
                  </a:cubicBezTo>
                  <a:cubicBezTo>
                    <a:pt x="171" y="4"/>
                    <a:pt x="155" y="1"/>
                    <a:pt x="138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0" rIns="90000" bIns="108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231" name="Google Shape;1491;p8"/>
            <p:cNvSpPr/>
            <p:nvPr/>
          </p:nvSpPr>
          <p:spPr>
            <a:xfrm>
              <a:off x="5264280" y="3764160"/>
              <a:ext cx="39600" cy="36000"/>
            </a:xfrm>
            <a:custGeom>
              <a:avLst/>
              <a:gdLst>
                <a:gd name="textAreaLeft" fmla="*/ 0 w 39600"/>
                <a:gd name="textAreaRight" fmla="*/ 41040 w 39600"/>
                <a:gd name="textAreaTop" fmla="*/ 0 h 36000"/>
                <a:gd name="textAreaBottom" fmla="*/ 37440 h 36000"/>
              </a:gdLst>
              <a:ahLst/>
              <a:cxnLst/>
              <a:rect l="textAreaLeft" t="textAreaTop" r="textAreaRight" b="textAreaBottom"/>
              <a:pathLst>
                <a:path w="457" h="417">
                  <a:moveTo>
                    <a:pt x="223" y="1"/>
                  </a:moveTo>
                  <a:cubicBezTo>
                    <a:pt x="150" y="1"/>
                    <a:pt x="77" y="47"/>
                    <a:pt x="46" y="124"/>
                  </a:cubicBezTo>
                  <a:cubicBezTo>
                    <a:pt x="0" y="216"/>
                    <a:pt x="46" y="352"/>
                    <a:pt x="137" y="398"/>
                  </a:cubicBezTo>
                  <a:cubicBezTo>
                    <a:pt x="168" y="410"/>
                    <a:pt x="199" y="416"/>
                    <a:pt x="228" y="416"/>
                  </a:cubicBezTo>
                  <a:cubicBezTo>
                    <a:pt x="308" y="416"/>
                    <a:pt x="378" y="374"/>
                    <a:pt x="411" y="307"/>
                  </a:cubicBezTo>
                  <a:cubicBezTo>
                    <a:pt x="457" y="193"/>
                    <a:pt x="411" y="79"/>
                    <a:pt x="320" y="33"/>
                  </a:cubicBezTo>
                  <a:cubicBezTo>
                    <a:pt x="291" y="11"/>
                    <a:pt x="257" y="1"/>
                    <a:pt x="223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8720" rIns="90000" bIns="187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232" name="Google Shape;1492;p8"/>
            <p:cNvSpPr/>
            <p:nvPr/>
          </p:nvSpPr>
          <p:spPr>
            <a:xfrm>
              <a:off x="5254200" y="3652200"/>
              <a:ext cx="21240" cy="18000"/>
            </a:xfrm>
            <a:custGeom>
              <a:avLst/>
              <a:gdLst>
                <a:gd name="textAreaLeft" fmla="*/ 0 w 21240"/>
                <a:gd name="textAreaRight" fmla="*/ 22680 w 21240"/>
                <a:gd name="textAreaTop" fmla="*/ 0 h 18000"/>
                <a:gd name="textAreaBottom" fmla="*/ 19440 h 18000"/>
              </a:gdLst>
              <a:ahLst/>
              <a:cxnLst/>
              <a:rect l="textAreaLeft" t="textAreaTop" r="textAreaRight" b="textAreaBottom"/>
              <a:pathLst>
                <a:path w="252" h="217">
                  <a:moveTo>
                    <a:pt x="106" y="1"/>
                  </a:moveTo>
                  <a:cubicBezTo>
                    <a:pt x="72" y="1"/>
                    <a:pt x="38" y="26"/>
                    <a:pt x="23" y="70"/>
                  </a:cubicBezTo>
                  <a:cubicBezTo>
                    <a:pt x="0" y="116"/>
                    <a:pt x="23" y="184"/>
                    <a:pt x="69" y="207"/>
                  </a:cubicBezTo>
                  <a:cubicBezTo>
                    <a:pt x="81" y="213"/>
                    <a:pt x="95" y="216"/>
                    <a:pt x="109" y="216"/>
                  </a:cubicBezTo>
                  <a:cubicBezTo>
                    <a:pt x="148" y="216"/>
                    <a:pt x="189" y="195"/>
                    <a:pt x="206" y="161"/>
                  </a:cubicBezTo>
                  <a:cubicBezTo>
                    <a:pt x="251" y="116"/>
                    <a:pt x="229" y="47"/>
                    <a:pt x="160" y="25"/>
                  </a:cubicBezTo>
                  <a:cubicBezTo>
                    <a:pt x="144" y="8"/>
                    <a:pt x="125" y="1"/>
                    <a:pt x="106" y="1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720" rIns="90000" bIns="972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233" name="Google Shape;1493;p8"/>
            <p:cNvSpPr/>
            <p:nvPr/>
          </p:nvSpPr>
          <p:spPr>
            <a:xfrm>
              <a:off x="3125520" y="2591280"/>
              <a:ext cx="27360" cy="24120"/>
            </a:xfrm>
            <a:custGeom>
              <a:avLst/>
              <a:gdLst>
                <a:gd name="textAreaLeft" fmla="*/ 0 w 27360"/>
                <a:gd name="textAreaRight" fmla="*/ 28800 w 27360"/>
                <a:gd name="textAreaTop" fmla="*/ 0 h 24120"/>
                <a:gd name="textAreaBottom" fmla="*/ 25560 h 24120"/>
              </a:gdLst>
              <a:ahLst/>
              <a:cxnLst/>
              <a:rect l="textAreaLeft" t="textAreaTop" r="textAreaRight" b="textAreaBottom"/>
              <a:pathLst>
                <a:path w="321" h="284">
                  <a:moveTo>
                    <a:pt x="152" y="0"/>
                  </a:moveTo>
                  <a:cubicBezTo>
                    <a:pt x="104" y="0"/>
                    <a:pt x="61" y="25"/>
                    <a:pt x="46" y="70"/>
                  </a:cubicBezTo>
                  <a:cubicBezTo>
                    <a:pt x="1" y="138"/>
                    <a:pt x="24" y="229"/>
                    <a:pt x="92" y="275"/>
                  </a:cubicBezTo>
                  <a:cubicBezTo>
                    <a:pt x="109" y="281"/>
                    <a:pt x="128" y="284"/>
                    <a:pt x="146" y="284"/>
                  </a:cubicBezTo>
                  <a:cubicBezTo>
                    <a:pt x="202" y="284"/>
                    <a:pt x="258" y="258"/>
                    <a:pt x="275" y="207"/>
                  </a:cubicBezTo>
                  <a:cubicBezTo>
                    <a:pt x="320" y="138"/>
                    <a:pt x="298" y="47"/>
                    <a:pt x="229" y="24"/>
                  </a:cubicBezTo>
                  <a:cubicBezTo>
                    <a:pt x="205" y="8"/>
                    <a:pt x="178" y="0"/>
                    <a:pt x="152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600" rIns="90000" bIns="126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234" name="Google Shape;1494;p8"/>
            <p:cNvSpPr/>
            <p:nvPr/>
          </p:nvSpPr>
          <p:spPr>
            <a:xfrm>
              <a:off x="3144240" y="2453400"/>
              <a:ext cx="23400" cy="20520"/>
            </a:xfrm>
            <a:custGeom>
              <a:avLst/>
              <a:gdLst>
                <a:gd name="textAreaLeft" fmla="*/ 0 w 23400"/>
                <a:gd name="textAreaRight" fmla="*/ 24840 w 23400"/>
                <a:gd name="textAreaTop" fmla="*/ 0 h 20520"/>
                <a:gd name="textAreaBottom" fmla="*/ 21960 h 20520"/>
              </a:gdLst>
              <a:ahLst/>
              <a:cxnLst/>
              <a:rect l="textAreaLeft" t="textAreaTop" r="textAreaRight" b="textAreaBottom"/>
              <a:pathLst>
                <a:path w="275" h="246">
                  <a:moveTo>
                    <a:pt x="132" y="0"/>
                  </a:moveTo>
                  <a:cubicBezTo>
                    <a:pt x="83" y="0"/>
                    <a:pt x="40" y="26"/>
                    <a:pt x="23" y="77"/>
                  </a:cubicBezTo>
                  <a:cubicBezTo>
                    <a:pt x="0" y="123"/>
                    <a:pt x="23" y="192"/>
                    <a:pt x="69" y="237"/>
                  </a:cubicBezTo>
                  <a:cubicBezTo>
                    <a:pt x="86" y="243"/>
                    <a:pt x="103" y="246"/>
                    <a:pt x="119" y="246"/>
                  </a:cubicBezTo>
                  <a:cubicBezTo>
                    <a:pt x="169" y="246"/>
                    <a:pt x="211" y="220"/>
                    <a:pt x="228" y="169"/>
                  </a:cubicBezTo>
                  <a:cubicBezTo>
                    <a:pt x="274" y="123"/>
                    <a:pt x="228" y="55"/>
                    <a:pt x="183" y="9"/>
                  </a:cubicBezTo>
                  <a:cubicBezTo>
                    <a:pt x="166" y="3"/>
                    <a:pt x="149" y="0"/>
                    <a:pt x="132" y="0"/>
                  </a:cubicBezTo>
                  <a:close/>
                </a:path>
              </a:pathLst>
            </a:custGeom>
            <a:solidFill>
              <a:srgbClr val="3EE7F0">
                <a:alpha val="5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800" rIns="90000" bIns="108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grpSp>
        <p:nvGrpSpPr>
          <p:cNvPr id="2235" name="Google Shape;1495;p8"/>
          <p:cNvGrpSpPr/>
          <p:nvPr/>
        </p:nvGrpSpPr>
        <p:grpSpPr>
          <a:xfrm>
            <a:off x="-829440" y="-6567480"/>
            <a:ext cx="11566440" cy="7970760"/>
            <a:chOff x="-829440" y="-6567480"/>
            <a:chExt cx="11566440" cy="7970760"/>
          </a:xfrm>
        </p:grpSpPr>
        <p:sp>
          <p:nvSpPr>
            <p:cNvPr id="2236" name="Google Shape;1496;p8"/>
            <p:cNvSpPr/>
            <p:nvPr/>
          </p:nvSpPr>
          <p:spPr>
            <a:xfrm>
              <a:off x="-829440" y="-6567480"/>
              <a:ext cx="10103760" cy="7970760"/>
            </a:xfrm>
            <a:custGeom>
              <a:avLst/>
              <a:gdLst>
                <a:gd name="textAreaLeft" fmla="*/ 0 w 10103760"/>
                <a:gd name="textAreaRight" fmla="*/ 10105200 w 10103760"/>
                <a:gd name="textAreaTop" fmla="*/ 0 h 7970760"/>
                <a:gd name="textAreaBottom" fmla="*/ 7972200 h 7970760"/>
              </a:gdLst>
              <a:ahLst/>
              <a:cxnLst/>
              <a:rect l="textAreaLeft" t="textAreaTop" r="textAreaRight" b="textAreaBottom"/>
              <a:pathLst>
                <a:path w="57087" h="45035">
                  <a:moveTo>
                    <a:pt x="24811" y="0"/>
                  </a:moveTo>
                  <a:lnTo>
                    <a:pt x="15247" y="14540"/>
                  </a:lnTo>
                  <a:lnTo>
                    <a:pt x="15225" y="14563"/>
                  </a:lnTo>
                  <a:lnTo>
                    <a:pt x="18831" y="27048"/>
                  </a:lnTo>
                  <a:lnTo>
                    <a:pt x="91" y="43003"/>
                  </a:lnTo>
                  <a:lnTo>
                    <a:pt x="0" y="43095"/>
                  </a:lnTo>
                  <a:lnTo>
                    <a:pt x="18785" y="45035"/>
                  </a:lnTo>
                  <a:lnTo>
                    <a:pt x="18808" y="45035"/>
                  </a:lnTo>
                  <a:lnTo>
                    <a:pt x="29513" y="39579"/>
                  </a:lnTo>
                  <a:lnTo>
                    <a:pt x="40743" y="43848"/>
                  </a:lnTo>
                  <a:lnTo>
                    <a:pt x="40766" y="43871"/>
                  </a:lnTo>
                  <a:lnTo>
                    <a:pt x="57086" y="31819"/>
                  </a:lnTo>
                  <a:lnTo>
                    <a:pt x="57041" y="31750"/>
                  </a:lnTo>
                  <a:lnTo>
                    <a:pt x="40743" y="43734"/>
                  </a:lnTo>
                  <a:lnTo>
                    <a:pt x="29536" y="39465"/>
                  </a:lnTo>
                  <a:lnTo>
                    <a:pt x="29513" y="39465"/>
                  </a:lnTo>
                  <a:lnTo>
                    <a:pt x="18785" y="44921"/>
                  </a:lnTo>
                  <a:lnTo>
                    <a:pt x="251" y="43003"/>
                  </a:lnTo>
                  <a:lnTo>
                    <a:pt x="18922" y="27117"/>
                  </a:lnTo>
                  <a:lnTo>
                    <a:pt x="18945" y="27094"/>
                  </a:lnTo>
                  <a:lnTo>
                    <a:pt x="15339" y="14586"/>
                  </a:lnTo>
                  <a:lnTo>
                    <a:pt x="24902" y="46"/>
                  </a:lnTo>
                  <a:lnTo>
                    <a:pt x="24811" y="0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32156"/>
                  </a:srgbClr>
                </a:gs>
                <a:gs pos="100000">
                  <a:srgbClr val="3EE7F0">
                    <a:alpha val="17254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237" name="Google Shape;1497;p8"/>
            <p:cNvSpPr/>
            <p:nvPr/>
          </p:nvSpPr>
          <p:spPr>
            <a:xfrm>
              <a:off x="4071600" y="-2777400"/>
              <a:ext cx="3400920" cy="3954600"/>
            </a:xfrm>
            <a:custGeom>
              <a:avLst/>
              <a:gdLst>
                <a:gd name="textAreaLeft" fmla="*/ 0 w 3400920"/>
                <a:gd name="textAreaRight" fmla="*/ 3402360 w 3400920"/>
                <a:gd name="textAreaTop" fmla="*/ 0 h 3954600"/>
                <a:gd name="textAreaBottom" fmla="*/ 3956040 h 3954600"/>
              </a:gdLst>
              <a:ahLst/>
              <a:cxnLst/>
              <a:rect l="textAreaLeft" t="textAreaTop" r="textAreaRight" b="textAreaBottom"/>
              <a:pathLst>
                <a:path w="19220" h="22347">
                  <a:moveTo>
                    <a:pt x="13490" y="1"/>
                  </a:moveTo>
                  <a:lnTo>
                    <a:pt x="12942" y="22073"/>
                  </a:lnTo>
                  <a:lnTo>
                    <a:pt x="137" y="5547"/>
                  </a:lnTo>
                  <a:lnTo>
                    <a:pt x="0" y="5387"/>
                  </a:lnTo>
                  <a:lnTo>
                    <a:pt x="1781" y="18124"/>
                  </a:lnTo>
                  <a:lnTo>
                    <a:pt x="1895" y="18101"/>
                  </a:lnTo>
                  <a:lnTo>
                    <a:pt x="160" y="5752"/>
                  </a:lnTo>
                  <a:lnTo>
                    <a:pt x="13033" y="22346"/>
                  </a:lnTo>
                  <a:lnTo>
                    <a:pt x="13581" y="617"/>
                  </a:lnTo>
                  <a:lnTo>
                    <a:pt x="19128" y="17896"/>
                  </a:lnTo>
                  <a:lnTo>
                    <a:pt x="19219" y="17873"/>
                  </a:lnTo>
                  <a:lnTo>
                    <a:pt x="13490" y="1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32156"/>
                  </a:srgbClr>
                </a:gs>
                <a:gs pos="100000">
                  <a:srgbClr val="3EE7F0">
                    <a:alpha val="17254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238" name="Google Shape;1498;p8"/>
            <p:cNvSpPr/>
            <p:nvPr/>
          </p:nvSpPr>
          <p:spPr>
            <a:xfrm>
              <a:off x="7336440" y="-2793600"/>
              <a:ext cx="3400560" cy="3958200"/>
            </a:xfrm>
            <a:custGeom>
              <a:avLst/>
              <a:gdLst>
                <a:gd name="textAreaLeft" fmla="*/ 0 w 3400560"/>
                <a:gd name="textAreaRight" fmla="*/ 3402000 w 3400560"/>
                <a:gd name="textAreaTop" fmla="*/ 0 h 3958200"/>
                <a:gd name="textAreaBottom" fmla="*/ 3959640 h 3958200"/>
              </a:gdLst>
              <a:ahLst/>
              <a:cxnLst/>
              <a:rect l="textAreaLeft" t="textAreaTop" r="textAreaRight" b="textAreaBottom"/>
              <a:pathLst>
                <a:path w="19219" h="22369">
                  <a:moveTo>
                    <a:pt x="13467" y="0"/>
                  </a:moveTo>
                  <a:lnTo>
                    <a:pt x="12919" y="22072"/>
                  </a:lnTo>
                  <a:lnTo>
                    <a:pt x="114" y="5547"/>
                  </a:lnTo>
                  <a:lnTo>
                    <a:pt x="0" y="5387"/>
                  </a:lnTo>
                  <a:lnTo>
                    <a:pt x="1758" y="18123"/>
                  </a:lnTo>
                  <a:lnTo>
                    <a:pt x="1872" y="18101"/>
                  </a:lnTo>
                  <a:lnTo>
                    <a:pt x="160" y="5752"/>
                  </a:lnTo>
                  <a:lnTo>
                    <a:pt x="13010" y="22369"/>
                  </a:lnTo>
                  <a:lnTo>
                    <a:pt x="13558" y="616"/>
                  </a:lnTo>
                  <a:lnTo>
                    <a:pt x="19105" y="17895"/>
                  </a:lnTo>
                  <a:lnTo>
                    <a:pt x="19219" y="17872"/>
                  </a:lnTo>
                  <a:lnTo>
                    <a:pt x="13467" y="0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32156"/>
                  </a:srgbClr>
                </a:gs>
                <a:gs pos="100000">
                  <a:srgbClr val="3EE7F0">
                    <a:alpha val="17254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239" name="Google Shape;1499;p8"/>
            <p:cNvSpPr/>
            <p:nvPr/>
          </p:nvSpPr>
          <p:spPr>
            <a:xfrm>
              <a:off x="-239400" y="-3605760"/>
              <a:ext cx="5218920" cy="4984560"/>
            </a:xfrm>
            <a:custGeom>
              <a:avLst/>
              <a:gdLst>
                <a:gd name="textAreaLeft" fmla="*/ 0 w 5218920"/>
                <a:gd name="textAreaRight" fmla="*/ 5220360 w 5218920"/>
                <a:gd name="textAreaTop" fmla="*/ 0 h 4984560"/>
                <a:gd name="textAreaBottom" fmla="*/ 4986000 h 4984560"/>
              </a:gdLst>
              <a:ahLst/>
              <a:cxnLst/>
              <a:rect l="textAreaLeft" t="textAreaTop" r="textAreaRight" b="textAreaBottom"/>
              <a:pathLst>
                <a:path w="29491" h="28167">
                  <a:moveTo>
                    <a:pt x="29194" y="343"/>
                  </a:moveTo>
                  <a:lnTo>
                    <a:pt x="15430" y="27847"/>
                  </a:lnTo>
                  <a:lnTo>
                    <a:pt x="15430" y="27847"/>
                  </a:lnTo>
                  <a:lnTo>
                    <a:pt x="15613" y="10363"/>
                  </a:lnTo>
                  <a:lnTo>
                    <a:pt x="29194" y="343"/>
                  </a:lnTo>
                  <a:close/>
                  <a:moveTo>
                    <a:pt x="160" y="3424"/>
                  </a:moveTo>
                  <a:lnTo>
                    <a:pt x="15499" y="10386"/>
                  </a:lnTo>
                  <a:lnTo>
                    <a:pt x="15339" y="27961"/>
                  </a:lnTo>
                  <a:lnTo>
                    <a:pt x="4566" y="19721"/>
                  </a:lnTo>
                  <a:lnTo>
                    <a:pt x="160" y="3424"/>
                  </a:lnTo>
                  <a:close/>
                  <a:moveTo>
                    <a:pt x="29491" y="0"/>
                  </a:moveTo>
                  <a:lnTo>
                    <a:pt x="15545" y="10272"/>
                  </a:lnTo>
                  <a:lnTo>
                    <a:pt x="92" y="3287"/>
                  </a:lnTo>
                  <a:lnTo>
                    <a:pt x="1" y="3242"/>
                  </a:lnTo>
                  <a:lnTo>
                    <a:pt x="4474" y="19767"/>
                  </a:lnTo>
                  <a:lnTo>
                    <a:pt x="15362" y="28121"/>
                  </a:lnTo>
                  <a:lnTo>
                    <a:pt x="15430" y="28167"/>
                  </a:lnTo>
                  <a:lnTo>
                    <a:pt x="15430" y="28075"/>
                  </a:lnTo>
                  <a:lnTo>
                    <a:pt x="29491" y="0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32156"/>
                  </a:srgbClr>
                </a:gs>
                <a:gs pos="100000">
                  <a:srgbClr val="3EE7F0">
                    <a:alpha val="17254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240" name="Google Shape;1500;p8"/>
            <p:cNvSpPr/>
            <p:nvPr/>
          </p:nvSpPr>
          <p:spPr>
            <a:xfrm>
              <a:off x="4087800" y="-2013840"/>
              <a:ext cx="2358360" cy="228960"/>
            </a:xfrm>
            <a:custGeom>
              <a:avLst/>
              <a:gdLst>
                <a:gd name="textAreaLeft" fmla="*/ 0 w 2358360"/>
                <a:gd name="textAreaRight" fmla="*/ 2359800 w 2358360"/>
                <a:gd name="textAreaTop" fmla="*/ 0 h 228960"/>
                <a:gd name="textAreaBottom" fmla="*/ 230400 h 228960"/>
              </a:gdLst>
              <a:ahLst/>
              <a:cxnLst/>
              <a:rect l="textAreaLeft" t="textAreaTop" r="textAreaRight" b="textAreaBottom"/>
              <a:pathLst>
                <a:path w="13331" h="1302">
                  <a:moveTo>
                    <a:pt x="13330" y="0"/>
                  </a:moveTo>
                  <a:lnTo>
                    <a:pt x="0" y="1210"/>
                  </a:lnTo>
                  <a:lnTo>
                    <a:pt x="0" y="1302"/>
                  </a:lnTo>
                  <a:lnTo>
                    <a:pt x="13330" y="115"/>
                  </a:lnTo>
                  <a:lnTo>
                    <a:pt x="1333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32156"/>
                  </a:srgbClr>
                </a:gs>
                <a:gs pos="100000">
                  <a:srgbClr val="3EE7F0">
                    <a:alpha val="17254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grpSp>
        <p:nvGrpSpPr>
          <p:cNvPr id="2241" name="Google Shape;1501;p8"/>
          <p:cNvGrpSpPr/>
          <p:nvPr/>
        </p:nvGrpSpPr>
        <p:grpSpPr>
          <a:xfrm>
            <a:off x="-2076120" y="1307160"/>
            <a:ext cx="5956920" cy="5504040"/>
            <a:chOff x="-2076120" y="1307160"/>
            <a:chExt cx="5956920" cy="5504040"/>
          </a:xfrm>
        </p:grpSpPr>
        <p:sp>
          <p:nvSpPr>
            <p:cNvPr id="2242" name="Google Shape;1502;p8"/>
            <p:cNvSpPr/>
            <p:nvPr/>
          </p:nvSpPr>
          <p:spPr>
            <a:xfrm flipH="1">
              <a:off x="-2076120" y="1307160"/>
              <a:ext cx="4290480" cy="4469760"/>
            </a:xfrm>
            <a:custGeom>
              <a:avLst/>
              <a:gdLst>
                <a:gd name="textAreaLeft" fmla="*/ -720 w 4290480"/>
                <a:gd name="textAreaRight" fmla="*/ 4291200 w 4290480"/>
                <a:gd name="textAreaTop" fmla="*/ 0 h 4469760"/>
                <a:gd name="textAreaBottom" fmla="*/ 4471200 h 4469760"/>
              </a:gdLst>
              <a:ahLst/>
              <a:cxnLst/>
              <a:rect l="textAreaLeft" t="textAreaTop" r="textAreaRight" b="textAreaBottom"/>
              <a:pathLst>
                <a:path w="41566" h="43301">
                  <a:moveTo>
                    <a:pt x="1" y="41497"/>
                  </a:moveTo>
                  <a:lnTo>
                    <a:pt x="252" y="43300"/>
                  </a:lnTo>
                  <a:lnTo>
                    <a:pt x="41566" y="1804"/>
                  </a:lnTo>
                  <a:lnTo>
                    <a:pt x="41315" y="1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71372"/>
                  </a:srgbClr>
                </a:gs>
                <a:gs pos="100000">
                  <a:srgbClr val="00E0FF">
                    <a:alpha val="69019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243" name="Google Shape;1503;p8"/>
            <p:cNvSpPr/>
            <p:nvPr/>
          </p:nvSpPr>
          <p:spPr>
            <a:xfrm flipH="1">
              <a:off x="-11520" y="3081960"/>
              <a:ext cx="3234600" cy="3371040"/>
            </a:xfrm>
            <a:custGeom>
              <a:avLst/>
              <a:gdLst>
                <a:gd name="textAreaLeft" fmla="*/ 720 w 3234600"/>
                <a:gd name="textAreaRight" fmla="*/ 3236760 w 3234600"/>
                <a:gd name="textAreaTop" fmla="*/ 0 h 3371040"/>
                <a:gd name="textAreaBottom" fmla="*/ 3372480 h 3371040"/>
              </a:gdLst>
              <a:ahLst/>
              <a:cxnLst/>
              <a:rect l="textAreaLeft" t="textAreaTop" r="textAreaRight" b="textAreaBottom"/>
              <a:pathLst>
                <a:path w="31340" h="32663">
                  <a:moveTo>
                    <a:pt x="31157" y="0"/>
                  </a:moveTo>
                  <a:lnTo>
                    <a:pt x="1" y="31293"/>
                  </a:lnTo>
                  <a:lnTo>
                    <a:pt x="183" y="32663"/>
                  </a:lnTo>
                  <a:lnTo>
                    <a:pt x="31340" y="1370"/>
                  </a:lnTo>
                  <a:lnTo>
                    <a:pt x="31157" y="0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71372"/>
                  </a:srgbClr>
                </a:gs>
                <a:gs pos="100000">
                  <a:srgbClr val="00E0FF">
                    <a:alpha val="69019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244" name="Google Shape;1504;p8"/>
            <p:cNvSpPr/>
            <p:nvPr/>
          </p:nvSpPr>
          <p:spPr>
            <a:xfrm flipH="1">
              <a:off x="-1871280" y="2101320"/>
              <a:ext cx="3234600" cy="3368880"/>
            </a:xfrm>
            <a:custGeom>
              <a:avLst/>
              <a:gdLst>
                <a:gd name="textAreaLeft" fmla="*/ -720 w 3234600"/>
                <a:gd name="textAreaRight" fmla="*/ 3235320 w 3234600"/>
                <a:gd name="textAreaTop" fmla="*/ 0 h 3368880"/>
                <a:gd name="textAreaBottom" fmla="*/ 3370320 h 3368880"/>
              </a:gdLst>
              <a:ahLst/>
              <a:cxnLst/>
              <a:rect l="textAreaLeft" t="textAreaTop" r="textAreaRight" b="textAreaBottom"/>
              <a:pathLst>
                <a:path w="31340" h="32641">
                  <a:moveTo>
                    <a:pt x="31157" y="1"/>
                  </a:moveTo>
                  <a:lnTo>
                    <a:pt x="1" y="31294"/>
                  </a:lnTo>
                  <a:lnTo>
                    <a:pt x="183" y="32641"/>
                  </a:lnTo>
                  <a:lnTo>
                    <a:pt x="31340" y="1370"/>
                  </a:lnTo>
                  <a:lnTo>
                    <a:pt x="31157" y="1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71372"/>
                  </a:srgbClr>
                </a:gs>
                <a:gs pos="100000">
                  <a:srgbClr val="00E0FF">
                    <a:alpha val="69019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245" name="Google Shape;1505;p8"/>
            <p:cNvSpPr/>
            <p:nvPr/>
          </p:nvSpPr>
          <p:spPr>
            <a:xfrm flipH="1">
              <a:off x="-930960" y="2765880"/>
              <a:ext cx="3234600" cy="3368880"/>
            </a:xfrm>
            <a:custGeom>
              <a:avLst/>
              <a:gdLst>
                <a:gd name="textAreaLeft" fmla="*/ 720 w 3234600"/>
                <a:gd name="textAreaRight" fmla="*/ 3236760 w 3234600"/>
                <a:gd name="textAreaTop" fmla="*/ 0 h 3368880"/>
                <a:gd name="textAreaBottom" fmla="*/ 3370320 h 3368880"/>
              </a:gdLst>
              <a:ahLst/>
              <a:cxnLst/>
              <a:rect l="textAreaLeft" t="textAreaTop" r="textAreaRight" b="textAreaBottom"/>
              <a:pathLst>
                <a:path w="31340" h="32641">
                  <a:moveTo>
                    <a:pt x="31157" y="0"/>
                  </a:moveTo>
                  <a:lnTo>
                    <a:pt x="0" y="31294"/>
                  </a:lnTo>
                  <a:lnTo>
                    <a:pt x="183" y="32641"/>
                  </a:lnTo>
                  <a:lnTo>
                    <a:pt x="31340" y="1347"/>
                  </a:lnTo>
                  <a:lnTo>
                    <a:pt x="31157" y="0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71372"/>
                  </a:srgbClr>
                </a:gs>
                <a:gs pos="100000">
                  <a:srgbClr val="00E0FF">
                    <a:alpha val="69019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246" name="Google Shape;1506;p8"/>
            <p:cNvSpPr/>
            <p:nvPr/>
          </p:nvSpPr>
          <p:spPr>
            <a:xfrm flipH="1">
              <a:off x="-407520" y="2343960"/>
              <a:ext cx="4287960" cy="4467240"/>
            </a:xfrm>
            <a:custGeom>
              <a:avLst/>
              <a:gdLst>
                <a:gd name="textAreaLeft" fmla="*/ 720 w 4287960"/>
                <a:gd name="textAreaRight" fmla="*/ 4290120 w 4287960"/>
                <a:gd name="textAreaTop" fmla="*/ 0 h 4467240"/>
                <a:gd name="textAreaBottom" fmla="*/ 4468680 h 4467240"/>
              </a:gdLst>
              <a:ahLst/>
              <a:cxnLst/>
              <a:rect l="textAreaLeft" t="textAreaTop" r="textAreaRight" b="textAreaBottom"/>
              <a:pathLst>
                <a:path w="41543" h="43278">
                  <a:moveTo>
                    <a:pt x="41314" y="1"/>
                  </a:moveTo>
                  <a:lnTo>
                    <a:pt x="0" y="41474"/>
                  </a:lnTo>
                  <a:lnTo>
                    <a:pt x="229" y="43277"/>
                  </a:lnTo>
                  <a:lnTo>
                    <a:pt x="41542" y="1804"/>
                  </a:lnTo>
                  <a:lnTo>
                    <a:pt x="41314" y="1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71372"/>
                  </a:srgbClr>
                </a:gs>
                <a:gs pos="100000">
                  <a:srgbClr val="00E0FF">
                    <a:alpha val="69019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247" name="Google Shape;1507;p8"/>
            <p:cNvSpPr/>
            <p:nvPr/>
          </p:nvSpPr>
          <p:spPr>
            <a:xfrm flipH="1">
              <a:off x="-1178280" y="2143800"/>
              <a:ext cx="2214000" cy="2376720"/>
            </a:xfrm>
            <a:custGeom>
              <a:avLst/>
              <a:gdLst>
                <a:gd name="textAreaLeft" fmla="*/ 720 w 2214000"/>
                <a:gd name="textAreaRight" fmla="*/ 2216160 w 2214000"/>
                <a:gd name="textAreaTop" fmla="*/ 0 h 2376720"/>
                <a:gd name="textAreaBottom" fmla="*/ 2378160 h 2376720"/>
              </a:gdLst>
              <a:ahLst/>
              <a:cxnLst/>
              <a:rect l="textAreaLeft" t="textAreaTop" r="textAreaRight" b="textAreaBottom"/>
              <a:pathLst>
                <a:path w="21457" h="23032">
                  <a:moveTo>
                    <a:pt x="21411" y="1"/>
                  </a:moveTo>
                  <a:lnTo>
                    <a:pt x="0" y="21434"/>
                  </a:lnTo>
                  <a:lnTo>
                    <a:pt x="23" y="23031"/>
                  </a:lnTo>
                  <a:lnTo>
                    <a:pt x="21456" y="1598"/>
                  </a:lnTo>
                  <a:lnTo>
                    <a:pt x="21411" y="1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71372"/>
                  </a:srgbClr>
                </a:gs>
                <a:gs pos="100000">
                  <a:srgbClr val="00E0FF">
                    <a:alpha val="69019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grpSp>
        <p:nvGrpSpPr>
          <p:cNvPr id="2248" name="Google Shape;1508;p8"/>
          <p:cNvGrpSpPr/>
          <p:nvPr/>
        </p:nvGrpSpPr>
        <p:grpSpPr>
          <a:xfrm>
            <a:off x="7254360" y="3258360"/>
            <a:ext cx="2351520" cy="2351520"/>
            <a:chOff x="7254360" y="3258360"/>
            <a:chExt cx="2351520" cy="2351520"/>
          </a:xfrm>
        </p:grpSpPr>
        <p:sp>
          <p:nvSpPr>
            <p:cNvPr id="2249" name="Google Shape;1509;p8"/>
            <p:cNvSpPr/>
            <p:nvPr/>
          </p:nvSpPr>
          <p:spPr>
            <a:xfrm>
              <a:off x="7598880" y="3886920"/>
              <a:ext cx="1492200" cy="1378440"/>
            </a:xfrm>
            <a:custGeom>
              <a:avLst/>
              <a:gdLst>
                <a:gd name="textAreaLeft" fmla="*/ 0 w 1492200"/>
                <a:gd name="textAreaRight" fmla="*/ 1493640 w 1492200"/>
                <a:gd name="textAreaTop" fmla="*/ 0 h 1378440"/>
                <a:gd name="textAreaBottom" fmla="*/ 1379880 h 1378440"/>
              </a:gdLst>
              <a:ahLst/>
              <a:cxnLst/>
              <a:rect l="textAreaLeft" t="textAreaTop" r="textAreaRight" b="textAreaBottom"/>
              <a:pathLst>
                <a:path w="17416" h="16093">
                  <a:moveTo>
                    <a:pt x="0" y="6392"/>
                  </a:moveTo>
                  <a:cubicBezTo>
                    <a:pt x="0" y="4041"/>
                    <a:pt x="845" y="1758"/>
                    <a:pt x="2397" y="1"/>
                  </a:cubicBezTo>
                  <a:lnTo>
                    <a:pt x="3424" y="914"/>
                  </a:lnTo>
                  <a:cubicBezTo>
                    <a:pt x="2100" y="2420"/>
                    <a:pt x="1370" y="4360"/>
                    <a:pt x="1370" y="6392"/>
                  </a:cubicBezTo>
                  <a:cubicBezTo>
                    <a:pt x="1370" y="10980"/>
                    <a:pt x="5113" y="14723"/>
                    <a:pt x="9701" y="14723"/>
                  </a:cubicBezTo>
                  <a:cubicBezTo>
                    <a:pt x="12326" y="14723"/>
                    <a:pt x="14722" y="13513"/>
                    <a:pt x="16320" y="11436"/>
                  </a:cubicBezTo>
                  <a:lnTo>
                    <a:pt x="17416" y="12281"/>
                  </a:lnTo>
                  <a:cubicBezTo>
                    <a:pt x="15567" y="14700"/>
                    <a:pt x="12759" y="16093"/>
                    <a:pt x="9701" y="16093"/>
                  </a:cubicBezTo>
                  <a:cubicBezTo>
                    <a:pt x="4360" y="16093"/>
                    <a:pt x="0" y="11733"/>
                    <a:pt x="0" y="6392"/>
                  </a:cubicBezTo>
                </a:path>
              </a:pathLst>
            </a:custGeom>
            <a:gradFill rotWithShape="0">
              <a:gsLst>
                <a:gs pos="0">
                  <a:srgbClr val="FFFFFF">
                    <a:alpha val="50196"/>
                  </a:srgbClr>
                </a:gs>
                <a:gs pos="100000">
                  <a:srgbClr val="00031B">
                    <a:alpha val="16078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250" name="Google Shape;1510;p8"/>
            <p:cNvSpPr/>
            <p:nvPr/>
          </p:nvSpPr>
          <p:spPr>
            <a:xfrm>
              <a:off x="7790760" y="3602880"/>
              <a:ext cx="1470600" cy="1366920"/>
            </a:xfrm>
            <a:custGeom>
              <a:avLst/>
              <a:gdLst>
                <a:gd name="textAreaLeft" fmla="*/ 0 w 1470600"/>
                <a:gd name="textAreaRight" fmla="*/ 1472040 w 1470600"/>
                <a:gd name="textAreaTop" fmla="*/ 0 h 1366920"/>
                <a:gd name="textAreaBottom" fmla="*/ 1368360 h 1366920"/>
              </a:gdLst>
              <a:ahLst/>
              <a:cxnLst/>
              <a:rect l="textAreaLeft" t="textAreaTop" r="textAreaRight" b="textAreaBottom"/>
              <a:pathLst>
                <a:path w="17166" h="15955">
                  <a:moveTo>
                    <a:pt x="161" y="3310"/>
                  </a:moveTo>
                  <a:cubicBezTo>
                    <a:pt x="47" y="3447"/>
                    <a:pt x="1" y="3606"/>
                    <a:pt x="1" y="3766"/>
                  </a:cubicBezTo>
                  <a:lnTo>
                    <a:pt x="1" y="3766"/>
                  </a:lnTo>
                  <a:cubicBezTo>
                    <a:pt x="1" y="3949"/>
                    <a:pt x="69" y="4131"/>
                    <a:pt x="229" y="4268"/>
                  </a:cubicBezTo>
                  <a:lnTo>
                    <a:pt x="229" y="4268"/>
                  </a:lnTo>
                  <a:cubicBezTo>
                    <a:pt x="503" y="4519"/>
                    <a:pt x="960" y="4497"/>
                    <a:pt x="1188" y="4223"/>
                  </a:cubicBezTo>
                  <a:lnTo>
                    <a:pt x="1188" y="4223"/>
                  </a:lnTo>
                  <a:cubicBezTo>
                    <a:pt x="2786" y="2397"/>
                    <a:pt x="5068" y="1370"/>
                    <a:pt x="7465" y="1370"/>
                  </a:cubicBezTo>
                  <a:lnTo>
                    <a:pt x="7465" y="1370"/>
                  </a:lnTo>
                  <a:cubicBezTo>
                    <a:pt x="12053" y="1370"/>
                    <a:pt x="15796" y="5113"/>
                    <a:pt x="15796" y="9701"/>
                  </a:cubicBezTo>
                  <a:lnTo>
                    <a:pt x="15796" y="9701"/>
                  </a:lnTo>
                  <a:cubicBezTo>
                    <a:pt x="15796" y="11550"/>
                    <a:pt x="15203" y="13284"/>
                    <a:pt x="14084" y="14745"/>
                  </a:cubicBezTo>
                  <a:lnTo>
                    <a:pt x="14084" y="14745"/>
                  </a:lnTo>
                  <a:cubicBezTo>
                    <a:pt x="13856" y="15065"/>
                    <a:pt x="13902" y="15498"/>
                    <a:pt x="14221" y="15727"/>
                  </a:cubicBezTo>
                  <a:lnTo>
                    <a:pt x="14221" y="15727"/>
                  </a:lnTo>
                  <a:cubicBezTo>
                    <a:pt x="14518" y="15955"/>
                    <a:pt x="14952" y="15886"/>
                    <a:pt x="15180" y="15590"/>
                  </a:cubicBezTo>
                  <a:lnTo>
                    <a:pt x="15180" y="15590"/>
                  </a:lnTo>
                  <a:cubicBezTo>
                    <a:pt x="16481" y="13878"/>
                    <a:pt x="17166" y="11846"/>
                    <a:pt x="17166" y="9701"/>
                  </a:cubicBezTo>
                  <a:lnTo>
                    <a:pt x="17166" y="9701"/>
                  </a:lnTo>
                  <a:cubicBezTo>
                    <a:pt x="17166" y="4337"/>
                    <a:pt x="12806" y="0"/>
                    <a:pt x="7465" y="0"/>
                  </a:cubicBezTo>
                  <a:lnTo>
                    <a:pt x="7465" y="0"/>
                  </a:lnTo>
                  <a:cubicBezTo>
                    <a:pt x="4657" y="0"/>
                    <a:pt x="2010" y="1210"/>
                    <a:pt x="161" y="3310"/>
                  </a:cubicBezTo>
                  <a:close/>
                </a:path>
              </a:pathLst>
            </a:custGeom>
            <a:gradFill rotWithShape="0">
              <a:gsLst>
                <a:gs pos="0">
                  <a:srgbClr val="002AB1"/>
                </a:gs>
                <a:gs pos="100000">
                  <a:srgbClr val="00E0FF"/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251" name="Google Shape;1511;p8"/>
            <p:cNvSpPr/>
            <p:nvPr/>
          </p:nvSpPr>
          <p:spPr>
            <a:xfrm>
              <a:off x="7882920" y="3886920"/>
              <a:ext cx="1094760" cy="995040"/>
            </a:xfrm>
            <a:custGeom>
              <a:avLst/>
              <a:gdLst>
                <a:gd name="textAreaLeft" fmla="*/ 0 w 1094760"/>
                <a:gd name="textAreaRight" fmla="*/ 1096200 w 1094760"/>
                <a:gd name="textAreaTop" fmla="*/ 0 h 995040"/>
                <a:gd name="textAreaBottom" fmla="*/ 996480 h 995040"/>
              </a:gdLst>
              <a:ahLst/>
              <a:cxnLst/>
              <a:rect l="textAreaLeft" t="textAreaTop" r="textAreaRight" b="textAreaBottom"/>
              <a:pathLst>
                <a:path w="12783" h="11619">
                  <a:moveTo>
                    <a:pt x="1" y="6392"/>
                  </a:moveTo>
                  <a:cubicBezTo>
                    <a:pt x="1" y="2854"/>
                    <a:pt x="2877" y="1"/>
                    <a:pt x="6392" y="1"/>
                  </a:cubicBezTo>
                  <a:cubicBezTo>
                    <a:pt x="9907" y="1"/>
                    <a:pt x="12783" y="2854"/>
                    <a:pt x="12783" y="6392"/>
                  </a:cubicBezTo>
                  <a:cubicBezTo>
                    <a:pt x="12783" y="8378"/>
                    <a:pt x="11870" y="10226"/>
                    <a:pt x="10295" y="11459"/>
                  </a:cubicBezTo>
                  <a:lnTo>
                    <a:pt x="9450" y="10363"/>
                  </a:lnTo>
                  <a:cubicBezTo>
                    <a:pt x="10706" y="9405"/>
                    <a:pt x="11413" y="7967"/>
                    <a:pt x="11413" y="6392"/>
                  </a:cubicBezTo>
                  <a:cubicBezTo>
                    <a:pt x="11413" y="3630"/>
                    <a:pt x="9154" y="1370"/>
                    <a:pt x="6392" y="1370"/>
                  </a:cubicBezTo>
                  <a:cubicBezTo>
                    <a:pt x="3630" y="1370"/>
                    <a:pt x="1370" y="3630"/>
                    <a:pt x="1370" y="6392"/>
                  </a:cubicBezTo>
                  <a:cubicBezTo>
                    <a:pt x="1370" y="8012"/>
                    <a:pt x="2169" y="9542"/>
                    <a:pt x="3516" y="10500"/>
                  </a:cubicBezTo>
                  <a:lnTo>
                    <a:pt x="2717" y="11619"/>
                  </a:lnTo>
                  <a:cubicBezTo>
                    <a:pt x="1005" y="10432"/>
                    <a:pt x="1" y="8469"/>
                    <a:pt x="1" y="6392"/>
                  </a:cubicBezTo>
                </a:path>
              </a:pathLst>
            </a:custGeom>
            <a:gradFill rotWithShape="0">
              <a:gsLst>
                <a:gs pos="0">
                  <a:srgbClr val="FFFFFF">
                    <a:alpha val="50196"/>
                  </a:srgbClr>
                </a:gs>
                <a:gs pos="100000">
                  <a:srgbClr val="00031B">
                    <a:alpha val="16078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252" name="Google Shape;1512;p8"/>
            <p:cNvSpPr/>
            <p:nvPr/>
          </p:nvSpPr>
          <p:spPr>
            <a:xfrm>
              <a:off x="8090280" y="4763880"/>
              <a:ext cx="705240" cy="217800"/>
            </a:xfrm>
            <a:custGeom>
              <a:avLst/>
              <a:gdLst>
                <a:gd name="textAreaLeft" fmla="*/ 0 w 705240"/>
                <a:gd name="textAreaRight" fmla="*/ 706680 w 705240"/>
                <a:gd name="textAreaTop" fmla="*/ 0 h 217800"/>
                <a:gd name="textAreaBottom" fmla="*/ 219240 h 217800"/>
              </a:gdLst>
              <a:ahLst/>
              <a:cxnLst/>
              <a:rect l="textAreaLeft" t="textAreaTop" r="textAreaRight" b="textAreaBottom"/>
              <a:pathLst>
                <a:path w="8241" h="2557">
                  <a:moveTo>
                    <a:pt x="7030" y="137"/>
                  </a:moveTo>
                  <a:cubicBezTo>
                    <a:pt x="6140" y="822"/>
                    <a:pt x="5090" y="1187"/>
                    <a:pt x="3972" y="1187"/>
                  </a:cubicBezTo>
                  <a:lnTo>
                    <a:pt x="3972" y="1187"/>
                  </a:lnTo>
                  <a:cubicBezTo>
                    <a:pt x="2922" y="1187"/>
                    <a:pt x="1940" y="868"/>
                    <a:pt x="1096" y="274"/>
                  </a:cubicBezTo>
                  <a:lnTo>
                    <a:pt x="1096" y="274"/>
                  </a:lnTo>
                  <a:cubicBezTo>
                    <a:pt x="776" y="46"/>
                    <a:pt x="343" y="115"/>
                    <a:pt x="137" y="434"/>
                  </a:cubicBezTo>
                  <a:lnTo>
                    <a:pt x="137" y="434"/>
                  </a:lnTo>
                  <a:cubicBezTo>
                    <a:pt x="46" y="548"/>
                    <a:pt x="0" y="685"/>
                    <a:pt x="0" y="822"/>
                  </a:cubicBezTo>
                  <a:lnTo>
                    <a:pt x="0" y="822"/>
                  </a:lnTo>
                  <a:cubicBezTo>
                    <a:pt x="0" y="1050"/>
                    <a:pt x="92" y="1256"/>
                    <a:pt x="297" y="1393"/>
                  </a:cubicBezTo>
                  <a:lnTo>
                    <a:pt x="297" y="1393"/>
                  </a:lnTo>
                  <a:cubicBezTo>
                    <a:pt x="1370" y="2146"/>
                    <a:pt x="2648" y="2557"/>
                    <a:pt x="3972" y="2557"/>
                  </a:cubicBezTo>
                  <a:lnTo>
                    <a:pt x="3972" y="2557"/>
                  </a:lnTo>
                  <a:cubicBezTo>
                    <a:pt x="5387" y="2557"/>
                    <a:pt x="6757" y="2100"/>
                    <a:pt x="7875" y="1233"/>
                  </a:cubicBezTo>
                  <a:lnTo>
                    <a:pt x="7875" y="1233"/>
                  </a:lnTo>
                  <a:cubicBezTo>
                    <a:pt x="8172" y="1005"/>
                    <a:pt x="8240" y="571"/>
                    <a:pt x="7989" y="274"/>
                  </a:cubicBezTo>
                  <a:lnTo>
                    <a:pt x="7989" y="274"/>
                  </a:lnTo>
                  <a:cubicBezTo>
                    <a:pt x="7852" y="92"/>
                    <a:pt x="7647" y="0"/>
                    <a:pt x="7441" y="0"/>
                  </a:cubicBezTo>
                  <a:lnTo>
                    <a:pt x="7441" y="0"/>
                  </a:lnTo>
                  <a:cubicBezTo>
                    <a:pt x="7304" y="0"/>
                    <a:pt x="7167" y="46"/>
                    <a:pt x="7030" y="137"/>
                  </a:cubicBezTo>
                </a:path>
              </a:pathLst>
            </a:custGeom>
            <a:gradFill rotWithShape="0">
              <a:gsLst>
                <a:gs pos="0">
                  <a:srgbClr val="002AB1"/>
                </a:gs>
                <a:gs pos="100000">
                  <a:srgbClr val="00E0FF"/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253" name="Google Shape;1513;p8"/>
            <p:cNvSpPr/>
            <p:nvPr/>
          </p:nvSpPr>
          <p:spPr>
            <a:xfrm>
              <a:off x="7254360" y="3258360"/>
              <a:ext cx="1891440" cy="2163600"/>
            </a:xfrm>
            <a:custGeom>
              <a:avLst/>
              <a:gdLst>
                <a:gd name="textAreaLeft" fmla="*/ 0 w 1891440"/>
                <a:gd name="textAreaRight" fmla="*/ 1892880 w 1891440"/>
                <a:gd name="textAreaTop" fmla="*/ 0 h 2163600"/>
                <a:gd name="textAreaBottom" fmla="*/ 2165040 h 2163600"/>
              </a:gdLst>
              <a:ahLst/>
              <a:cxnLst/>
              <a:rect l="textAreaLeft" t="textAreaTop" r="textAreaRight" b="textAreaBottom"/>
              <a:pathLst>
                <a:path w="22073" h="25246">
                  <a:moveTo>
                    <a:pt x="1" y="13719"/>
                  </a:moveTo>
                  <a:cubicBezTo>
                    <a:pt x="1" y="6141"/>
                    <a:pt x="6141" y="1"/>
                    <a:pt x="13719" y="1"/>
                  </a:cubicBezTo>
                  <a:cubicBezTo>
                    <a:pt x="16755" y="1"/>
                    <a:pt x="19653" y="959"/>
                    <a:pt x="22073" y="2808"/>
                  </a:cubicBezTo>
                  <a:lnTo>
                    <a:pt x="21228" y="3904"/>
                  </a:lnTo>
                  <a:cubicBezTo>
                    <a:pt x="19060" y="2238"/>
                    <a:pt x="16458" y="1370"/>
                    <a:pt x="13719" y="1370"/>
                  </a:cubicBezTo>
                  <a:cubicBezTo>
                    <a:pt x="6917" y="1370"/>
                    <a:pt x="1370" y="6917"/>
                    <a:pt x="1370" y="13719"/>
                  </a:cubicBezTo>
                  <a:cubicBezTo>
                    <a:pt x="1370" y="17919"/>
                    <a:pt x="3493" y="21799"/>
                    <a:pt x="7008" y="24081"/>
                  </a:cubicBezTo>
                  <a:lnTo>
                    <a:pt x="6278" y="25246"/>
                  </a:lnTo>
                  <a:cubicBezTo>
                    <a:pt x="2329" y="22712"/>
                    <a:pt x="1" y="18398"/>
                    <a:pt x="1" y="13719"/>
                  </a:cubicBezTo>
                </a:path>
              </a:pathLst>
            </a:custGeom>
            <a:gradFill rotWithShape="0">
              <a:gsLst>
                <a:gs pos="0">
                  <a:srgbClr val="FFFFFF">
                    <a:alpha val="50196"/>
                  </a:srgbClr>
                </a:gs>
                <a:gs pos="100000">
                  <a:srgbClr val="00031B">
                    <a:alpha val="16078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254" name="Google Shape;1514;p8"/>
            <p:cNvSpPr/>
            <p:nvPr/>
          </p:nvSpPr>
          <p:spPr>
            <a:xfrm>
              <a:off x="7765560" y="3487680"/>
              <a:ext cx="1840320" cy="2122200"/>
            </a:xfrm>
            <a:custGeom>
              <a:avLst/>
              <a:gdLst>
                <a:gd name="textAreaLeft" fmla="*/ 0 w 1840320"/>
                <a:gd name="textAreaRight" fmla="*/ 1841760 w 1840320"/>
                <a:gd name="textAreaTop" fmla="*/ 0 h 2122200"/>
                <a:gd name="textAreaBottom" fmla="*/ 2123640 h 2122200"/>
              </a:gdLst>
              <a:ahLst/>
              <a:cxnLst/>
              <a:rect l="textAreaLeft" t="textAreaTop" r="textAreaRight" b="textAreaBottom"/>
              <a:pathLst>
                <a:path w="21479" h="24766">
                  <a:moveTo>
                    <a:pt x="15133" y="274"/>
                  </a:moveTo>
                  <a:cubicBezTo>
                    <a:pt x="14905" y="571"/>
                    <a:pt x="14974" y="1005"/>
                    <a:pt x="15270" y="1233"/>
                  </a:cubicBezTo>
                  <a:lnTo>
                    <a:pt x="15270" y="1233"/>
                  </a:lnTo>
                  <a:cubicBezTo>
                    <a:pt x="18352" y="3607"/>
                    <a:pt x="20109" y="7167"/>
                    <a:pt x="20109" y="11048"/>
                  </a:cubicBezTo>
                  <a:lnTo>
                    <a:pt x="20109" y="11048"/>
                  </a:lnTo>
                  <a:cubicBezTo>
                    <a:pt x="20109" y="17850"/>
                    <a:pt x="14563" y="23396"/>
                    <a:pt x="7761" y="23396"/>
                  </a:cubicBezTo>
                  <a:lnTo>
                    <a:pt x="7761" y="23396"/>
                  </a:lnTo>
                  <a:cubicBezTo>
                    <a:pt x="5364" y="23396"/>
                    <a:pt x="3059" y="22711"/>
                    <a:pt x="1050" y="21410"/>
                  </a:cubicBezTo>
                  <a:lnTo>
                    <a:pt x="1050" y="21410"/>
                  </a:lnTo>
                  <a:cubicBezTo>
                    <a:pt x="731" y="21205"/>
                    <a:pt x="320" y="21296"/>
                    <a:pt x="114" y="21616"/>
                  </a:cubicBezTo>
                  <a:lnTo>
                    <a:pt x="114" y="21616"/>
                  </a:lnTo>
                  <a:cubicBezTo>
                    <a:pt x="23" y="21730"/>
                    <a:pt x="0" y="21867"/>
                    <a:pt x="0" y="22004"/>
                  </a:cubicBezTo>
                  <a:lnTo>
                    <a:pt x="0" y="22004"/>
                  </a:lnTo>
                  <a:cubicBezTo>
                    <a:pt x="0" y="22232"/>
                    <a:pt x="114" y="22438"/>
                    <a:pt x="320" y="22575"/>
                  </a:cubicBezTo>
                  <a:lnTo>
                    <a:pt x="320" y="22575"/>
                  </a:lnTo>
                  <a:cubicBezTo>
                    <a:pt x="2534" y="24013"/>
                    <a:pt x="5113" y="24766"/>
                    <a:pt x="7761" y="24766"/>
                  </a:cubicBezTo>
                  <a:lnTo>
                    <a:pt x="7761" y="24766"/>
                  </a:lnTo>
                  <a:cubicBezTo>
                    <a:pt x="15339" y="24766"/>
                    <a:pt x="21479" y="18603"/>
                    <a:pt x="21479" y="11048"/>
                  </a:cubicBezTo>
                  <a:lnTo>
                    <a:pt x="21479" y="11048"/>
                  </a:lnTo>
                  <a:cubicBezTo>
                    <a:pt x="21479" y="6734"/>
                    <a:pt x="19516" y="2762"/>
                    <a:pt x="16115" y="137"/>
                  </a:cubicBezTo>
                  <a:lnTo>
                    <a:pt x="16115" y="137"/>
                  </a:lnTo>
                  <a:cubicBezTo>
                    <a:pt x="15978" y="46"/>
                    <a:pt x="15841" y="0"/>
                    <a:pt x="15681" y="0"/>
                  </a:cubicBezTo>
                  <a:lnTo>
                    <a:pt x="15681" y="0"/>
                  </a:lnTo>
                  <a:cubicBezTo>
                    <a:pt x="15476" y="0"/>
                    <a:pt x="15270" y="92"/>
                    <a:pt x="15133" y="27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2AB1"/>
                </a:gs>
                <a:gs pos="100000">
                  <a:srgbClr val="00E0FF"/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grpSp>
        <p:nvGrpSpPr>
          <p:cNvPr id="2255" name="Google Shape;1515;p8"/>
          <p:cNvGrpSpPr/>
          <p:nvPr/>
        </p:nvGrpSpPr>
        <p:grpSpPr>
          <a:xfrm>
            <a:off x="-572400" y="-705960"/>
            <a:ext cx="1813680" cy="1813680"/>
            <a:chOff x="-572400" y="-705960"/>
            <a:chExt cx="1813680" cy="1813680"/>
          </a:xfrm>
        </p:grpSpPr>
        <p:sp>
          <p:nvSpPr>
            <p:cNvPr id="2256" name="Google Shape;1516;p8"/>
            <p:cNvSpPr/>
            <p:nvPr/>
          </p:nvSpPr>
          <p:spPr>
            <a:xfrm>
              <a:off x="-306720" y="-221400"/>
              <a:ext cx="1150560" cy="1063080"/>
            </a:xfrm>
            <a:custGeom>
              <a:avLst/>
              <a:gdLst>
                <a:gd name="textAreaLeft" fmla="*/ 0 w 1150560"/>
                <a:gd name="textAreaRight" fmla="*/ 1152000 w 1150560"/>
                <a:gd name="textAreaTop" fmla="*/ 0 h 1063080"/>
                <a:gd name="textAreaBottom" fmla="*/ 1064520 h 1063080"/>
              </a:gdLst>
              <a:ahLst/>
              <a:cxnLst/>
              <a:rect l="textAreaLeft" t="textAreaTop" r="textAreaRight" b="textAreaBottom"/>
              <a:pathLst>
                <a:path w="17416" h="16093">
                  <a:moveTo>
                    <a:pt x="0" y="6392"/>
                  </a:moveTo>
                  <a:cubicBezTo>
                    <a:pt x="0" y="4041"/>
                    <a:pt x="845" y="1758"/>
                    <a:pt x="2397" y="1"/>
                  </a:cubicBezTo>
                  <a:lnTo>
                    <a:pt x="3424" y="914"/>
                  </a:lnTo>
                  <a:cubicBezTo>
                    <a:pt x="2100" y="2420"/>
                    <a:pt x="1370" y="4360"/>
                    <a:pt x="1370" y="6392"/>
                  </a:cubicBezTo>
                  <a:cubicBezTo>
                    <a:pt x="1370" y="10980"/>
                    <a:pt x="5113" y="14723"/>
                    <a:pt x="9701" y="14723"/>
                  </a:cubicBezTo>
                  <a:cubicBezTo>
                    <a:pt x="12326" y="14723"/>
                    <a:pt x="14722" y="13513"/>
                    <a:pt x="16320" y="11436"/>
                  </a:cubicBezTo>
                  <a:lnTo>
                    <a:pt x="17416" y="12281"/>
                  </a:lnTo>
                  <a:cubicBezTo>
                    <a:pt x="15567" y="14700"/>
                    <a:pt x="12759" y="16093"/>
                    <a:pt x="9701" y="16093"/>
                  </a:cubicBezTo>
                  <a:cubicBezTo>
                    <a:pt x="4360" y="16093"/>
                    <a:pt x="0" y="11733"/>
                    <a:pt x="0" y="6392"/>
                  </a:cubicBezTo>
                </a:path>
              </a:pathLst>
            </a:custGeom>
            <a:gradFill rotWithShape="0">
              <a:gsLst>
                <a:gs pos="0">
                  <a:srgbClr val="FFFFFF">
                    <a:alpha val="50196"/>
                  </a:srgbClr>
                </a:gs>
                <a:gs pos="100000">
                  <a:srgbClr val="00031B">
                    <a:alpha val="16078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257" name="Google Shape;1517;p8"/>
            <p:cNvSpPr/>
            <p:nvPr/>
          </p:nvSpPr>
          <p:spPr>
            <a:xfrm>
              <a:off x="-158760" y="-440280"/>
              <a:ext cx="1134000" cy="1054080"/>
            </a:xfrm>
            <a:custGeom>
              <a:avLst/>
              <a:gdLst>
                <a:gd name="textAreaLeft" fmla="*/ 0 w 1134000"/>
                <a:gd name="textAreaRight" fmla="*/ 1135440 w 1134000"/>
                <a:gd name="textAreaTop" fmla="*/ 0 h 1054080"/>
                <a:gd name="textAreaBottom" fmla="*/ 1055520 h 1054080"/>
              </a:gdLst>
              <a:ahLst/>
              <a:cxnLst/>
              <a:rect l="textAreaLeft" t="textAreaTop" r="textAreaRight" b="textAreaBottom"/>
              <a:pathLst>
                <a:path w="17166" h="15955">
                  <a:moveTo>
                    <a:pt x="161" y="3310"/>
                  </a:moveTo>
                  <a:cubicBezTo>
                    <a:pt x="47" y="3447"/>
                    <a:pt x="1" y="3606"/>
                    <a:pt x="1" y="3766"/>
                  </a:cubicBezTo>
                  <a:lnTo>
                    <a:pt x="1" y="3766"/>
                  </a:lnTo>
                  <a:cubicBezTo>
                    <a:pt x="1" y="3949"/>
                    <a:pt x="69" y="4131"/>
                    <a:pt x="229" y="4268"/>
                  </a:cubicBezTo>
                  <a:lnTo>
                    <a:pt x="229" y="4268"/>
                  </a:lnTo>
                  <a:cubicBezTo>
                    <a:pt x="503" y="4519"/>
                    <a:pt x="960" y="4497"/>
                    <a:pt x="1188" y="4223"/>
                  </a:cubicBezTo>
                  <a:lnTo>
                    <a:pt x="1188" y="4223"/>
                  </a:lnTo>
                  <a:cubicBezTo>
                    <a:pt x="2786" y="2397"/>
                    <a:pt x="5068" y="1370"/>
                    <a:pt x="7465" y="1370"/>
                  </a:cubicBezTo>
                  <a:lnTo>
                    <a:pt x="7465" y="1370"/>
                  </a:lnTo>
                  <a:cubicBezTo>
                    <a:pt x="12053" y="1370"/>
                    <a:pt x="15796" y="5113"/>
                    <a:pt x="15796" y="9701"/>
                  </a:cubicBezTo>
                  <a:lnTo>
                    <a:pt x="15796" y="9701"/>
                  </a:lnTo>
                  <a:cubicBezTo>
                    <a:pt x="15796" y="11550"/>
                    <a:pt x="15203" y="13284"/>
                    <a:pt x="14084" y="14745"/>
                  </a:cubicBezTo>
                  <a:lnTo>
                    <a:pt x="14084" y="14745"/>
                  </a:lnTo>
                  <a:cubicBezTo>
                    <a:pt x="13856" y="15065"/>
                    <a:pt x="13902" y="15498"/>
                    <a:pt x="14221" y="15727"/>
                  </a:cubicBezTo>
                  <a:lnTo>
                    <a:pt x="14221" y="15727"/>
                  </a:lnTo>
                  <a:cubicBezTo>
                    <a:pt x="14518" y="15955"/>
                    <a:pt x="14952" y="15886"/>
                    <a:pt x="15180" y="15590"/>
                  </a:cubicBezTo>
                  <a:lnTo>
                    <a:pt x="15180" y="15590"/>
                  </a:lnTo>
                  <a:cubicBezTo>
                    <a:pt x="16481" y="13878"/>
                    <a:pt x="17166" y="11846"/>
                    <a:pt x="17166" y="9701"/>
                  </a:cubicBezTo>
                  <a:lnTo>
                    <a:pt x="17166" y="9701"/>
                  </a:lnTo>
                  <a:cubicBezTo>
                    <a:pt x="17166" y="4337"/>
                    <a:pt x="12806" y="0"/>
                    <a:pt x="7465" y="0"/>
                  </a:cubicBezTo>
                  <a:lnTo>
                    <a:pt x="7465" y="0"/>
                  </a:lnTo>
                  <a:cubicBezTo>
                    <a:pt x="4657" y="0"/>
                    <a:pt x="2010" y="1210"/>
                    <a:pt x="161" y="3310"/>
                  </a:cubicBezTo>
                  <a:close/>
                </a:path>
              </a:pathLst>
            </a:custGeom>
            <a:gradFill rotWithShape="0">
              <a:gsLst>
                <a:gs pos="0">
                  <a:srgbClr val="002AB1"/>
                </a:gs>
                <a:gs pos="100000">
                  <a:srgbClr val="00E0FF"/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258" name="Google Shape;1518;p8"/>
            <p:cNvSpPr/>
            <p:nvPr/>
          </p:nvSpPr>
          <p:spPr>
            <a:xfrm>
              <a:off x="-87840" y="-221400"/>
              <a:ext cx="844200" cy="767160"/>
            </a:xfrm>
            <a:custGeom>
              <a:avLst/>
              <a:gdLst>
                <a:gd name="textAreaLeft" fmla="*/ 0 w 844200"/>
                <a:gd name="textAreaRight" fmla="*/ 845640 w 844200"/>
                <a:gd name="textAreaTop" fmla="*/ 0 h 767160"/>
                <a:gd name="textAreaBottom" fmla="*/ 768600 h 767160"/>
              </a:gdLst>
              <a:ahLst/>
              <a:cxnLst/>
              <a:rect l="textAreaLeft" t="textAreaTop" r="textAreaRight" b="textAreaBottom"/>
              <a:pathLst>
                <a:path w="12783" h="11619">
                  <a:moveTo>
                    <a:pt x="1" y="6392"/>
                  </a:moveTo>
                  <a:cubicBezTo>
                    <a:pt x="1" y="2854"/>
                    <a:pt x="2877" y="1"/>
                    <a:pt x="6392" y="1"/>
                  </a:cubicBezTo>
                  <a:cubicBezTo>
                    <a:pt x="9907" y="1"/>
                    <a:pt x="12783" y="2854"/>
                    <a:pt x="12783" y="6392"/>
                  </a:cubicBezTo>
                  <a:cubicBezTo>
                    <a:pt x="12783" y="8378"/>
                    <a:pt x="11870" y="10226"/>
                    <a:pt x="10295" y="11459"/>
                  </a:cubicBezTo>
                  <a:lnTo>
                    <a:pt x="9450" y="10363"/>
                  </a:lnTo>
                  <a:cubicBezTo>
                    <a:pt x="10706" y="9405"/>
                    <a:pt x="11413" y="7967"/>
                    <a:pt x="11413" y="6392"/>
                  </a:cubicBezTo>
                  <a:cubicBezTo>
                    <a:pt x="11413" y="3630"/>
                    <a:pt x="9154" y="1370"/>
                    <a:pt x="6392" y="1370"/>
                  </a:cubicBezTo>
                  <a:cubicBezTo>
                    <a:pt x="3630" y="1370"/>
                    <a:pt x="1370" y="3630"/>
                    <a:pt x="1370" y="6392"/>
                  </a:cubicBezTo>
                  <a:cubicBezTo>
                    <a:pt x="1370" y="8012"/>
                    <a:pt x="2169" y="9542"/>
                    <a:pt x="3516" y="10500"/>
                  </a:cubicBezTo>
                  <a:lnTo>
                    <a:pt x="2717" y="11619"/>
                  </a:lnTo>
                  <a:cubicBezTo>
                    <a:pt x="1005" y="10432"/>
                    <a:pt x="1" y="8469"/>
                    <a:pt x="1" y="6392"/>
                  </a:cubicBezTo>
                </a:path>
              </a:pathLst>
            </a:custGeom>
            <a:gradFill rotWithShape="0">
              <a:gsLst>
                <a:gs pos="0">
                  <a:srgbClr val="FFFFFF">
                    <a:alpha val="50196"/>
                  </a:srgbClr>
                </a:gs>
                <a:gs pos="100000">
                  <a:srgbClr val="00031B">
                    <a:alpha val="16078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259" name="Google Shape;1519;p8"/>
            <p:cNvSpPr/>
            <p:nvPr/>
          </p:nvSpPr>
          <p:spPr>
            <a:xfrm>
              <a:off x="72360" y="455040"/>
              <a:ext cx="543600" cy="167760"/>
            </a:xfrm>
            <a:custGeom>
              <a:avLst/>
              <a:gdLst>
                <a:gd name="textAreaLeft" fmla="*/ 0 w 543600"/>
                <a:gd name="textAreaRight" fmla="*/ 545040 w 543600"/>
                <a:gd name="textAreaTop" fmla="*/ 0 h 167760"/>
                <a:gd name="textAreaBottom" fmla="*/ 169200 h 167760"/>
              </a:gdLst>
              <a:ahLst/>
              <a:cxnLst/>
              <a:rect l="textAreaLeft" t="textAreaTop" r="textAreaRight" b="textAreaBottom"/>
              <a:pathLst>
                <a:path w="8241" h="2557">
                  <a:moveTo>
                    <a:pt x="7030" y="137"/>
                  </a:moveTo>
                  <a:cubicBezTo>
                    <a:pt x="6140" y="822"/>
                    <a:pt x="5090" y="1187"/>
                    <a:pt x="3972" y="1187"/>
                  </a:cubicBezTo>
                  <a:lnTo>
                    <a:pt x="3972" y="1187"/>
                  </a:lnTo>
                  <a:cubicBezTo>
                    <a:pt x="2922" y="1187"/>
                    <a:pt x="1940" y="868"/>
                    <a:pt x="1096" y="274"/>
                  </a:cubicBezTo>
                  <a:lnTo>
                    <a:pt x="1096" y="274"/>
                  </a:lnTo>
                  <a:cubicBezTo>
                    <a:pt x="776" y="46"/>
                    <a:pt x="343" y="115"/>
                    <a:pt x="137" y="434"/>
                  </a:cubicBezTo>
                  <a:lnTo>
                    <a:pt x="137" y="434"/>
                  </a:lnTo>
                  <a:cubicBezTo>
                    <a:pt x="46" y="548"/>
                    <a:pt x="0" y="685"/>
                    <a:pt x="0" y="822"/>
                  </a:cubicBezTo>
                  <a:lnTo>
                    <a:pt x="0" y="822"/>
                  </a:lnTo>
                  <a:cubicBezTo>
                    <a:pt x="0" y="1050"/>
                    <a:pt x="92" y="1256"/>
                    <a:pt x="297" y="1393"/>
                  </a:cubicBezTo>
                  <a:lnTo>
                    <a:pt x="297" y="1393"/>
                  </a:lnTo>
                  <a:cubicBezTo>
                    <a:pt x="1370" y="2146"/>
                    <a:pt x="2648" y="2557"/>
                    <a:pt x="3972" y="2557"/>
                  </a:cubicBezTo>
                  <a:lnTo>
                    <a:pt x="3972" y="2557"/>
                  </a:lnTo>
                  <a:cubicBezTo>
                    <a:pt x="5387" y="2557"/>
                    <a:pt x="6757" y="2100"/>
                    <a:pt x="7875" y="1233"/>
                  </a:cubicBezTo>
                  <a:lnTo>
                    <a:pt x="7875" y="1233"/>
                  </a:lnTo>
                  <a:cubicBezTo>
                    <a:pt x="8172" y="1005"/>
                    <a:pt x="8240" y="571"/>
                    <a:pt x="7989" y="274"/>
                  </a:cubicBezTo>
                  <a:lnTo>
                    <a:pt x="7989" y="274"/>
                  </a:lnTo>
                  <a:cubicBezTo>
                    <a:pt x="7852" y="92"/>
                    <a:pt x="7647" y="0"/>
                    <a:pt x="7441" y="0"/>
                  </a:cubicBezTo>
                  <a:lnTo>
                    <a:pt x="7441" y="0"/>
                  </a:lnTo>
                  <a:cubicBezTo>
                    <a:pt x="7304" y="0"/>
                    <a:pt x="7167" y="46"/>
                    <a:pt x="7030" y="137"/>
                  </a:cubicBezTo>
                </a:path>
              </a:pathLst>
            </a:custGeom>
            <a:gradFill rotWithShape="0">
              <a:gsLst>
                <a:gs pos="0">
                  <a:srgbClr val="002AB1"/>
                </a:gs>
                <a:gs pos="100000">
                  <a:srgbClr val="00E0FF"/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84600" rIns="90000" bIns="8460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260" name="Google Shape;1520;p8"/>
            <p:cNvSpPr/>
            <p:nvPr/>
          </p:nvSpPr>
          <p:spPr>
            <a:xfrm>
              <a:off x="-572400" y="-705960"/>
              <a:ext cx="1458720" cy="1668600"/>
            </a:xfrm>
            <a:custGeom>
              <a:avLst/>
              <a:gdLst>
                <a:gd name="textAreaLeft" fmla="*/ 0 w 1458720"/>
                <a:gd name="textAreaRight" fmla="*/ 1460160 w 1458720"/>
                <a:gd name="textAreaTop" fmla="*/ 0 h 1668600"/>
                <a:gd name="textAreaBottom" fmla="*/ 1670040 h 1668600"/>
              </a:gdLst>
              <a:ahLst/>
              <a:cxnLst/>
              <a:rect l="textAreaLeft" t="textAreaTop" r="textAreaRight" b="textAreaBottom"/>
              <a:pathLst>
                <a:path w="22073" h="25246">
                  <a:moveTo>
                    <a:pt x="1" y="13719"/>
                  </a:moveTo>
                  <a:cubicBezTo>
                    <a:pt x="1" y="6141"/>
                    <a:pt x="6141" y="1"/>
                    <a:pt x="13719" y="1"/>
                  </a:cubicBezTo>
                  <a:cubicBezTo>
                    <a:pt x="16755" y="1"/>
                    <a:pt x="19653" y="959"/>
                    <a:pt x="22073" y="2808"/>
                  </a:cubicBezTo>
                  <a:lnTo>
                    <a:pt x="21228" y="3904"/>
                  </a:lnTo>
                  <a:cubicBezTo>
                    <a:pt x="19060" y="2238"/>
                    <a:pt x="16458" y="1370"/>
                    <a:pt x="13719" y="1370"/>
                  </a:cubicBezTo>
                  <a:cubicBezTo>
                    <a:pt x="6917" y="1370"/>
                    <a:pt x="1370" y="6917"/>
                    <a:pt x="1370" y="13719"/>
                  </a:cubicBezTo>
                  <a:cubicBezTo>
                    <a:pt x="1370" y="17919"/>
                    <a:pt x="3493" y="21799"/>
                    <a:pt x="7008" y="24081"/>
                  </a:cubicBezTo>
                  <a:lnTo>
                    <a:pt x="6278" y="25246"/>
                  </a:lnTo>
                  <a:cubicBezTo>
                    <a:pt x="2329" y="22712"/>
                    <a:pt x="1" y="18398"/>
                    <a:pt x="1" y="13719"/>
                  </a:cubicBezTo>
                </a:path>
              </a:pathLst>
            </a:custGeom>
            <a:gradFill rotWithShape="0">
              <a:gsLst>
                <a:gs pos="0">
                  <a:srgbClr val="FFFFFF">
                    <a:alpha val="50196"/>
                  </a:srgbClr>
                </a:gs>
                <a:gs pos="100000">
                  <a:srgbClr val="00031B">
                    <a:alpha val="16078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261" name="Google Shape;1521;p8"/>
            <p:cNvSpPr/>
            <p:nvPr/>
          </p:nvSpPr>
          <p:spPr>
            <a:xfrm>
              <a:off x="-178200" y="-529200"/>
              <a:ext cx="1419480" cy="1636920"/>
            </a:xfrm>
            <a:custGeom>
              <a:avLst/>
              <a:gdLst>
                <a:gd name="textAreaLeft" fmla="*/ 0 w 1419480"/>
                <a:gd name="textAreaRight" fmla="*/ 1420920 w 1419480"/>
                <a:gd name="textAreaTop" fmla="*/ 0 h 1636920"/>
                <a:gd name="textAreaBottom" fmla="*/ 1638360 h 1636920"/>
              </a:gdLst>
              <a:ahLst/>
              <a:cxnLst/>
              <a:rect l="textAreaLeft" t="textAreaTop" r="textAreaRight" b="textAreaBottom"/>
              <a:pathLst>
                <a:path w="21479" h="24766">
                  <a:moveTo>
                    <a:pt x="15133" y="274"/>
                  </a:moveTo>
                  <a:cubicBezTo>
                    <a:pt x="14905" y="571"/>
                    <a:pt x="14974" y="1005"/>
                    <a:pt x="15270" y="1233"/>
                  </a:cubicBezTo>
                  <a:lnTo>
                    <a:pt x="15270" y="1233"/>
                  </a:lnTo>
                  <a:cubicBezTo>
                    <a:pt x="18352" y="3607"/>
                    <a:pt x="20109" y="7167"/>
                    <a:pt x="20109" y="11048"/>
                  </a:cubicBezTo>
                  <a:lnTo>
                    <a:pt x="20109" y="11048"/>
                  </a:lnTo>
                  <a:cubicBezTo>
                    <a:pt x="20109" y="17850"/>
                    <a:pt x="14563" y="23396"/>
                    <a:pt x="7761" y="23396"/>
                  </a:cubicBezTo>
                  <a:lnTo>
                    <a:pt x="7761" y="23396"/>
                  </a:lnTo>
                  <a:cubicBezTo>
                    <a:pt x="5364" y="23396"/>
                    <a:pt x="3059" y="22711"/>
                    <a:pt x="1050" y="21410"/>
                  </a:cubicBezTo>
                  <a:lnTo>
                    <a:pt x="1050" y="21410"/>
                  </a:lnTo>
                  <a:cubicBezTo>
                    <a:pt x="731" y="21205"/>
                    <a:pt x="320" y="21296"/>
                    <a:pt x="114" y="21616"/>
                  </a:cubicBezTo>
                  <a:lnTo>
                    <a:pt x="114" y="21616"/>
                  </a:lnTo>
                  <a:cubicBezTo>
                    <a:pt x="23" y="21730"/>
                    <a:pt x="0" y="21867"/>
                    <a:pt x="0" y="22004"/>
                  </a:cubicBezTo>
                  <a:lnTo>
                    <a:pt x="0" y="22004"/>
                  </a:lnTo>
                  <a:cubicBezTo>
                    <a:pt x="0" y="22232"/>
                    <a:pt x="114" y="22438"/>
                    <a:pt x="320" y="22575"/>
                  </a:cubicBezTo>
                  <a:lnTo>
                    <a:pt x="320" y="22575"/>
                  </a:lnTo>
                  <a:cubicBezTo>
                    <a:pt x="2534" y="24013"/>
                    <a:pt x="5113" y="24766"/>
                    <a:pt x="7761" y="24766"/>
                  </a:cubicBezTo>
                  <a:lnTo>
                    <a:pt x="7761" y="24766"/>
                  </a:lnTo>
                  <a:cubicBezTo>
                    <a:pt x="15339" y="24766"/>
                    <a:pt x="21479" y="18603"/>
                    <a:pt x="21479" y="11048"/>
                  </a:cubicBezTo>
                  <a:lnTo>
                    <a:pt x="21479" y="11048"/>
                  </a:lnTo>
                  <a:cubicBezTo>
                    <a:pt x="21479" y="6734"/>
                    <a:pt x="19516" y="2762"/>
                    <a:pt x="16115" y="137"/>
                  </a:cubicBezTo>
                  <a:lnTo>
                    <a:pt x="16115" y="137"/>
                  </a:lnTo>
                  <a:cubicBezTo>
                    <a:pt x="15978" y="46"/>
                    <a:pt x="15841" y="0"/>
                    <a:pt x="15681" y="0"/>
                  </a:cubicBezTo>
                  <a:lnTo>
                    <a:pt x="15681" y="0"/>
                  </a:lnTo>
                  <a:cubicBezTo>
                    <a:pt x="15476" y="0"/>
                    <a:pt x="15270" y="92"/>
                    <a:pt x="15133" y="27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2AB1"/>
                </a:gs>
                <a:gs pos="100000">
                  <a:srgbClr val="00E0FF"/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grpSp>
        <p:nvGrpSpPr>
          <p:cNvPr id="2262" name="Google Shape;1522;p8"/>
          <p:cNvGrpSpPr/>
          <p:nvPr/>
        </p:nvGrpSpPr>
        <p:grpSpPr>
          <a:xfrm>
            <a:off x="6031080" y="-2364120"/>
            <a:ext cx="5956920" cy="5504400"/>
            <a:chOff x="6031080" y="-2364120"/>
            <a:chExt cx="5956920" cy="5504400"/>
          </a:xfrm>
        </p:grpSpPr>
        <p:sp>
          <p:nvSpPr>
            <p:cNvPr id="2263" name="Google Shape;1523;p8"/>
            <p:cNvSpPr/>
            <p:nvPr/>
          </p:nvSpPr>
          <p:spPr>
            <a:xfrm flipH="1">
              <a:off x="6031080" y="-2364120"/>
              <a:ext cx="4290480" cy="4469760"/>
            </a:xfrm>
            <a:custGeom>
              <a:avLst/>
              <a:gdLst>
                <a:gd name="textAreaLeft" fmla="*/ -720 w 4290480"/>
                <a:gd name="textAreaRight" fmla="*/ 4291200 w 4290480"/>
                <a:gd name="textAreaTop" fmla="*/ 0 h 4469760"/>
                <a:gd name="textAreaBottom" fmla="*/ 4471200 h 4469760"/>
              </a:gdLst>
              <a:ahLst/>
              <a:cxnLst/>
              <a:rect l="textAreaLeft" t="textAreaTop" r="textAreaRight" b="textAreaBottom"/>
              <a:pathLst>
                <a:path w="41566" h="43301">
                  <a:moveTo>
                    <a:pt x="1" y="41497"/>
                  </a:moveTo>
                  <a:lnTo>
                    <a:pt x="252" y="43300"/>
                  </a:lnTo>
                  <a:lnTo>
                    <a:pt x="41566" y="1804"/>
                  </a:lnTo>
                  <a:lnTo>
                    <a:pt x="41315" y="1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71372"/>
                  </a:srgbClr>
                </a:gs>
                <a:gs pos="100000">
                  <a:srgbClr val="00E0FF">
                    <a:alpha val="69019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264" name="Google Shape;1524;p8"/>
            <p:cNvSpPr/>
            <p:nvPr/>
          </p:nvSpPr>
          <p:spPr>
            <a:xfrm flipH="1">
              <a:off x="8095680" y="-589320"/>
              <a:ext cx="3234600" cy="3371040"/>
            </a:xfrm>
            <a:custGeom>
              <a:avLst/>
              <a:gdLst>
                <a:gd name="textAreaLeft" fmla="*/ 720 w 3234600"/>
                <a:gd name="textAreaRight" fmla="*/ 3236760 w 3234600"/>
                <a:gd name="textAreaTop" fmla="*/ 0 h 3371040"/>
                <a:gd name="textAreaBottom" fmla="*/ 3372480 h 3371040"/>
              </a:gdLst>
              <a:ahLst/>
              <a:cxnLst/>
              <a:rect l="textAreaLeft" t="textAreaTop" r="textAreaRight" b="textAreaBottom"/>
              <a:pathLst>
                <a:path w="31340" h="32663">
                  <a:moveTo>
                    <a:pt x="31157" y="0"/>
                  </a:moveTo>
                  <a:lnTo>
                    <a:pt x="1" y="31293"/>
                  </a:lnTo>
                  <a:lnTo>
                    <a:pt x="183" y="32663"/>
                  </a:lnTo>
                  <a:lnTo>
                    <a:pt x="31340" y="1370"/>
                  </a:lnTo>
                  <a:lnTo>
                    <a:pt x="31157" y="0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71372"/>
                  </a:srgbClr>
                </a:gs>
                <a:gs pos="100000">
                  <a:srgbClr val="00E0FF">
                    <a:alpha val="69019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265" name="Google Shape;1525;p8"/>
            <p:cNvSpPr/>
            <p:nvPr/>
          </p:nvSpPr>
          <p:spPr>
            <a:xfrm flipH="1">
              <a:off x="6235920" y="-1569960"/>
              <a:ext cx="3234600" cy="3368880"/>
            </a:xfrm>
            <a:custGeom>
              <a:avLst/>
              <a:gdLst>
                <a:gd name="textAreaLeft" fmla="*/ 720 w 3234600"/>
                <a:gd name="textAreaRight" fmla="*/ 3236760 w 3234600"/>
                <a:gd name="textAreaTop" fmla="*/ 0 h 3368880"/>
                <a:gd name="textAreaBottom" fmla="*/ 3370320 h 3368880"/>
              </a:gdLst>
              <a:ahLst/>
              <a:cxnLst/>
              <a:rect l="textAreaLeft" t="textAreaTop" r="textAreaRight" b="textAreaBottom"/>
              <a:pathLst>
                <a:path w="31340" h="32641">
                  <a:moveTo>
                    <a:pt x="31157" y="1"/>
                  </a:moveTo>
                  <a:lnTo>
                    <a:pt x="1" y="31294"/>
                  </a:lnTo>
                  <a:lnTo>
                    <a:pt x="183" y="32641"/>
                  </a:lnTo>
                  <a:lnTo>
                    <a:pt x="31340" y="1370"/>
                  </a:lnTo>
                  <a:lnTo>
                    <a:pt x="31157" y="1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71372"/>
                  </a:srgbClr>
                </a:gs>
                <a:gs pos="100000">
                  <a:srgbClr val="00E0FF">
                    <a:alpha val="69019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266" name="Google Shape;1526;p8"/>
            <p:cNvSpPr/>
            <p:nvPr/>
          </p:nvSpPr>
          <p:spPr>
            <a:xfrm flipH="1">
              <a:off x="7176600" y="-905040"/>
              <a:ext cx="3234600" cy="3368880"/>
            </a:xfrm>
            <a:custGeom>
              <a:avLst/>
              <a:gdLst>
                <a:gd name="textAreaLeft" fmla="*/ 720 w 3234600"/>
                <a:gd name="textAreaRight" fmla="*/ 3236760 w 3234600"/>
                <a:gd name="textAreaTop" fmla="*/ 0 h 3368880"/>
                <a:gd name="textAreaBottom" fmla="*/ 3370320 h 3368880"/>
              </a:gdLst>
              <a:ahLst/>
              <a:cxnLst/>
              <a:rect l="textAreaLeft" t="textAreaTop" r="textAreaRight" b="textAreaBottom"/>
              <a:pathLst>
                <a:path w="31340" h="32641">
                  <a:moveTo>
                    <a:pt x="31157" y="0"/>
                  </a:moveTo>
                  <a:lnTo>
                    <a:pt x="0" y="31294"/>
                  </a:lnTo>
                  <a:lnTo>
                    <a:pt x="183" y="32641"/>
                  </a:lnTo>
                  <a:lnTo>
                    <a:pt x="31340" y="1347"/>
                  </a:lnTo>
                  <a:lnTo>
                    <a:pt x="31157" y="0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71372"/>
                  </a:srgbClr>
                </a:gs>
                <a:gs pos="100000">
                  <a:srgbClr val="00E0FF">
                    <a:alpha val="69019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267" name="Google Shape;1527;p8"/>
            <p:cNvSpPr/>
            <p:nvPr/>
          </p:nvSpPr>
          <p:spPr>
            <a:xfrm flipH="1">
              <a:off x="7699680" y="-1326960"/>
              <a:ext cx="4287960" cy="4467240"/>
            </a:xfrm>
            <a:custGeom>
              <a:avLst/>
              <a:gdLst>
                <a:gd name="textAreaLeft" fmla="*/ 720 w 4287960"/>
                <a:gd name="textAreaRight" fmla="*/ 4290120 w 4287960"/>
                <a:gd name="textAreaTop" fmla="*/ 0 h 4467240"/>
                <a:gd name="textAreaBottom" fmla="*/ 4468680 h 4467240"/>
              </a:gdLst>
              <a:ahLst/>
              <a:cxnLst/>
              <a:rect l="textAreaLeft" t="textAreaTop" r="textAreaRight" b="textAreaBottom"/>
              <a:pathLst>
                <a:path w="41543" h="43278">
                  <a:moveTo>
                    <a:pt x="41314" y="1"/>
                  </a:moveTo>
                  <a:lnTo>
                    <a:pt x="0" y="41474"/>
                  </a:lnTo>
                  <a:lnTo>
                    <a:pt x="229" y="43277"/>
                  </a:lnTo>
                  <a:lnTo>
                    <a:pt x="41542" y="1804"/>
                  </a:lnTo>
                  <a:lnTo>
                    <a:pt x="41314" y="1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71372"/>
                  </a:srgbClr>
                </a:gs>
                <a:gs pos="100000">
                  <a:srgbClr val="00E0FF">
                    <a:alpha val="69019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268" name="Google Shape;1528;p8"/>
            <p:cNvSpPr/>
            <p:nvPr/>
          </p:nvSpPr>
          <p:spPr>
            <a:xfrm flipH="1">
              <a:off x="6928920" y="-1527480"/>
              <a:ext cx="2214000" cy="2376720"/>
            </a:xfrm>
            <a:custGeom>
              <a:avLst/>
              <a:gdLst>
                <a:gd name="textAreaLeft" fmla="*/ -720 w 2214000"/>
                <a:gd name="textAreaRight" fmla="*/ 2214720 w 2214000"/>
                <a:gd name="textAreaTop" fmla="*/ 0 h 2376720"/>
                <a:gd name="textAreaBottom" fmla="*/ 2378160 h 2376720"/>
              </a:gdLst>
              <a:ahLst/>
              <a:cxnLst/>
              <a:rect l="textAreaLeft" t="textAreaTop" r="textAreaRight" b="textAreaBottom"/>
              <a:pathLst>
                <a:path w="21457" h="23032">
                  <a:moveTo>
                    <a:pt x="21411" y="1"/>
                  </a:moveTo>
                  <a:lnTo>
                    <a:pt x="0" y="21434"/>
                  </a:lnTo>
                  <a:lnTo>
                    <a:pt x="23" y="23031"/>
                  </a:lnTo>
                  <a:lnTo>
                    <a:pt x="21456" y="1598"/>
                  </a:lnTo>
                  <a:lnTo>
                    <a:pt x="21411" y="1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71372"/>
                  </a:srgbClr>
                </a:gs>
                <a:gs pos="100000">
                  <a:srgbClr val="00E0FF">
                    <a:alpha val="69019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grpSp>
        <p:nvGrpSpPr>
          <p:cNvPr id="2269" name="Google Shape;1529;p8"/>
          <p:cNvGrpSpPr/>
          <p:nvPr/>
        </p:nvGrpSpPr>
        <p:grpSpPr>
          <a:xfrm>
            <a:off x="4047840" y="4755960"/>
            <a:ext cx="1046880" cy="243720"/>
            <a:chOff x="4047840" y="4755960"/>
            <a:chExt cx="1046880" cy="243720"/>
          </a:xfrm>
        </p:grpSpPr>
        <p:sp>
          <p:nvSpPr>
            <p:cNvPr id="2270" name="Google Shape;1530;p8"/>
            <p:cNvSpPr/>
            <p:nvPr/>
          </p:nvSpPr>
          <p:spPr>
            <a:xfrm>
              <a:off x="4047840" y="4755960"/>
              <a:ext cx="212400" cy="243720"/>
            </a:xfrm>
            <a:custGeom>
              <a:avLst/>
              <a:gdLst>
                <a:gd name="textAreaLeft" fmla="*/ 0 w 212400"/>
                <a:gd name="textAreaRight" fmla="*/ 213840 w 212400"/>
                <a:gd name="textAreaTop" fmla="*/ 0 h 243720"/>
                <a:gd name="textAreaBottom" fmla="*/ 245160 h 243720"/>
              </a:gdLst>
              <a:ahLst/>
              <a:cxnLst/>
              <a:rect l="textAreaLeft" t="textAreaTop" r="textAreaRight" b="textAreaBottom"/>
              <a:pathLst>
                <a:path w="2649" h="3037">
                  <a:moveTo>
                    <a:pt x="2649" y="1"/>
                  </a:moveTo>
                  <a:lnTo>
                    <a:pt x="1" y="1530"/>
                  </a:lnTo>
                  <a:lnTo>
                    <a:pt x="2649" y="3036"/>
                  </a:lnTo>
                  <a:lnTo>
                    <a:pt x="2649" y="1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52156"/>
                  </a:srgbClr>
                </a:gs>
                <a:gs pos="100000">
                  <a:srgbClr val="3EE7F0">
                    <a:alpha val="50196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271" name="Google Shape;1531;p8"/>
            <p:cNvSpPr/>
            <p:nvPr/>
          </p:nvSpPr>
          <p:spPr>
            <a:xfrm>
              <a:off x="4464360" y="4755960"/>
              <a:ext cx="212400" cy="243720"/>
            </a:xfrm>
            <a:custGeom>
              <a:avLst/>
              <a:gdLst>
                <a:gd name="textAreaLeft" fmla="*/ 0 w 212400"/>
                <a:gd name="textAreaRight" fmla="*/ 213840 w 212400"/>
                <a:gd name="textAreaTop" fmla="*/ 0 h 243720"/>
                <a:gd name="textAreaBottom" fmla="*/ 245160 h 243720"/>
              </a:gdLst>
              <a:ahLst/>
              <a:cxnLst/>
              <a:rect l="textAreaLeft" t="textAreaTop" r="textAreaRight" b="textAreaBottom"/>
              <a:pathLst>
                <a:path w="2649" h="3037">
                  <a:moveTo>
                    <a:pt x="2648" y="1"/>
                  </a:moveTo>
                  <a:lnTo>
                    <a:pt x="0" y="1530"/>
                  </a:lnTo>
                  <a:lnTo>
                    <a:pt x="2648" y="3036"/>
                  </a:lnTo>
                  <a:lnTo>
                    <a:pt x="2648" y="1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52156"/>
                  </a:srgbClr>
                </a:gs>
                <a:gs pos="100000">
                  <a:srgbClr val="3EE7F0">
                    <a:alpha val="50196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272" name="Google Shape;1532;p8"/>
            <p:cNvSpPr/>
            <p:nvPr/>
          </p:nvSpPr>
          <p:spPr>
            <a:xfrm>
              <a:off x="4882320" y="4755960"/>
              <a:ext cx="212400" cy="243720"/>
            </a:xfrm>
            <a:custGeom>
              <a:avLst/>
              <a:gdLst>
                <a:gd name="textAreaLeft" fmla="*/ 0 w 212400"/>
                <a:gd name="textAreaRight" fmla="*/ 213840 w 212400"/>
                <a:gd name="textAreaTop" fmla="*/ 0 h 243720"/>
                <a:gd name="textAreaBottom" fmla="*/ 245160 h 243720"/>
              </a:gdLst>
              <a:ahLst/>
              <a:cxnLst/>
              <a:rect l="textAreaLeft" t="textAreaTop" r="textAreaRight" b="textAreaBottom"/>
              <a:pathLst>
                <a:path w="2649" h="3037">
                  <a:moveTo>
                    <a:pt x="2648" y="1"/>
                  </a:moveTo>
                  <a:lnTo>
                    <a:pt x="1" y="1530"/>
                  </a:lnTo>
                  <a:lnTo>
                    <a:pt x="2648" y="3036"/>
                  </a:lnTo>
                  <a:lnTo>
                    <a:pt x="2648" y="1"/>
                  </a:lnTo>
                  <a:close/>
                </a:path>
              </a:pathLst>
            </a:custGeom>
            <a:gradFill rotWithShape="0">
              <a:gsLst>
                <a:gs pos="0">
                  <a:srgbClr val="002AB1">
                    <a:alpha val="52156"/>
                  </a:srgbClr>
                </a:gs>
                <a:gs pos="100000">
                  <a:srgbClr val="3EE7F0">
                    <a:alpha val="50196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GB" sz="14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2273" name="Google Shape;1533;p8"/>
          <p:cNvSpPr/>
          <p:nvPr/>
        </p:nvSpPr>
        <p:spPr>
          <a:xfrm>
            <a:off x="8217720" y="1688040"/>
            <a:ext cx="1755360" cy="1452240"/>
          </a:xfrm>
          <a:custGeom>
            <a:avLst/>
            <a:gdLst>
              <a:gd name="textAreaLeft" fmla="*/ 0 w 1755360"/>
              <a:gd name="textAreaRight" fmla="*/ 1756800 w 1755360"/>
              <a:gd name="textAreaTop" fmla="*/ 0 h 1452240"/>
              <a:gd name="textAreaBottom" fmla="*/ 1453680 h 1452240"/>
            </a:gdLst>
            <a:ahLst/>
            <a:cxnLst/>
            <a:rect l="textAreaLeft" t="textAreaTop" r="textAreaRight" b="textAreaBottom"/>
            <a:pathLst>
              <a:path w="18376" h="15203">
                <a:moveTo>
                  <a:pt x="18375" y="0"/>
                </a:moveTo>
                <a:lnTo>
                  <a:pt x="1" y="11596"/>
                </a:lnTo>
                <a:lnTo>
                  <a:pt x="15910" y="15202"/>
                </a:lnTo>
                <a:lnTo>
                  <a:pt x="18375" y="0"/>
                </a:lnTo>
                <a:close/>
              </a:path>
            </a:pathLst>
          </a:custGeom>
          <a:gradFill rotWithShape="0">
            <a:gsLst>
              <a:gs pos="0">
                <a:srgbClr val="002AB1">
                  <a:alpha val="71372"/>
                </a:srgbClr>
              </a:gs>
              <a:gs pos="100000">
                <a:srgbClr val="00E0FF">
                  <a:alpha val="69019"/>
                </a:srgbClr>
              </a:gs>
            </a:gsLst>
            <a:lin ang="10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GB" sz="14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274" name="Google Shape;1534;p8"/>
          <p:cNvSpPr/>
          <p:nvPr/>
        </p:nvSpPr>
        <p:spPr>
          <a:xfrm rot="1845600">
            <a:off x="2597040" y="-828360"/>
            <a:ext cx="1585440" cy="1646280"/>
          </a:xfrm>
          <a:custGeom>
            <a:avLst/>
            <a:gdLst>
              <a:gd name="textAreaLeft" fmla="*/ 0 w 1585440"/>
              <a:gd name="textAreaRight" fmla="*/ 1586880 w 1585440"/>
              <a:gd name="textAreaTop" fmla="*/ 0 h 1646280"/>
              <a:gd name="textAreaBottom" fmla="*/ 1647720 h 1646280"/>
            </a:gdLst>
            <a:ahLst/>
            <a:cxnLst/>
            <a:rect l="textAreaLeft" t="textAreaTop" r="textAreaRight" b="textAreaBottom"/>
            <a:pathLst>
              <a:path w="10090" h="10478">
                <a:moveTo>
                  <a:pt x="6072" y="1"/>
                </a:moveTo>
                <a:lnTo>
                  <a:pt x="1" y="10478"/>
                </a:lnTo>
                <a:lnTo>
                  <a:pt x="10090" y="4520"/>
                </a:lnTo>
                <a:lnTo>
                  <a:pt x="6072" y="1"/>
                </a:lnTo>
                <a:close/>
              </a:path>
            </a:pathLst>
          </a:custGeom>
          <a:gradFill rotWithShape="0">
            <a:gsLst>
              <a:gs pos="0">
                <a:srgbClr val="002AB1">
                  <a:alpha val="71372"/>
                </a:srgbClr>
              </a:gs>
              <a:gs pos="100000">
                <a:srgbClr val="00E0FF">
                  <a:alpha val="69019"/>
                </a:srgbClr>
              </a:gs>
            </a:gsLst>
            <a:lin ang="12642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GB" sz="14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275" name="Google Shape;1535;p8"/>
          <p:cNvSpPr/>
          <p:nvPr/>
        </p:nvSpPr>
        <p:spPr>
          <a:xfrm flipH="1">
            <a:off x="-705960" y="1404720"/>
            <a:ext cx="1755360" cy="1272600"/>
          </a:xfrm>
          <a:custGeom>
            <a:avLst/>
            <a:gdLst>
              <a:gd name="textAreaLeft" fmla="*/ -720 w 1755360"/>
              <a:gd name="textAreaRight" fmla="*/ 1756080 w 1755360"/>
              <a:gd name="textAreaTop" fmla="*/ 0 h 1272600"/>
              <a:gd name="textAreaBottom" fmla="*/ 1274040 h 1272600"/>
            </a:gdLst>
            <a:ahLst/>
            <a:cxnLst/>
            <a:rect l="textAreaLeft" t="textAreaTop" r="textAreaRight" b="textAreaBottom"/>
            <a:pathLst>
              <a:path w="16686" h="12099">
                <a:moveTo>
                  <a:pt x="12988" y="1"/>
                </a:moveTo>
                <a:lnTo>
                  <a:pt x="1" y="12098"/>
                </a:lnTo>
                <a:lnTo>
                  <a:pt x="16686" y="8058"/>
                </a:lnTo>
                <a:lnTo>
                  <a:pt x="12988" y="1"/>
                </a:lnTo>
                <a:close/>
              </a:path>
            </a:pathLst>
          </a:custGeom>
          <a:gradFill rotWithShape="0">
            <a:gsLst>
              <a:gs pos="0">
                <a:srgbClr val="002AB1">
                  <a:alpha val="71372"/>
                </a:srgbClr>
              </a:gs>
              <a:gs pos="100000">
                <a:srgbClr val="00E0FF">
                  <a:alpha val="69019"/>
                </a:srgbClr>
              </a:gs>
            </a:gsLst>
            <a:lin ang="10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GB" sz="14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27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GB" sz="4400" b="0" strike="noStrike" spc="-1">
                <a:solidFill>
                  <a:srgbClr val="FFFFFF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27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3200" b="0" strike="noStrike" spc="-1">
                <a:solidFill>
                  <a:srgbClr val="FFFFFF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GB" sz="2800" b="0" strike="noStrike" spc="-1">
                <a:solidFill>
                  <a:srgbClr val="FFFFFF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2400" b="0" strike="noStrike" spc="-1">
                <a:solidFill>
                  <a:srgbClr val="FFFFFF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GB" sz="2000" b="0" strike="noStrike" spc="-1">
                <a:solidFill>
                  <a:srgbClr val="FFFFFF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solidFill>
                  <a:srgbClr val="FFFFFF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solidFill>
                  <a:srgbClr val="FFFFFF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solidFill>
                  <a:srgbClr val="FFFFFF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  <p:sldLayoutId id="214748376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2AB1"/>
            </a:gs>
            <a:gs pos="100000">
              <a:srgbClr val="00031B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" name="PlaceHolder 1"/>
          <p:cNvSpPr>
            <a:spLocks noGrp="1"/>
          </p:cNvSpPr>
          <p:nvPr>
            <p:ph type="title"/>
          </p:nvPr>
        </p:nvSpPr>
        <p:spPr>
          <a:xfrm>
            <a:off x="2237014" y="557100"/>
            <a:ext cx="6522956" cy="253404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9144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1" dirty="0"/>
              <a:t>Food Vision AI: Deep Learning for Food Classification</a:t>
            </a:r>
            <a:endParaRPr lang="en-GB" sz="2800" b="1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5" name="PlaceHolder 2"/>
          <p:cNvSpPr>
            <a:spLocks noGrp="1"/>
          </p:cNvSpPr>
          <p:nvPr>
            <p:ph type="subTitle"/>
          </p:nvPr>
        </p:nvSpPr>
        <p:spPr>
          <a:xfrm>
            <a:off x="1999749" y="2302393"/>
            <a:ext cx="3272040" cy="47448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91440" anchor="ctr">
            <a:noAutofit/>
          </a:bodyPr>
          <a:lstStyle/>
          <a:p>
            <a:pPr marL="228600"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" sz="1600" b="1" strike="noStrike" spc="-1" dirty="0">
                <a:solidFill>
                  <a:schemeClr val="dk1"/>
                </a:solidFill>
                <a:latin typeface="Cambay"/>
                <a:ea typeface="Cambay"/>
              </a:rPr>
              <a:t>Capstone Project</a:t>
            </a:r>
            <a:endParaRPr lang="en-GB" sz="1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6" name="Google Shape;5126;p 1"/>
          <p:cNvSpPr/>
          <p:nvPr/>
        </p:nvSpPr>
        <p:spPr>
          <a:xfrm>
            <a:off x="2179749" y="2776873"/>
            <a:ext cx="2912040" cy="474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600" b="1" strike="noStrike" spc="-1" dirty="0">
                <a:solidFill>
                  <a:schemeClr val="dk1"/>
                </a:solidFill>
                <a:latin typeface="Cambay"/>
                <a:ea typeface="Cambay"/>
              </a:rPr>
              <a:t>Presented By: Hammad Latif</a:t>
            </a:r>
            <a:endParaRPr lang="en-GB" sz="1600" b="0" strike="noStrike" spc="-1" dirty="0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7" name="PlaceHolder 1"/>
          <p:cNvSpPr>
            <a:spLocks noGrp="1"/>
          </p:cNvSpPr>
          <p:nvPr>
            <p:ph type="title"/>
          </p:nvPr>
        </p:nvSpPr>
        <p:spPr>
          <a:xfrm>
            <a:off x="5984164" y="2866050"/>
            <a:ext cx="2189160" cy="52632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9144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600" b="0" strike="noStrike" spc="-1" dirty="0">
                <a:solidFill>
                  <a:schemeClr val="lt2"/>
                </a:solidFill>
                <a:latin typeface="Arial"/>
                <a:ea typeface="Arial"/>
              </a:rPr>
              <a:t>Future Enhancements</a:t>
            </a:r>
            <a:endParaRPr lang="en-GB" sz="1600" b="0" strike="noStrike" spc="-1" dirty="0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endParaRPr lang="en-GB" sz="1600" b="0" strike="noStrike" spc="-1" dirty="0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endParaRPr lang="en-GB" sz="1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9" name="PlaceHolder 3"/>
          <p:cNvSpPr>
            <a:spLocks noGrp="1"/>
          </p:cNvSpPr>
          <p:nvPr>
            <p:ph type="title"/>
          </p:nvPr>
        </p:nvSpPr>
        <p:spPr>
          <a:xfrm>
            <a:off x="6146434" y="1874520"/>
            <a:ext cx="2549160" cy="52632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9144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600" spc="-1" dirty="0">
                <a:solidFill>
                  <a:schemeClr val="lt2"/>
                </a:solidFill>
                <a:latin typeface="Arial"/>
              </a:rPr>
              <a:t>Key Results</a:t>
            </a:r>
            <a:endParaRPr lang="en-GB" sz="1600" b="0" strike="noStrike" spc="-1" dirty="0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endParaRPr lang="en-GB" sz="1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0" name="PlaceHolder 4"/>
          <p:cNvSpPr>
            <a:spLocks noGrp="1"/>
          </p:cNvSpPr>
          <p:nvPr>
            <p:ph type="title"/>
          </p:nvPr>
        </p:nvSpPr>
        <p:spPr>
          <a:xfrm>
            <a:off x="3897958" y="2769532"/>
            <a:ext cx="2189160" cy="52632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9144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" sz="1600" b="0" strike="noStrike" spc="-1" dirty="0">
                <a:solidFill>
                  <a:schemeClr val="lt2"/>
                </a:solidFill>
                <a:latin typeface="Arial"/>
                <a:ea typeface="DejaVu Sans"/>
              </a:rPr>
              <a:t>User Interface</a:t>
            </a:r>
            <a:endParaRPr lang="en-GB" sz="1600" b="0" strike="noStrike" spc="-1" dirty="0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GB" sz="1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2" name="PlaceHolder 6"/>
          <p:cNvSpPr>
            <a:spLocks noGrp="1"/>
          </p:cNvSpPr>
          <p:nvPr>
            <p:ph type="title"/>
          </p:nvPr>
        </p:nvSpPr>
        <p:spPr>
          <a:xfrm>
            <a:off x="1294020" y="1758317"/>
            <a:ext cx="2189160" cy="52632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" sz="1800" b="0" strike="noStrike" spc="-1" dirty="0">
                <a:solidFill>
                  <a:schemeClr val="lt2"/>
                </a:solidFill>
                <a:latin typeface="Big Shoulders Text ExtraBold"/>
                <a:ea typeface="Big Shoulders Text ExtraBold"/>
              </a:rPr>
              <a:t>Project Overview</a:t>
            </a:r>
            <a:endParaRPr lang="en-GB" sz="18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4" name="PlaceHolder 8"/>
          <p:cNvSpPr>
            <a:spLocks noGrp="1"/>
          </p:cNvSpPr>
          <p:nvPr>
            <p:ph type="title"/>
          </p:nvPr>
        </p:nvSpPr>
        <p:spPr>
          <a:xfrm>
            <a:off x="3795004" y="1744650"/>
            <a:ext cx="2189160" cy="52632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" sz="1800" b="0" strike="noStrike" spc="-1" dirty="0">
                <a:solidFill>
                  <a:schemeClr val="lt2"/>
                </a:solidFill>
                <a:latin typeface="Big Shoulders Text ExtraBold"/>
                <a:ea typeface="Big Shoulders Text ExtraBold"/>
              </a:rPr>
              <a:t>Methodology</a:t>
            </a:r>
            <a:endParaRPr lang="en-GB" sz="18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5" name="PlaceHolder 9"/>
          <p:cNvSpPr>
            <a:spLocks noGrp="1"/>
          </p:cNvSpPr>
          <p:nvPr>
            <p:ph type="title"/>
          </p:nvPr>
        </p:nvSpPr>
        <p:spPr>
          <a:xfrm>
            <a:off x="1583447" y="1615436"/>
            <a:ext cx="892440" cy="24480"/>
          </a:xfrm>
          <a:prstGeom prst="rect">
            <a:avLst/>
          </a:prstGeom>
          <a:noFill/>
          <a:ln w="0">
            <a:noFill/>
          </a:ln>
        </p:spPr>
        <p:txBody>
          <a:bodyPr lIns="90000" tIns="-65880" rIns="90000" bIns="-6588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100" b="0" strike="noStrike" spc="-1" dirty="0">
                <a:solidFill>
                  <a:schemeClr val="dk1"/>
                </a:solidFill>
                <a:latin typeface="Big Shoulders Text ExtraBold"/>
                <a:ea typeface="Big Shoulders Text ExtraBold"/>
              </a:rPr>
              <a:t>01</a:t>
            </a:r>
            <a:endParaRPr lang="en-GB" sz="21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6" name="PlaceHolder 10"/>
          <p:cNvSpPr>
            <a:spLocks noGrp="1"/>
          </p:cNvSpPr>
          <p:nvPr>
            <p:ph type="title"/>
          </p:nvPr>
        </p:nvSpPr>
        <p:spPr>
          <a:xfrm>
            <a:off x="3976200" y="1503990"/>
            <a:ext cx="892440" cy="35748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200" b="0" strike="noStrike" spc="-1" dirty="0">
                <a:solidFill>
                  <a:schemeClr val="dk1"/>
                </a:solidFill>
                <a:latin typeface="Big Shoulders Text ExtraBold"/>
                <a:ea typeface="Big Shoulders Text ExtraBold"/>
              </a:rPr>
              <a:t>02</a:t>
            </a:r>
            <a:endParaRPr lang="en-GB" sz="22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7" name="PlaceHolder 11"/>
          <p:cNvSpPr>
            <a:spLocks noGrp="1"/>
          </p:cNvSpPr>
          <p:nvPr>
            <p:ph type="title"/>
          </p:nvPr>
        </p:nvSpPr>
        <p:spPr>
          <a:xfrm>
            <a:off x="1587510" y="2393010"/>
            <a:ext cx="892440" cy="35748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100" b="0" strike="noStrike" spc="-1" dirty="0">
                <a:solidFill>
                  <a:schemeClr val="dk1"/>
                </a:solidFill>
                <a:latin typeface="Big Shoulders Text ExtraBold"/>
                <a:ea typeface="Big Shoulders Text ExtraBold"/>
              </a:rPr>
              <a:t>05</a:t>
            </a:r>
            <a:endParaRPr lang="en-GB" sz="21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8" name="PlaceHolder 12"/>
          <p:cNvSpPr>
            <a:spLocks noGrp="1"/>
          </p:cNvSpPr>
          <p:nvPr>
            <p:ph type="title"/>
          </p:nvPr>
        </p:nvSpPr>
        <p:spPr>
          <a:xfrm>
            <a:off x="3983706" y="2435413"/>
            <a:ext cx="892440" cy="35748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100" b="0" strike="noStrike" spc="-1" dirty="0">
                <a:solidFill>
                  <a:schemeClr val="dk1"/>
                </a:solidFill>
                <a:latin typeface="Big Shoulders Text ExtraBold"/>
                <a:ea typeface="Big Shoulders Text ExtraBold"/>
              </a:rPr>
              <a:t>06</a:t>
            </a:r>
            <a:endParaRPr lang="en-GB" sz="21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9" name="PlaceHolder 13"/>
          <p:cNvSpPr>
            <a:spLocks noGrp="1"/>
          </p:cNvSpPr>
          <p:nvPr>
            <p:ph type="title"/>
          </p:nvPr>
        </p:nvSpPr>
        <p:spPr>
          <a:xfrm>
            <a:off x="6150240" y="2458344"/>
            <a:ext cx="892440" cy="37404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000" b="0" strike="noStrike" spc="-1" dirty="0">
                <a:solidFill>
                  <a:schemeClr val="dk1"/>
                </a:solidFill>
                <a:latin typeface="Big Shoulders Text ExtraBold"/>
                <a:ea typeface="Big Shoulders Text ExtraBold"/>
              </a:rPr>
              <a:t>07</a:t>
            </a:r>
            <a:endParaRPr lang="en-GB" sz="20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0" name="PlaceHolder 14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2560" cy="57132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500" b="0" strike="noStrike" spc="-1">
                <a:solidFill>
                  <a:schemeClr val="dk1"/>
                </a:solidFill>
                <a:latin typeface="Big Shoulders Text ExtraBold"/>
                <a:ea typeface="Big Shoulders Text ExtraBold"/>
              </a:rPr>
              <a:t>Table of contents</a:t>
            </a:r>
            <a:endParaRPr lang="en-GB" sz="35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1" name="Google Shape;5152;p 1"/>
          <p:cNvSpPr/>
          <p:nvPr/>
        </p:nvSpPr>
        <p:spPr>
          <a:xfrm>
            <a:off x="6095706" y="1451019"/>
            <a:ext cx="892440" cy="357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2100" b="0" strike="noStrike" spc="-1" dirty="0">
                <a:solidFill>
                  <a:schemeClr val="dk1"/>
                </a:solidFill>
                <a:latin typeface="Big Shoulders Text ExtraBold"/>
                <a:ea typeface="Big Shoulders Text ExtraBold"/>
              </a:rPr>
              <a:t>03</a:t>
            </a:r>
            <a:endParaRPr lang="en-GB" sz="21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2" name="Google Shape;5144;p 1"/>
          <p:cNvSpPr/>
          <p:nvPr/>
        </p:nvSpPr>
        <p:spPr>
          <a:xfrm>
            <a:off x="281160" y="2891520"/>
            <a:ext cx="2513160" cy="535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</a:pPr>
            <a:endParaRPr lang="en-GB" sz="1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3" name="Google Shape;5156;p 1"/>
          <p:cNvSpPr/>
          <p:nvPr/>
        </p:nvSpPr>
        <p:spPr>
          <a:xfrm>
            <a:off x="1583447" y="3519001"/>
            <a:ext cx="892440" cy="37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2000" b="0" strike="noStrike" spc="-1" dirty="0">
                <a:solidFill>
                  <a:schemeClr val="dk1"/>
                </a:solidFill>
                <a:latin typeface="Big Shoulders Text ExtraBold"/>
                <a:ea typeface="Big Shoulders Text ExtraBold"/>
              </a:rPr>
              <a:t>08</a:t>
            </a:r>
            <a:endParaRPr lang="en-GB" sz="20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4" name="Google Shape;5140;p 1"/>
          <p:cNvSpPr/>
          <p:nvPr/>
        </p:nvSpPr>
        <p:spPr>
          <a:xfrm>
            <a:off x="1583447" y="3838680"/>
            <a:ext cx="2518920" cy="526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" sz="1600" b="0" strike="noStrike" spc="-1" dirty="0">
                <a:solidFill>
                  <a:schemeClr val="lt2"/>
                </a:solidFill>
                <a:latin typeface="Arial"/>
                <a:ea typeface="Arial"/>
              </a:rPr>
              <a:t>Summary</a:t>
            </a:r>
            <a:endParaRPr lang="en-GB" sz="1600" b="0" strike="noStrike" spc="-1" dirty="0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5" name="Google Shape;5154;p 1"/>
          <p:cNvSpPr/>
          <p:nvPr/>
        </p:nvSpPr>
        <p:spPr>
          <a:xfrm>
            <a:off x="3983706" y="3582322"/>
            <a:ext cx="892440" cy="357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2200" b="0" strike="noStrike" spc="-1" dirty="0">
                <a:solidFill>
                  <a:schemeClr val="dk1"/>
                </a:solidFill>
                <a:latin typeface="Big Shoulders Text ExtraBold"/>
                <a:ea typeface="Big Shoulders Text ExtraBold"/>
              </a:rPr>
              <a:t>09</a:t>
            </a:r>
            <a:endParaRPr lang="en-GB" sz="22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6" name="Google Shape;5144;p 2"/>
          <p:cNvSpPr/>
          <p:nvPr/>
        </p:nvSpPr>
        <p:spPr>
          <a:xfrm>
            <a:off x="3947055" y="3857580"/>
            <a:ext cx="2189160" cy="526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" sz="1600" b="0" strike="noStrike" spc="-1" dirty="0">
                <a:solidFill>
                  <a:schemeClr val="lt2"/>
                </a:solidFill>
                <a:latin typeface="Arial"/>
                <a:ea typeface="Arial"/>
              </a:rPr>
              <a:t>Questions</a:t>
            </a:r>
            <a:endParaRPr lang="en-GB" sz="1600" b="0" strike="noStrike" spc="-1" dirty="0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Google Shape;5144;p 2">
            <a:extLst>
              <a:ext uri="{FF2B5EF4-FFF2-40B4-BE49-F238E27FC236}">
                <a16:creationId xmlns:a16="http://schemas.microsoft.com/office/drawing/2014/main" id="{9C82A422-E818-0E79-86F5-1413C02A0C57}"/>
              </a:ext>
            </a:extLst>
          </p:cNvPr>
          <p:cNvSpPr/>
          <p:nvPr/>
        </p:nvSpPr>
        <p:spPr>
          <a:xfrm>
            <a:off x="1561808" y="2715082"/>
            <a:ext cx="2189160" cy="526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" sz="1600" spc="-1" dirty="0">
                <a:solidFill>
                  <a:schemeClr val="lt2"/>
                </a:solidFill>
                <a:latin typeface="Arial"/>
              </a:rPr>
              <a:t>Challenges</a:t>
            </a:r>
            <a:endParaRPr lang="en-GB" sz="1600" b="0" strike="noStrike" spc="-1" dirty="0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600" b="0" strike="noStrike" spc="-1" dirty="0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" name="TextBox 2"/>
          <p:cNvSpPr/>
          <p:nvPr/>
        </p:nvSpPr>
        <p:spPr>
          <a:xfrm>
            <a:off x="1400040" y="1787040"/>
            <a:ext cx="3939120" cy="62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overflow" horzOverflow="overflow" lIns="90000" tIns="45000" rIns="90000" bIns="45000" numCol="1" spc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500" b="1" strike="noStrike" spc="-1">
                <a:solidFill>
                  <a:srgbClr val="FFFFFF"/>
                </a:solidFill>
                <a:latin typeface="Arial"/>
                <a:ea typeface="DejaVu Sans"/>
              </a:rPr>
              <a:t>Project Overview</a:t>
            </a:r>
            <a:r>
              <a:rPr lang="en-GB" sz="3500" b="1" strike="noStrike" spc="-1">
                <a:solidFill>
                  <a:srgbClr val="FFFFFF"/>
                </a:solidFill>
                <a:latin typeface="Arial"/>
                <a:ea typeface="DejaVu Sans"/>
              </a:rPr>
              <a:t>​</a:t>
            </a:r>
            <a:endParaRPr lang="en-GB" sz="35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5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2560" cy="57132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500" b="0" strike="noStrike" spc="-1">
                <a:solidFill>
                  <a:schemeClr val="dk1"/>
                </a:solidFill>
                <a:latin typeface="Big Shoulders Text ExtraBold"/>
                <a:ea typeface="Big Shoulders Text ExtraBold"/>
              </a:rPr>
              <a:t>Problem statement</a:t>
            </a:r>
            <a:endParaRPr lang="en-GB" sz="35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7" name="Google Shape;5450;p37"/>
          <p:cNvSpPr/>
          <p:nvPr/>
        </p:nvSpPr>
        <p:spPr>
          <a:xfrm>
            <a:off x="1265465" y="1968454"/>
            <a:ext cx="6109316" cy="7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 marL="228600" algn="ctr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600" dirty="0"/>
              <a:t>Accurate food image classification is complex due to diversity, lighting, and overlapping visual characteristics.</a:t>
            </a:r>
            <a:endParaRPr lang="en-GB" sz="1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2" name="Google Shape;5455;p37"/>
          <p:cNvSpPr/>
          <p:nvPr/>
        </p:nvSpPr>
        <p:spPr>
          <a:xfrm>
            <a:off x="3810600" y="1424520"/>
            <a:ext cx="1521360" cy="37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2000" b="1" strike="noStrike" spc="-1" dirty="0">
                <a:solidFill>
                  <a:schemeClr val="lt2"/>
                </a:solidFill>
                <a:latin typeface="Big Shoulders Text"/>
                <a:ea typeface="Big Shoulders Text"/>
              </a:rPr>
              <a:t>Challenge</a:t>
            </a:r>
            <a:endParaRPr lang="en-GB" sz="2000" b="0" strike="noStrike" spc="-1" dirty="0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353" name="Google Shape;5456;p37"/>
          <p:cNvCxnSpPr>
            <a:stCxn id="2352" idx="1"/>
          </p:cNvCxnSpPr>
          <p:nvPr/>
        </p:nvCxnSpPr>
        <p:spPr>
          <a:xfrm flipH="1">
            <a:off x="1190160" y="1611000"/>
            <a:ext cx="2620800" cy="21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cxnSp>
        <p:nvCxnSpPr>
          <p:cNvPr id="2354" name="Google Shape;5457;p37"/>
          <p:cNvCxnSpPr>
            <a:endCxn id="2352" idx="3"/>
          </p:cNvCxnSpPr>
          <p:nvPr/>
        </p:nvCxnSpPr>
        <p:spPr>
          <a:xfrm flipH="1" flipV="1">
            <a:off x="5331960" y="1611000"/>
            <a:ext cx="2622960" cy="180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84ADBD1-BF58-D157-EB46-22FBE757C3E1}"/>
              </a:ext>
            </a:extLst>
          </p:cNvPr>
          <p:cNvSpPr txBox="1"/>
          <p:nvPr/>
        </p:nvSpPr>
        <p:spPr>
          <a:xfrm>
            <a:off x="1551214" y="3084068"/>
            <a:ext cx="61803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Relevance: Applications in health monitoring, e-commerce, and restaurant management.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2560" cy="57132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500" b="0" strike="noStrike" spc="-1" dirty="0">
                <a:solidFill>
                  <a:schemeClr val="dk1"/>
                </a:solidFill>
                <a:latin typeface="Big Shoulders Text ExtraBold"/>
                <a:ea typeface="Big Shoulders Text ExtraBold"/>
              </a:rPr>
              <a:t>Objective</a:t>
            </a:r>
            <a:endParaRPr lang="en-GB" sz="35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6" name="Google Shape;5449;p37"/>
          <p:cNvSpPr/>
          <p:nvPr/>
        </p:nvSpPr>
        <p:spPr>
          <a:xfrm>
            <a:off x="717480" y="2061180"/>
            <a:ext cx="1929600" cy="32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2000" b="1" strike="noStrike" spc="-1" dirty="0">
                <a:solidFill>
                  <a:schemeClr val="lt2"/>
                </a:solidFill>
                <a:latin typeface="Big Shoulders Text"/>
                <a:ea typeface="Big Shoulders Text"/>
              </a:rPr>
              <a:t> 1</a:t>
            </a:r>
            <a:endParaRPr lang="en-GB" sz="20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7" name="Google Shape;5450;p37"/>
          <p:cNvSpPr/>
          <p:nvPr/>
        </p:nvSpPr>
        <p:spPr>
          <a:xfrm>
            <a:off x="1889677" y="2096434"/>
            <a:ext cx="6143979" cy="70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dirty="0"/>
              <a:t>Develop a deep learning model to classify food images into 101 categories using the Food101 dataset.</a:t>
            </a:r>
            <a:endParaRPr lang="en-GB" sz="1400" b="0" strike="noStrike" spc="-1" dirty="0">
              <a:solidFill>
                <a:srgbClr val="FFFFFF"/>
              </a:solidFill>
              <a:latin typeface="Arial"/>
            </a:endParaRPr>
          </a:p>
          <a:p>
            <a:pPr marL="228600" algn="ctr">
              <a:lnSpc>
                <a:spcPct val="100000"/>
              </a:lnSpc>
              <a:tabLst>
                <a:tab pos="0" algn="l"/>
              </a:tabLst>
            </a:pPr>
            <a:endParaRPr lang="en-GB" sz="14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8" name="Google Shape;5451;p37"/>
          <p:cNvSpPr/>
          <p:nvPr/>
        </p:nvSpPr>
        <p:spPr>
          <a:xfrm>
            <a:off x="717480" y="2769828"/>
            <a:ext cx="1929600" cy="32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2000" b="1" strike="noStrike" spc="-1" dirty="0">
                <a:solidFill>
                  <a:schemeClr val="lt2"/>
                </a:solidFill>
                <a:latin typeface="Big Shoulders Text"/>
                <a:ea typeface="Big Shoulders Text"/>
              </a:rPr>
              <a:t> 2</a:t>
            </a:r>
            <a:endParaRPr lang="en-GB" sz="20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9" name="Google Shape;5452;p37"/>
          <p:cNvSpPr/>
          <p:nvPr/>
        </p:nvSpPr>
        <p:spPr>
          <a:xfrm>
            <a:off x="1781794" y="2723426"/>
            <a:ext cx="4978234" cy="703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dirty="0"/>
              <a:t>Ensure practical usability via a deployed web application.</a:t>
            </a:r>
            <a:endParaRPr lang="en-GB" sz="1400" b="0" strike="noStrike" spc="-1" dirty="0">
              <a:solidFill>
                <a:srgbClr val="FFFFFF"/>
              </a:solidFill>
              <a:latin typeface="Arial"/>
            </a:endParaRPr>
          </a:p>
          <a:p>
            <a:pPr marL="228600" algn="ctr">
              <a:lnSpc>
                <a:spcPct val="100000"/>
              </a:lnSpc>
              <a:tabLst>
                <a:tab pos="0" algn="l"/>
              </a:tabLst>
            </a:pPr>
            <a:endParaRPr lang="en-GB" sz="14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2" name="Google Shape;5455;p37"/>
          <p:cNvSpPr/>
          <p:nvPr/>
        </p:nvSpPr>
        <p:spPr>
          <a:xfrm>
            <a:off x="3810600" y="1338840"/>
            <a:ext cx="1521360" cy="37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GB" sz="2000" b="0" strike="noStrike" spc="-1" dirty="0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363" name="Google Shape;5456;p37"/>
          <p:cNvCxnSpPr>
            <a:cxnSpLocks/>
          </p:cNvCxnSpPr>
          <p:nvPr/>
        </p:nvCxnSpPr>
        <p:spPr>
          <a:xfrm flipH="1">
            <a:off x="3345532" y="1160917"/>
            <a:ext cx="2620800" cy="21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" name="TextBox 2"/>
          <p:cNvSpPr/>
          <p:nvPr/>
        </p:nvSpPr>
        <p:spPr>
          <a:xfrm>
            <a:off x="1400040" y="1787040"/>
            <a:ext cx="5178560" cy="6294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overflow" horzOverflow="overflow" wrap="square" lIns="90000" tIns="45000" rIns="90000" bIns="45000" numCol="1" spc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GB" sz="3500" b="1" spc="-1" dirty="0">
                <a:solidFill>
                  <a:srgbClr val="FFFFFF"/>
                </a:solidFill>
                <a:latin typeface="Arial"/>
                <a:ea typeface="DejaVu Sans"/>
              </a:rPr>
              <a:t>Methodology Overview</a:t>
            </a:r>
            <a:r>
              <a:rPr lang="en-GB" sz="3500" b="1" strike="noStrike" spc="-1" dirty="0">
                <a:solidFill>
                  <a:srgbClr val="FFFFFF"/>
                </a:solidFill>
                <a:latin typeface="Arial"/>
                <a:ea typeface="DejaVu Sans"/>
              </a:rPr>
              <a:t>​</a:t>
            </a:r>
            <a:endParaRPr lang="en-GB" sz="3500" b="0" strike="noStrike" spc="-1" dirty="0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1CA52-0A7F-E4D6-91A8-4596D0421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" name="PlaceHolder 1">
            <a:extLst>
              <a:ext uri="{FF2B5EF4-FFF2-40B4-BE49-F238E27FC236}">
                <a16:creationId xmlns:a16="http://schemas.microsoft.com/office/drawing/2014/main" id="{254E81C9-58B4-25F8-DCD2-DB5887142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864" y="724255"/>
            <a:ext cx="7702560" cy="57132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3500" b="0" strike="noStrike" spc="-1" dirty="0">
                <a:solidFill>
                  <a:srgbClr val="FFFFFF"/>
                </a:solidFill>
                <a:latin typeface="Arial"/>
              </a:rPr>
              <a:t>Methodology</a:t>
            </a:r>
          </a:p>
        </p:txBody>
      </p:sp>
      <p:sp>
        <p:nvSpPr>
          <p:cNvPr id="2356" name="Google Shape;5449;p37">
            <a:extLst>
              <a:ext uri="{FF2B5EF4-FFF2-40B4-BE49-F238E27FC236}">
                <a16:creationId xmlns:a16="http://schemas.microsoft.com/office/drawing/2014/main" id="{1C442BB5-B38D-06F3-11D3-05F645CA204E}"/>
              </a:ext>
            </a:extLst>
          </p:cNvPr>
          <p:cNvSpPr/>
          <p:nvPr/>
        </p:nvSpPr>
        <p:spPr>
          <a:xfrm>
            <a:off x="352941" y="1792517"/>
            <a:ext cx="1929600" cy="32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2000" b="1" strike="noStrike" spc="-1" dirty="0">
                <a:solidFill>
                  <a:schemeClr val="lt2"/>
                </a:solidFill>
                <a:latin typeface="Big Shoulders Text"/>
                <a:ea typeface="Big Shoulders Text"/>
              </a:rPr>
              <a:t> 1</a:t>
            </a:r>
            <a:endParaRPr lang="en-GB" sz="20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7" name="Google Shape;5450;p37">
            <a:extLst>
              <a:ext uri="{FF2B5EF4-FFF2-40B4-BE49-F238E27FC236}">
                <a16:creationId xmlns:a16="http://schemas.microsoft.com/office/drawing/2014/main" id="{2CBBC271-7936-34B9-C776-AB77082A7E10}"/>
              </a:ext>
            </a:extLst>
          </p:cNvPr>
          <p:cNvSpPr/>
          <p:nvPr/>
        </p:nvSpPr>
        <p:spPr>
          <a:xfrm>
            <a:off x="1499290" y="1703918"/>
            <a:ext cx="6143979" cy="70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b="1" dirty="0"/>
              <a:t>Dataset Preparation:</a:t>
            </a:r>
            <a:r>
              <a:rPr lang="en-US" sz="1400" dirty="0"/>
              <a:t> Resized images to 224x224 pixels, split dataset for training/validation/testing.</a:t>
            </a:r>
            <a:endParaRPr lang="en-GB" sz="14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8" name="Google Shape;5451;p37">
            <a:extLst>
              <a:ext uri="{FF2B5EF4-FFF2-40B4-BE49-F238E27FC236}">
                <a16:creationId xmlns:a16="http://schemas.microsoft.com/office/drawing/2014/main" id="{2A81D801-BDE0-29BB-BA71-116C4CCB9C0C}"/>
              </a:ext>
            </a:extLst>
          </p:cNvPr>
          <p:cNvSpPr/>
          <p:nvPr/>
        </p:nvSpPr>
        <p:spPr>
          <a:xfrm>
            <a:off x="352941" y="2490223"/>
            <a:ext cx="1929600" cy="32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2000" b="1" strike="noStrike" spc="-1" dirty="0">
                <a:solidFill>
                  <a:schemeClr val="lt2"/>
                </a:solidFill>
                <a:latin typeface="Big Shoulders Text"/>
                <a:ea typeface="Big Shoulders Text"/>
              </a:rPr>
              <a:t> 2</a:t>
            </a:r>
            <a:endParaRPr lang="en-GB" sz="20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Google Shape;5450;p37">
            <a:extLst>
              <a:ext uri="{FF2B5EF4-FFF2-40B4-BE49-F238E27FC236}">
                <a16:creationId xmlns:a16="http://schemas.microsoft.com/office/drawing/2014/main" id="{07EA65EA-C38A-37C6-5592-76AF94CCE4F8}"/>
              </a:ext>
            </a:extLst>
          </p:cNvPr>
          <p:cNvSpPr/>
          <p:nvPr/>
        </p:nvSpPr>
        <p:spPr>
          <a:xfrm>
            <a:off x="1010032" y="2400146"/>
            <a:ext cx="6060240" cy="70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b="1" dirty="0"/>
              <a:t>Model Architecture:</a:t>
            </a:r>
            <a:r>
              <a:rPr lang="en-US" sz="1400" dirty="0"/>
              <a:t> Used pre-trained EfficientNetB7, added </a:t>
            </a:r>
            <a:r>
              <a:rPr lang="en-US" sz="1400" dirty="0" err="1"/>
              <a:t>GlobalAveragePooling</a:t>
            </a:r>
            <a:r>
              <a:rPr lang="en-US" sz="1400" dirty="0"/>
              <a:t> and dense layers.</a:t>
            </a:r>
            <a:endParaRPr lang="en-GB" sz="14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Google Shape;5450;p37">
            <a:extLst>
              <a:ext uri="{FF2B5EF4-FFF2-40B4-BE49-F238E27FC236}">
                <a16:creationId xmlns:a16="http://schemas.microsoft.com/office/drawing/2014/main" id="{0B7F417B-06DA-DEE6-9675-D71ADAEA99E0}"/>
              </a:ext>
            </a:extLst>
          </p:cNvPr>
          <p:cNvSpPr/>
          <p:nvPr/>
        </p:nvSpPr>
        <p:spPr>
          <a:xfrm>
            <a:off x="1495719" y="3050191"/>
            <a:ext cx="6143979" cy="70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b="1" dirty="0"/>
              <a:t>Training:</a:t>
            </a:r>
            <a:r>
              <a:rPr lang="en-US" sz="1400" dirty="0"/>
              <a:t> Mixed precision training; fine-tuned with adaptive learning rates.</a:t>
            </a:r>
            <a:endParaRPr lang="en-GB" sz="14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Google Shape;5450;p37">
            <a:extLst>
              <a:ext uri="{FF2B5EF4-FFF2-40B4-BE49-F238E27FC236}">
                <a16:creationId xmlns:a16="http://schemas.microsoft.com/office/drawing/2014/main" id="{62A9B3A1-F62F-A69B-DF56-FB6D03BF50E2}"/>
              </a:ext>
            </a:extLst>
          </p:cNvPr>
          <p:cNvSpPr/>
          <p:nvPr/>
        </p:nvSpPr>
        <p:spPr>
          <a:xfrm>
            <a:off x="720000" y="3561963"/>
            <a:ext cx="6143979" cy="70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b="1" dirty="0"/>
              <a:t>Deployment:</a:t>
            </a:r>
            <a:r>
              <a:rPr lang="en-US" sz="1400" dirty="0"/>
              <a:t> Flask-based web app for real-world use.</a:t>
            </a:r>
            <a:endParaRPr lang="en-GB" sz="14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Google Shape;5451;p37">
            <a:extLst>
              <a:ext uri="{FF2B5EF4-FFF2-40B4-BE49-F238E27FC236}">
                <a16:creationId xmlns:a16="http://schemas.microsoft.com/office/drawing/2014/main" id="{32BC22D7-9756-A915-2B47-10D0F69EA8E1}"/>
              </a:ext>
            </a:extLst>
          </p:cNvPr>
          <p:cNvSpPr/>
          <p:nvPr/>
        </p:nvSpPr>
        <p:spPr>
          <a:xfrm>
            <a:off x="352941" y="3222926"/>
            <a:ext cx="1929600" cy="32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2000" b="1" strike="noStrike" spc="-1" dirty="0">
                <a:solidFill>
                  <a:schemeClr val="lt2"/>
                </a:solidFill>
                <a:latin typeface="Big Shoulders Text"/>
                <a:ea typeface="Big Shoulders Text"/>
              </a:rPr>
              <a:t> 3</a:t>
            </a:r>
            <a:endParaRPr lang="en-GB" sz="20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Google Shape;5451;p37">
            <a:extLst>
              <a:ext uri="{FF2B5EF4-FFF2-40B4-BE49-F238E27FC236}">
                <a16:creationId xmlns:a16="http://schemas.microsoft.com/office/drawing/2014/main" id="{FCCC4641-7A6E-90C8-1DEC-6CB96CDB6E44}"/>
              </a:ext>
            </a:extLst>
          </p:cNvPr>
          <p:cNvSpPr/>
          <p:nvPr/>
        </p:nvSpPr>
        <p:spPr>
          <a:xfrm>
            <a:off x="341837" y="3747897"/>
            <a:ext cx="1929600" cy="32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2000" b="1" strike="noStrike" spc="-1" dirty="0">
                <a:solidFill>
                  <a:schemeClr val="lt2"/>
                </a:solidFill>
                <a:latin typeface="Big Shoulders Text"/>
                <a:ea typeface="Big Shoulders Text"/>
              </a:rPr>
              <a:t> 4</a:t>
            </a:r>
            <a:endParaRPr lang="en-GB" sz="2000" b="0" strike="noStrike" spc="-1" dirty="0">
              <a:solidFill>
                <a:srgbClr val="FFFFFF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23216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2" name="TextBox 2"/>
          <p:cNvSpPr/>
          <p:nvPr/>
        </p:nvSpPr>
        <p:spPr>
          <a:xfrm>
            <a:off x="1356840" y="2045880"/>
            <a:ext cx="4197960" cy="6294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overflow" horzOverflow="overflow" lIns="90000" tIns="45000" rIns="90000" bIns="45000" numCol="1" spc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GB" sz="3500" b="1" strike="noStrike" spc="-1" dirty="0">
                <a:solidFill>
                  <a:srgbClr val="FFFFFF"/>
                </a:solidFill>
                <a:latin typeface="Arial"/>
                <a:ea typeface="DejaVu Sans"/>
              </a:rPr>
              <a:t>Key Results</a:t>
            </a:r>
            <a:endParaRPr lang="en-GB" sz="3500" b="0" strike="noStrike" spc="-1" dirty="0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3" name="PlaceHolder 1"/>
          <p:cNvSpPr>
            <a:spLocks noGrp="1"/>
          </p:cNvSpPr>
          <p:nvPr>
            <p:ph type="title"/>
          </p:nvPr>
        </p:nvSpPr>
        <p:spPr>
          <a:xfrm>
            <a:off x="319950" y="771532"/>
            <a:ext cx="7702560" cy="57132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500" b="1" strike="noStrike" spc="-1" dirty="0">
                <a:solidFill>
                  <a:schemeClr val="dk1"/>
                </a:solidFill>
                <a:latin typeface="Arial"/>
                <a:ea typeface="Arial"/>
              </a:rPr>
              <a:t>Results</a:t>
            </a:r>
            <a:endParaRPr lang="en-GB" sz="3500" b="0" strike="noStrike" spc="-1" dirty="0">
              <a:solidFill>
                <a:srgbClr val="FFFFFF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endParaRPr lang="en-GB" sz="35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4" name="TextBox 1"/>
          <p:cNvSpPr/>
          <p:nvPr/>
        </p:nvSpPr>
        <p:spPr>
          <a:xfrm>
            <a:off x="1579319" y="1284120"/>
            <a:ext cx="6797237" cy="286086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overflow" horzOverflow="overflow" wrap="square" lIns="90000" tIns="45000" rIns="90000" bIns="45000" numCol="1" spcCol="0" anchor="t">
            <a:spAutoFit/>
          </a:bodyPr>
          <a:lstStyle/>
          <a:p>
            <a:pPr>
              <a:lnSpc>
                <a:spcPct val="100000"/>
              </a:lnSpc>
            </a:pPr>
            <a:endParaRPr lang="en-GB" sz="1800" b="0" strike="noStrike" spc="-1" dirty="0">
              <a:solidFill>
                <a:srgbClr val="FFFFFF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OpenSymbol"/>
              <a:buAutoNum type="arabicPeriod"/>
            </a:pPr>
            <a:r>
              <a:rPr lang="en-US" b="1" dirty="0"/>
              <a:t>Accuracy:</a:t>
            </a:r>
            <a:r>
              <a:rPr lang="en-US" dirty="0"/>
              <a:t> Achieved 83.35% on test data, outperforming benchmarks.</a:t>
            </a:r>
          </a:p>
          <a:p>
            <a:pPr>
              <a:lnSpc>
                <a:spcPct val="100000"/>
              </a:lnSpc>
              <a:buClr>
                <a:srgbClr val="FFFFFF"/>
              </a:buClr>
            </a:pPr>
            <a:endParaRPr lang="en-US" dirty="0"/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OpenSymbol"/>
              <a:buAutoNum type="arabicPeriod"/>
            </a:pPr>
            <a:r>
              <a:rPr lang="en-US" b="1" dirty="0"/>
              <a:t>Deployment Success:</a:t>
            </a:r>
            <a:r>
              <a:rPr lang="en-US" dirty="0"/>
              <a:t> Functional and user-friendly web interface.</a:t>
            </a:r>
          </a:p>
          <a:p>
            <a:pPr>
              <a:lnSpc>
                <a:spcPct val="100000"/>
              </a:lnSpc>
              <a:buClr>
                <a:srgbClr val="FFFFFF"/>
              </a:buClr>
            </a:pPr>
            <a:endParaRPr lang="en-US" dirty="0"/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OpenSymbol"/>
              <a:buAutoNum type="arabicPeriod"/>
            </a:pPr>
            <a:r>
              <a:rPr lang="en-US" b="1" dirty="0"/>
              <a:t>Generalizability:</a:t>
            </a:r>
            <a:r>
              <a:rPr lang="en-US" dirty="0"/>
              <a:t> Worked well on custom internet-sourced images.</a:t>
            </a:r>
            <a:endParaRPr lang="en-GB" sz="1800" b="0" strike="noStrike" spc="-1" dirty="0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FFFFFF"/>
                </a:solidFill>
                <a:latin typeface="Arial"/>
                <a:ea typeface="DejaVu Sans"/>
              </a:rPr>
              <a:t> </a:t>
            </a:r>
            <a:endParaRPr lang="en-GB" sz="1800" b="0" strike="noStrike" spc="-1" dirty="0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" name="PlaceHolder 1"/>
          <p:cNvSpPr>
            <a:spLocks noGrp="1"/>
          </p:cNvSpPr>
          <p:nvPr>
            <p:ph type="title"/>
          </p:nvPr>
        </p:nvSpPr>
        <p:spPr>
          <a:xfrm>
            <a:off x="368936" y="861428"/>
            <a:ext cx="7702560" cy="51408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500" b="1" spc="-1" dirty="0">
                <a:solidFill>
                  <a:schemeClr val="dk1"/>
                </a:solidFill>
                <a:latin typeface="Arial"/>
                <a:ea typeface="Arial"/>
              </a:rPr>
              <a:t>Challenges</a:t>
            </a:r>
            <a:r>
              <a:rPr lang="en" sz="3500" b="1" strike="noStrike" spc="-1" dirty="0">
                <a:solidFill>
                  <a:schemeClr val="dk1"/>
                </a:solidFill>
                <a:latin typeface="Arial"/>
                <a:ea typeface="Arial"/>
              </a:rPr>
              <a:t> </a:t>
            </a:r>
            <a:endParaRPr lang="en-GB" sz="3500" b="0" strike="noStrike" spc="-1" dirty="0">
              <a:solidFill>
                <a:srgbClr val="FFFFFF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endParaRPr lang="en-GB" sz="35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6" name="TextBox 1"/>
          <p:cNvSpPr/>
          <p:nvPr/>
        </p:nvSpPr>
        <p:spPr>
          <a:xfrm>
            <a:off x="1974485" y="1645740"/>
            <a:ext cx="5667120" cy="11988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overflow" horzOverflow="overflow" lIns="90000" tIns="45000" rIns="90000" bIns="45000" numCol="1" spcCol="0" anchor="t">
            <a:spAutoFit/>
          </a:bodyPr>
          <a:lstStyle/>
          <a:p>
            <a:pPr marL="285840" indent="-28584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US" dirty="0"/>
              <a:t>Overfitting despite optimization efforts.</a:t>
            </a:r>
          </a:p>
          <a:p>
            <a:pPr marL="285840" indent="-28584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US" dirty="0"/>
              <a:t>Resource and time constraints on </a:t>
            </a:r>
            <a:r>
              <a:rPr lang="en-US" dirty="0" err="1"/>
              <a:t>Colab</a:t>
            </a:r>
            <a:r>
              <a:rPr lang="en-US" dirty="0"/>
              <a:t>.</a:t>
            </a:r>
          </a:p>
          <a:p>
            <a:pPr marL="285840" indent="-28584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fr-FR" dirty="0"/>
              <a:t>Training interruptions (e.g., </a:t>
            </a:r>
            <a:r>
              <a:rPr lang="fr-FR" dirty="0" err="1"/>
              <a:t>WiFi</a:t>
            </a:r>
            <a:r>
              <a:rPr lang="fr-FR" dirty="0"/>
              <a:t> </a:t>
            </a:r>
            <a:r>
              <a:rPr lang="fr-FR" dirty="0" err="1"/>
              <a:t>outages</a:t>
            </a:r>
            <a:r>
              <a:rPr lang="fr-FR" dirty="0"/>
              <a:t>).</a:t>
            </a:r>
            <a:endParaRPr lang="en-GB" sz="1800" b="0" strike="noStrike" spc="-1" dirty="0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800" b="0" strike="noStrike" spc="-1" dirty="0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6ECB3-ED65-5498-2CA8-A7144D211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" name="PlaceHolder 1">
            <a:extLst>
              <a:ext uri="{FF2B5EF4-FFF2-40B4-BE49-F238E27FC236}">
                <a16:creationId xmlns:a16="http://schemas.microsoft.com/office/drawing/2014/main" id="{3FFAC8A9-18B0-BF5D-E350-BE3BE2DFF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371" y="779786"/>
            <a:ext cx="7702560" cy="51408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500" b="1" strike="noStrike" spc="-1" dirty="0">
                <a:solidFill>
                  <a:schemeClr val="dk1"/>
                </a:solidFill>
                <a:latin typeface="Arial"/>
                <a:ea typeface="Arial"/>
              </a:rPr>
              <a:t>Limitations </a:t>
            </a:r>
            <a:endParaRPr lang="en-GB" sz="3500" b="0" strike="noStrike" spc="-1" dirty="0">
              <a:solidFill>
                <a:srgbClr val="FFFFFF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endParaRPr lang="en-GB" sz="35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6" name="TextBox 1">
            <a:extLst>
              <a:ext uri="{FF2B5EF4-FFF2-40B4-BE49-F238E27FC236}">
                <a16:creationId xmlns:a16="http://schemas.microsoft.com/office/drawing/2014/main" id="{1154BD15-BF4C-7A0D-39FA-425D006F3827}"/>
              </a:ext>
            </a:extLst>
          </p:cNvPr>
          <p:cNvSpPr/>
          <p:nvPr/>
        </p:nvSpPr>
        <p:spPr>
          <a:xfrm>
            <a:off x="1531890" y="1556814"/>
            <a:ext cx="6078780" cy="202987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overflow" horzOverflow="overflow" wrap="square" lIns="90000" tIns="45000" rIns="90000" bIns="45000" numCol="1" spcCol="0" anchor="t">
            <a:spAutoFit/>
          </a:bodyPr>
          <a:lstStyle/>
          <a:p>
            <a:pPr marL="285840" indent="-28584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US" dirty="0"/>
              <a:t>Struggled with visually similar classes like apple pie, ravioli, and pork chop.</a:t>
            </a:r>
          </a:p>
          <a:p>
            <a:pPr>
              <a:lnSpc>
                <a:spcPct val="100000"/>
              </a:lnSpc>
              <a:buClr>
                <a:srgbClr val="FFFFFF"/>
              </a:buClr>
            </a:pPr>
            <a:endParaRPr lang="en-US" dirty="0"/>
          </a:p>
          <a:p>
            <a:pPr marL="285840" indent="-28584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US" dirty="0"/>
              <a:t>Overfitting observed in training vs. validation accuracy trends.</a:t>
            </a:r>
          </a:p>
          <a:p>
            <a:pPr>
              <a:lnSpc>
                <a:spcPct val="100000"/>
              </a:lnSpc>
              <a:buClr>
                <a:srgbClr val="FFFFFF"/>
              </a:buClr>
            </a:pPr>
            <a:endParaRPr lang="en-GB" sz="1800" b="0" strike="noStrike" spc="-1" dirty="0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800" b="0" strike="noStrike" spc="-1" dirty="0">
              <a:solidFill>
                <a:srgbClr val="FFFFFF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682483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7" name="TextBox 2"/>
          <p:cNvSpPr/>
          <p:nvPr/>
        </p:nvSpPr>
        <p:spPr>
          <a:xfrm>
            <a:off x="1356840" y="2045880"/>
            <a:ext cx="4197960" cy="62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overflow" horzOverflow="overflow" lIns="90000" tIns="45000" rIns="90000" bIns="45000" numCol="1" spc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GB" sz="3500" b="1" strike="noStrike" spc="-1">
                <a:solidFill>
                  <a:srgbClr val="FFFFFF"/>
                </a:solidFill>
                <a:latin typeface="Arial"/>
                <a:ea typeface="DejaVu Sans"/>
              </a:rPr>
              <a:t>User Interface</a:t>
            </a:r>
            <a:endParaRPr lang="en-GB" sz="35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F0D43BB-2ABF-E868-4408-DD5100283E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7F0FD88-D850-A271-1480-373B0BB450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D27C89-44B1-EF8A-29B9-DC433AD568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3" name="TextBox 2"/>
          <p:cNvSpPr/>
          <p:nvPr/>
        </p:nvSpPr>
        <p:spPr>
          <a:xfrm>
            <a:off x="1356840" y="2045880"/>
            <a:ext cx="4683600" cy="62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overflow" horzOverflow="overflow" lIns="90000" tIns="45000" rIns="90000" bIns="45000" numCol="1" spc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GB" sz="3500" b="1" strike="noStrike" spc="-1">
                <a:solidFill>
                  <a:srgbClr val="FFFFFF"/>
                </a:solidFill>
                <a:latin typeface="Arial"/>
                <a:ea typeface="DejaVu Sans"/>
              </a:rPr>
              <a:t>Future Enhancement</a:t>
            </a:r>
            <a:endParaRPr lang="en-GB" sz="35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4" name="TextBox 1"/>
          <p:cNvSpPr/>
          <p:nvPr/>
        </p:nvSpPr>
        <p:spPr>
          <a:xfrm>
            <a:off x="1500120" y="1747800"/>
            <a:ext cx="6428160" cy="175287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overflow" horzOverflow="overflow" lIns="90000" tIns="45000" rIns="90000" bIns="45000" numCol="1" spcCol="0" anchor="t">
            <a:spAutoFit/>
          </a:bodyPr>
          <a:lstStyle/>
          <a:p>
            <a:pPr marL="285750" indent="-28575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US" dirty="0"/>
              <a:t>Address overfitting with techniques like data augmentation and regularization.</a:t>
            </a:r>
          </a:p>
          <a:p>
            <a:pPr marL="285750" indent="-28575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US" dirty="0"/>
              <a:t>Improve cultural inclusivity in food classification.</a:t>
            </a:r>
          </a:p>
          <a:p>
            <a:pPr marL="285750" indent="-28575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US" dirty="0"/>
              <a:t>Optimize for real-time predictions and broader deployment (e.g., mobile apps).</a:t>
            </a:r>
          </a:p>
          <a:p>
            <a:pPr marL="285750" indent="-28575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US" dirty="0"/>
              <a:t>Integrate nutritional information for added value.</a:t>
            </a:r>
            <a:endParaRPr lang="en-GB" sz="18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5" name="TextBox 2"/>
          <p:cNvSpPr/>
          <p:nvPr/>
        </p:nvSpPr>
        <p:spPr>
          <a:xfrm>
            <a:off x="1495440" y="552600"/>
            <a:ext cx="4885200" cy="62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overflow" horzOverflow="overflow" lIns="90000" tIns="45000" rIns="90000" bIns="45000" numCol="1" spc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500" b="1" strike="noStrike" spc="-1">
                <a:solidFill>
                  <a:srgbClr val="FFFFFF"/>
                </a:solidFill>
                <a:latin typeface="Arial"/>
                <a:ea typeface="DejaVu Sans"/>
              </a:rPr>
              <a:t>Future Enhancements</a:t>
            </a:r>
            <a:endParaRPr lang="en-GB" sz="35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6" name="TextBox 2"/>
          <p:cNvSpPr/>
          <p:nvPr/>
        </p:nvSpPr>
        <p:spPr>
          <a:xfrm>
            <a:off x="1356840" y="1941120"/>
            <a:ext cx="4683600" cy="62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overflow" horzOverflow="overflow" lIns="90000" tIns="45000" rIns="90000" bIns="45000" numCol="1" spc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GB" sz="3500" b="1" strike="noStrike" spc="-1">
                <a:solidFill>
                  <a:srgbClr val="FFFFFF"/>
                </a:solidFill>
                <a:latin typeface="Arial"/>
                <a:ea typeface="DejaVu Sans"/>
              </a:rPr>
              <a:t>Summary</a:t>
            </a:r>
            <a:endParaRPr lang="en-GB" sz="35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7" name="TextBox 2"/>
          <p:cNvSpPr/>
          <p:nvPr/>
        </p:nvSpPr>
        <p:spPr>
          <a:xfrm>
            <a:off x="1328759" y="1392080"/>
            <a:ext cx="7188707" cy="175287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overflow" horzOverflow="overflow" wrap="square" lIns="90000" tIns="45000" rIns="90000" bIns="45000" numCol="1" spc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strike="noStrike" spc="-1" dirty="0">
                <a:solidFill>
                  <a:srgbClr val="FFFFFF"/>
                </a:solidFill>
                <a:latin typeface="Arial"/>
                <a:ea typeface="Arial"/>
              </a:rPr>
              <a:t>Conclusion</a:t>
            </a:r>
            <a:endParaRPr lang="en-GB" sz="1800" b="0" strike="noStrike" spc="-1" dirty="0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800" b="0" strike="noStrike" spc="-1" dirty="0">
              <a:solidFill>
                <a:srgbClr val="FFFFFF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US" dirty="0"/>
              <a:t>Food Vision AI demonstrates the potential of leveraging EfficientNetB7 for complex classification tasks.</a:t>
            </a:r>
          </a:p>
          <a:p>
            <a:pPr marL="285840" indent="-28584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US" dirty="0"/>
              <a:t>Practical deployment achieved, setting the stage for further refinements.</a:t>
            </a:r>
            <a:endParaRPr lang="en-GB" sz="1800" b="0" strike="noStrike" spc="-1" dirty="0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8" name="TextBox 2"/>
          <p:cNvSpPr/>
          <p:nvPr/>
        </p:nvSpPr>
        <p:spPr>
          <a:xfrm>
            <a:off x="1356840" y="1941120"/>
            <a:ext cx="4683600" cy="62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overflow" horzOverflow="overflow" lIns="90000" tIns="45000" rIns="90000" bIns="45000" numCol="1" spc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GB" sz="3500" b="1" strike="noStrike" spc="-1">
                <a:solidFill>
                  <a:srgbClr val="FFFFFF"/>
                </a:solidFill>
                <a:latin typeface="Arial"/>
                <a:ea typeface="DejaVu Sans"/>
              </a:rPr>
              <a:t>Any Questions?</a:t>
            </a:r>
            <a:endParaRPr lang="en-GB" sz="35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uring Test for Realistic Humanoid Robots Thesis by Slidesgo">
  <a:themeElements>
    <a:clrScheme name="Simple Light">
      <a:dk1>
        <a:srgbClr val="FFFFFF"/>
      </a:dk1>
      <a:lt1>
        <a:srgbClr val="00031B"/>
      </a:lt1>
      <a:dk2>
        <a:srgbClr val="002AB1"/>
      </a:dk2>
      <a:lt2>
        <a:srgbClr val="00E0FF"/>
      </a:lt2>
      <a:accent1>
        <a:srgbClr val="87D0FF"/>
      </a:accent1>
      <a:accent2>
        <a:srgbClr val="004A67"/>
      </a:accent2>
      <a:accent3>
        <a:srgbClr val="92BCCA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uring Test for Realistic Humanoid Robots Thesis by Slidesgo">
  <a:themeElements>
    <a:clrScheme name="Simple Light">
      <a:dk1>
        <a:srgbClr val="FFFFFF"/>
      </a:dk1>
      <a:lt1>
        <a:srgbClr val="00031B"/>
      </a:lt1>
      <a:dk2>
        <a:srgbClr val="002AB1"/>
      </a:dk2>
      <a:lt2>
        <a:srgbClr val="00E0FF"/>
      </a:lt2>
      <a:accent1>
        <a:srgbClr val="87D0FF"/>
      </a:accent1>
      <a:accent2>
        <a:srgbClr val="004A67"/>
      </a:accent2>
      <a:accent3>
        <a:srgbClr val="92BCCA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uring Test for Realistic Humanoid Robots Thesis by Slidesgo">
  <a:themeElements>
    <a:clrScheme name="Simple Light">
      <a:dk1>
        <a:srgbClr val="FFFFFF"/>
      </a:dk1>
      <a:lt1>
        <a:srgbClr val="00031B"/>
      </a:lt1>
      <a:dk2>
        <a:srgbClr val="002AB1"/>
      </a:dk2>
      <a:lt2>
        <a:srgbClr val="00E0FF"/>
      </a:lt2>
      <a:accent1>
        <a:srgbClr val="87D0FF"/>
      </a:accent1>
      <a:accent2>
        <a:srgbClr val="004A67"/>
      </a:accent2>
      <a:accent3>
        <a:srgbClr val="92BCCA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uring Test for Realistic Humanoid Robots Thesis by Slidesgo">
  <a:themeElements>
    <a:clrScheme name="Simple Light">
      <a:dk1>
        <a:srgbClr val="FFFFFF"/>
      </a:dk1>
      <a:lt1>
        <a:srgbClr val="00031B"/>
      </a:lt1>
      <a:dk2>
        <a:srgbClr val="002AB1"/>
      </a:dk2>
      <a:lt2>
        <a:srgbClr val="00E0FF"/>
      </a:lt2>
      <a:accent1>
        <a:srgbClr val="87D0FF"/>
      </a:accent1>
      <a:accent2>
        <a:srgbClr val="004A67"/>
      </a:accent2>
      <a:accent3>
        <a:srgbClr val="92BCCA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uring Test for Realistic Humanoid Robots Thesis by Slidesgo">
  <a:themeElements>
    <a:clrScheme name="Simple Light">
      <a:dk1>
        <a:srgbClr val="FFFFFF"/>
      </a:dk1>
      <a:lt1>
        <a:srgbClr val="00031B"/>
      </a:lt1>
      <a:dk2>
        <a:srgbClr val="002AB1"/>
      </a:dk2>
      <a:lt2>
        <a:srgbClr val="00E0FF"/>
      </a:lt2>
      <a:accent1>
        <a:srgbClr val="87D0FF"/>
      </a:accent1>
      <a:accent2>
        <a:srgbClr val="004A67"/>
      </a:accent2>
      <a:accent3>
        <a:srgbClr val="92BCCA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Turing Test for Realistic Humanoid Robots Thesis by Slidesgo">
  <a:themeElements>
    <a:clrScheme name="Simple Light">
      <a:dk1>
        <a:srgbClr val="FFFFFF"/>
      </a:dk1>
      <a:lt1>
        <a:srgbClr val="00031B"/>
      </a:lt1>
      <a:dk2>
        <a:srgbClr val="002AB1"/>
      </a:dk2>
      <a:lt2>
        <a:srgbClr val="00E0FF"/>
      </a:lt2>
      <a:accent1>
        <a:srgbClr val="87D0FF"/>
      </a:accent1>
      <a:accent2>
        <a:srgbClr val="004A67"/>
      </a:accent2>
      <a:accent3>
        <a:srgbClr val="92BCCA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Turing Test for Realistic Humanoid Robots Thesis by Slidesgo">
  <a:themeElements>
    <a:clrScheme name="Simple Light">
      <a:dk1>
        <a:srgbClr val="FFFFFF"/>
      </a:dk1>
      <a:lt1>
        <a:srgbClr val="00031B"/>
      </a:lt1>
      <a:dk2>
        <a:srgbClr val="002AB1"/>
      </a:dk2>
      <a:lt2>
        <a:srgbClr val="00E0FF"/>
      </a:lt2>
      <a:accent1>
        <a:srgbClr val="87D0FF"/>
      </a:accent1>
      <a:accent2>
        <a:srgbClr val="004A67"/>
      </a:accent2>
      <a:accent3>
        <a:srgbClr val="92BCCA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479</TotalTime>
  <Words>328</Words>
  <Application>Microsoft Office PowerPoint</Application>
  <PresentationFormat>On-screen Show (16:9)</PresentationFormat>
  <Paragraphs>70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20</vt:i4>
      </vt:variant>
    </vt:vector>
  </HeadingPairs>
  <TitlesOfParts>
    <vt:vector size="34" baseType="lpstr">
      <vt:lpstr>Arial</vt:lpstr>
      <vt:lpstr>Big Shoulders Text</vt:lpstr>
      <vt:lpstr>Big Shoulders Text ExtraBold</vt:lpstr>
      <vt:lpstr>Cambay</vt:lpstr>
      <vt:lpstr>OpenSymbol</vt:lpstr>
      <vt:lpstr>Symbol</vt:lpstr>
      <vt:lpstr>Wingdings</vt:lpstr>
      <vt:lpstr>Turing Test for Realistic Humanoid Robots Thesis by Slidesgo</vt:lpstr>
      <vt:lpstr>Turing Test for Realistic Humanoid Robots Thesis by Slidesgo</vt:lpstr>
      <vt:lpstr>Turing Test for Realistic Humanoid Robots Thesis by Slidesgo</vt:lpstr>
      <vt:lpstr>Turing Test for Realistic Humanoid Robots Thesis by Slidesgo</vt:lpstr>
      <vt:lpstr>Turing Test for Realistic Humanoid Robots Thesis by Slidesgo</vt:lpstr>
      <vt:lpstr>Turing Test for Realistic Humanoid Robots Thesis by Slidesgo</vt:lpstr>
      <vt:lpstr>Turing Test for Realistic Humanoid Robots Thesis by Slidesgo</vt:lpstr>
      <vt:lpstr>Food Vision AI: Deep Learning for Food Classification</vt:lpstr>
      <vt:lpstr>Future Enhancements  </vt:lpstr>
      <vt:lpstr>PowerPoint Presentation</vt:lpstr>
      <vt:lpstr>Problem statement</vt:lpstr>
      <vt:lpstr>Objective</vt:lpstr>
      <vt:lpstr>PowerPoint Presentation</vt:lpstr>
      <vt:lpstr>Methodology</vt:lpstr>
      <vt:lpstr>PowerPoint Presentation</vt:lpstr>
      <vt:lpstr>Results </vt:lpstr>
      <vt:lpstr>Challenges  </vt:lpstr>
      <vt:lpstr>Limitations 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Dental Biometric System using Deep Learning</dc:title>
  <dc:subject/>
  <dc:creator/>
  <dc:description/>
  <cp:lastModifiedBy>HAMMAD LATIF</cp:lastModifiedBy>
  <cp:revision>194</cp:revision>
  <dcterms:modified xsi:type="dcterms:W3CDTF">2025-01-12T10:58:55Z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(16:9)</vt:lpwstr>
  </property>
  <property fmtid="{D5CDD505-2E9C-101B-9397-08002B2CF9AE}" pid="3" name="Slides">
    <vt:i4>26</vt:i4>
  </property>
</Properties>
</file>